
<file path=[Content_Types].xml><?xml version="1.0" encoding="utf-8"?>
<Types xmlns="http://schemas.openxmlformats.org/package/2006/content-types">
  <Default Extension="bin" ContentType="application/vnd.openxmlformats-officedocument.oleObject"/>
  <Default Extension="emf" ContentType="image/x-emf"/>
  <Default Extension="gif" ContentType="image/gif"/>
  <Default Extension="jfif" ContentType="image/jpeg"/>
  <Default Extension="jpeg" ContentType="image/jpeg"/>
  <Default Extension="jpg" ContentType="image/jpeg"/>
  <Default Extension="png" ContentType="image/png"/>
  <Default Extension="rels" ContentType="application/vnd.openxmlformats-package.relationships+xml"/>
  <Default Extension="tiff" ContentType="image/tiff"/>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4329" r:id="rId1"/>
    <p:sldMasterId id="2147484318" r:id="rId2"/>
    <p:sldMasterId id="2147485053" r:id="rId3"/>
  </p:sldMasterIdLst>
  <p:notesMasterIdLst>
    <p:notesMasterId r:id="rId78"/>
  </p:notesMasterIdLst>
  <p:handoutMasterIdLst>
    <p:handoutMasterId r:id="rId79"/>
  </p:handoutMasterIdLst>
  <p:sldIdLst>
    <p:sldId id="475" r:id="rId4"/>
    <p:sldId id="458" r:id="rId5"/>
    <p:sldId id="490" r:id="rId6"/>
    <p:sldId id="398" r:id="rId7"/>
    <p:sldId id="403" r:id="rId8"/>
    <p:sldId id="404" r:id="rId9"/>
    <p:sldId id="476" r:id="rId10"/>
    <p:sldId id="477" r:id="rId11"/>
    <p:sldId id="491" r:id="rId12"/>
    <p:sldId id="419" r:id="rId13"/>
    <p:sldId id="447" r:id="rId14"/>
    <p:sldId id="420" r:id="rId15"/>
    <p:sldId id="424" r:id="rId16"/>
    <p:sldId id="421" r:id="rId17"/>
    <p:sldId id="422" r:id="rId18"/>
    <p:sldId id="423" r:id="rId19"/>
    <p:sldId id="442" r:id="rId20"/>
    <p:sldId id="443" r:id="rId21"/>
    <p:sldId id="406" r:id="rId22"/>
    <p:sldId id="446" r:id="rId23"/>
    <p:sldId id="448" r:id="rId24"/>
    <p:sldId id="450" r:id="rId25"/>
    <p:sldId id="444" r:id="rId26"/>
    <p:sldId id="452" r:id="rId27"/>
    <p:sldId id="449" r:id="rId28"/>
    <p:sldId id="464" r:id="rId29"/>
    <p:sldId id="411" r:id="rId30"/>
    <p:sldId id="460" r:id="rId31"/>
    <p:sldId id="455" r:id="rId32"/>
    <p:sldId id="483" r:id="rId33"/>
    <p:sldId id="484" r:id="rId34"/>
    <p:sldId id="417" r:id="rId35"/>
    <p:sldId id="418" r:id="rId36"/>
    <p:sldId id="453" r:id="rId37"/>
    <p:sldId id="456" r:id="rId38"/>
    <p:sldId id="459" r:id="rId39"/>
    <p:sldId id="451" r:id="rId40"/>
    <p:sldId id="463" r:id="rId41"/>
    <p:sldId id="412" r:id="rId42"/>
    <p:sldId id="409" r:id="rId43"/>
    <p:sldId id="415" r:id="rId44"/>
    <p:sldId id="479" r:id="rId45"/>
    <p:sldId id="480" r:id="rId46"/>
    <p:sldId id="457" r:id="rId47"/>
    <p:sldId id="485" r:id="rId48"/>
    <p:sldId id="425" r:id="rId49"/>
    <p:sldId id="478" r:id="rId50"/>
    <p:sldId id="469" r:id="rId51"/>
    <p:sldId id="466" r:id="rId52"/>
    <p:sldId id="426" r:id="rId53"/>
    <p:sldId id="427" r:id="rId54"/>
    <p:sldId id="461" r:id="rId55"/>
    <p:sldId id="467" r:id="rId56"/>
    <p:sldId id="468" r:id="rId57"/>
    <p:sldId id="482" r:id="rId58"/>
    <p:sldId id="429" r:id="rId59"/>
    <p:sldId id="488" r:id="rId60"/>
    <p:sldId id="440" r:id="rId61"/>
    <p:sldId id="441" r:id="rId62"/>
    <p:sldId id="436" r:id="rId63"/>
    <p:sldId id="437" r:id="rId64"/>
    <p:sldId id="474" r:id="rId65"/>
    <p:sldId id="431" r:id="rId66"/>
    <p:sldId id="432" r:id="rId67"/>
    <p:sldId id="433" r:id="rId68"/>
    <p:sldId id="434" r:id="rId69"/>
    <p:sldId id="471" r:id="rId70"/>
    <p:sldId id="472" r:id="rId71"/>
    <p:sldId id="489" r:id="rId72"/>
    <p:sldId id="435" r:id="rId73"/>
    <p:sldId id="439" r:id="rId74"/>
    <p:sldId id="473" r:id="rId75"/>
    <p:sldId id="487" r:id="rId76"/>
    <p:sldId id="481" r:id="rId77"/>
  </p:sldIdLst>
  <p:sldSz cx="9144000" cy="5143500" type="screen16x9"/>
  <p:notesSz cx="6877050" cy="10001250"/>
  <p:defaultTextStyle>
    <a:defPPr>
      <a:defRPr lang="fr-FR"/>
    </a:defPPr>
    <a:lvl1pPr algn="l" rtl="0" eaLnBrk="0" fontAlgn="base" hangingPunct="0">
      <a:spcBef>
        <a:spcPct val="0"/>
      </a:spcBef>
      <a:spcAft>
        <a:spcPct val="0"/>
      </a:spcAft>
      <a:defRPr kern="1200">
        <a:solidFill>
          <a:schemeClr val="tx1"/>
        </a:solidFill>
        <a:latin typeface="Arial" charset="0"/>
        <a:ea typeface="ＭＳ Ｐゴシック" charset="0"/>
        <a:cs typeface="ＭＳ Ｐゴシック" charset="0"/>
      </a:defRPr>
    </a:lvl1pPr>
    <a:lvl2pPr marL="457200" algn="l" rtl="0" eaLnBrk="0" fontAlgn="base" hangingPunct="0">
      <a:spcBef>
        <a:spcPct val="0"/>
      </a:spcBef>
      <a:spcAft>
        <a:spcPct val="0"/>
      </a:spcAft>
      <a:defRPr kern="1200">
        <a:solidFill>
          <a:schemeClr val="tx1"/>
        </a:solidFill>
        <a:latin typeface="Arial" charset="0"/>
        <a:ea typeface="ＭＳ Ｐゴシック" charset="0"/>
        <a:cs typeface="ＭＳ Ｐゴシック" charset="0"/>
      </a:defRPr>
    </a:lvl2pPr>
    <a:lvl3pPr marL="914400" algn="l" rtl="0" eaLnBrk="0" fontAlgn="base" hangingPunct="0">
      <a:spcBef>
        <a:spcPct val="0"/>
      </a:spcBef>
      <a:spcAft>
        <a:spcPct val="0"/>
      </a:spcAft>
      <a:defRPr kern="1200">
        <a:solidFill>
          <a:schemeClr val="tx1"/>
        </a:solidFill>
        <a:latin typeface="Arial" charset="0"/>
        <a:ea typeface="ＭＳ Ｐゴシック" charset="0"/>
        <a:cs typeface="ＭＳ Ｐゴシック" charset="0"/>
      </a:defRPr>
    </a:lvl3pPr>
    <a:lvl4pPr marL="1371600" algn="l" rtl="0" eaLnBrk="0" fontAlgn="base" hangingPunct="0">
      <a:spcBef>
        <a:spcPct val="0"/>
      </a:spcBef>
      <a:spcAft>
        <a:spcPct val="0"/>
      </a:spcAft>
      <a:defRPr kern="1200">
        <a:solidFill>
          <a:schemeClr val="tx1"/>
        </a:solidFill>
        <a:latin typeface="Arial" charset="0"/>
        <a:ea typeface="ＭＳ Ｐゴシック" charset="0"/>
        <a:cs typeface="ＭＳ Ｐゴシック" charset="0"/>
      </a:defRPr>
    </a:lvl4pPr>
    <a:lvl5pPr marL="1828800" algn="l" rtl="0" eaLnBrk="0" fontAlgn="base" hangingPunct="0">
      <a:spcBef>
        <a:spcPct val="0"/>
      </a:spcBef>
      <a:spcAft>
        <a:spcPct val="0"/>
      </a:spcAft>
      <a:defRPr kern="1200">
        <a:solidFill>
          <a:schemeClr val="tx1"/>
        </a:solidFill>
        <a:latin typeface="Arial" charset="0"/>
        <a:ea typeface="ＭＳ Ｐゴシック" charset="0"/>
        <a:cs typeface="ＭＳ Ｐゴシック" charset="0"/>
      </a:defRPr>
    </a:lvl5pPr>
    <a:lvl6pPr marL="2286000" algn="l" defTabSz="457200" rtl="0" eaLnBrk="1" latinLnBrk="0" hangingPunct="1">
      <a:defRPr kern="1200">
        <a:solidFill>
          <a:schemeClr val="tx1"/>
        </a:solidFill>
        <a:latin typeface="Arial" charset="0"/>
        <a:ea typeface="ＭＳ Ｐゴシック" charset="0"/>
        <a:cs typeface="ＭＳ Ｐゴシック" charset="0"/>
      </a:defRPr>
    </a:lvl6pPr>
    <a:lvl7pPr marL="2743200" algn="l" defTabSz="457200" rtl="0" eaLnBrk="1" latinLnBrk="0" hangingPunct="1">
      <a:defRPr kern="1200">
        <a:solidFill>
          <a:schemeClr val="tx1"/>
        </a:solidFill>
        <a:latin typeface="Arial" charset="0"/>
        <a:ea typeface="ＭＳ Ｐゴシック" charset="0"/>
        <a:cs typeface="ＭＳ Ｐゴシック" charset="0"/>
      </a:defRPr>
    </a:lvl7pPr>
    <a:lvl8pPr marL="3200400" algn="l" defTabSz="457200" rtl="0" eaLnBrk="1" latinLnBrk="0" hangingPunct="1">
      <a:defRPr kern="1200">
        <a:solidFill>
          <a:schemeClr val="tx1"/>
        </a:solidFill>
        <a:latin typeface="Arial" charset="0"/>
        <a:ea typeface="ＭＳ Ｐゴシック" charset="0"/>
        <a:cs typeface="ＭＳ Ｐゴシック" charset="0"/>
      </a:defRPr>
    </a:lvl8pPr>
    <a:lvl9pPr marL="3657600" algn="l" defTabSz="457200" rtl="0" eaLnBrk="1" latinLnBrk="0" hangingPunct="1">
      <a:defRPr kern="1200">
        <a:solidFill>
          <a:schemeClr val="tx1"/>
        </a:solidFill>
        <a:latin typeface="Arial" charset="0"/>
        <a:ea typeface="ＭＳ Ｐゴシック" charset="0"/>
        <a:cs typeface="ＭＳ Ｐゴシック" charset="0"/>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9DDF"/>
    <a:srgbClr val="F15A24"/>
    <a:srgbClr val="D64620"/>
    <a:srgbClr val="99A1DB"/>
    <a:srgbClr val="FF66FF"/>
    <a:srgbClr val="FF33CC"/>
    <a:srgbClr val="E28C00"/>
    <a:srgbClr val="00688D"/>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Style moyen 2 - Accentuation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0A15C55-8517-42AA-B614-E9B94910E393}" styleName="Style moyen 2 - Accentuation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7DF18680-E054-41AD-8BC1-D1AEF772440D}" styleName="Style moyen 2 - Accentuation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FABFCF23-3B69-468F-B69F-88F6DE6A72F2}" styleName="Style moyen 1 - Accentuation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 styleId="{35758FB7-9AC5-4552-8A53-C91805E547FA}" styleName="Style à thème 1 - Accentuation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 styleId="{327F97BB-C833-4FB7-BDE5-3F7075034690}" styleName="Style à thème 2 - Accentuation 5">
    <a:tblBg>
      <a:fillRef idx="3">
        <a:schemeClr val="accent5"/>
      </a:fillRef>
      <a:effectRef idx="3">
        <a:schemeClr val="accent5"/>
      </a:effectRef>
    </a:tblBg>
    <a:wholeTbl>
      <a:tcTxStyle>
        <a:fontRef idx="minor">
          <a:scrgbClr r="0" g="0" b="0"/>
        </a:fontRef>
        <a:schemeClr val="lt1"/>
      </a:tcTxStyle>
      <a:tcStyle>
        <a:tcBdr>
          <a:left>
            <a:lnRef idx="1">
              <a:schemeClr val="accent5">
                <a:tint val="50000"/>
              </a:schemeClr>
            </a:lnRef>
          </a:left>
          <a:right>
            <a:lnRef idx="1">
              <a:schemeClr val="accent5">
                <a:tint val="50000"/>
              </a:schemeClr>
            </a:lnRef>
          </a:right>
          <a:top>
            <a:lnRef idx="1">
              <a:schemeClr val="accent5">
                <a:tint val="50000"/>
              </a:schemeClr>
            </a:lnRef>
          </a:top>
          <a:bottom>
            <a:lnRef idx="1">
              <a:schemeClr val="accent5">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0470" autoAdjust="0"/>
    <p:restoredTop sz="94694"/>
  </p:normalViewPr>
  <p:slideViewPr>
    <p:cSldViewPr>
      <p:cViewPr varScale="1">
        <p:scale>
          <a:sx n="93" d="100"/>
          <a:sy n="93" d="100"/>
        </p:scale>
        <p:origin x="716" y="56"/>
      </p:cViewPr>
      <p:guideLst>
        <p:guide orient="horz" pos="162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3.xml"/><Relationship Id="rId21" Type="http://schemas.openxmlformats.org/officeDocument/2006/relationships/slide" Target="slides/slide18.xml"/><Relationship Id="rId42" Type="http://schemas.openxmlformats.org/officeDocument/2006/relationships/slide" Target="slides/slide39.xml"/><Relationship Id="rId47" Type="http://schemas.openxmlformats.org/officeDocument/2006/relationships/slide" Target="slides/slide44.xml"/><Relationship Id="rId63" Type="http://schemas.openxmlformats.org/officeDocument/2006/relationships/slide" Target="slides/slide60.xml"/><Relationship Id="rId68" Type="http://schemas.openxmlformats.org/officeDocument/2006/relationships/slide" Target="slides/slide65.xml"/><Relationship Id="rId16" Type="http://schemas.openxmlformats.org/officeDocument/2006/relationships/slide" Target="slides/slide13.xml"/><Relationship Id="rId11" Type="http://schemas.openxmlformats.org/officeDocument/2006/relationships/slide" Target="slides/slide8.xml"/><Relationship Id="rId32" Type="http://schemas.openxmlformats.org/officeDocument/2006/relationships/slide" Target="slides/slide29.xml"/><Relationship Id="rId37" Type="http://schemas.openxmlformats.org/officeDocument/2006/relationships/slide" Target="slides/slide34.xml"/><Relationship Id="rId53" Type="http://schemas.openxmlformats.org/officeDocument/2006/relationships/slide" Target="slides/slide50.xml"/><Relationship Id="rId58" Type="http://schemas.openxmlformats.org/officeDocument/2006/relationships/slide" Target="slides/slide55.xml"/><Relationship Id="rId74" Type="http://schemas.openxmlformats.org/officeDocument/2006/relationships/slide" Target="slides/slide71.xml"/><Relationship Id="rId79" Type="http://schemas.openxmlformats.org/officeDocument/2006/relationships/handoutMaster" Target="handoutMasters/handoutMaster1.xml"/><Relationship Id="rId5" Type="http://schemas.openxmlformats.org/officeDocument/2006/relationships/slide" Target="slides/slide2.xml"/><Relationship Id="rId61" Type="http://schemas.openxmlformats.org/officeDocument/2006/relationships/slide" Target="slides/slide58.xml"/><Relationship Id="rId82" Type="http://schemas.openxmlformats.org/officeDocument/2006/relationships/theme" Target="theme/theme1.xml"/><Relationship Id="rId19" Type="http://schemas.openxmlformats.org/officeDocument/2006/relationships/slide" Target="slides/slide1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slide" Target="slides/slide27.xml"/><Relationship Id="rId35" Type="http://schemas.openxmlformats.org/officeDocument/2006/relationships/slide" Target="slides/slide32.xml"/><Relationship Id="rId43" Type="http://schemas.openxmlformats.org/officeDocument/2006/relationships/slide" Target="slides/slide40.xml"/><Relationship Id="rId48" Type="http://schemas.openxmlformats.org/officeDocument/2006/relationships/slide" Target="slides/slide45.xml"/><Relationship Id="rId56" Type="http://schemas.openxmlformats.org/officeDocument/2006/relationships/slide" Target="slides/slide53.xml"/><Relationship Id="rId64" Type="http://schemas.openxmlformats.org/officeDocument/2006/relationships/slide" Target="slides/slide61.xml"/><Relationship Id="rId69" Type="http://schemas.openxmlformats.org/officeDocument/2006/relationships/slide" Target="slides/slide66.xml"/><Relationship Id="rId77" Type="http://schemas.openxmlformats.org/officeDocument/2006/relationships/slide" Target="slides/slide74.xml"/><Relationship Id="rId8" Type="http://schemas.openxmlformats.org/officeDocument/2006/relationships/slide" Target="slides/slide5.xml"/><Relationship Id="rId51" Type="http://schemas.openxmlformats.org/officeDocument/2006/relationships/slide" Target="slides/slide48.xml"/><Relationship Id="rId72" Type="http://schemas.openxmlformats.org/officeDocument/2006/relationships/slide" Target="slides/slide69.xml"/><Relationship Id="rId80" Type="http://schemas.openxmlformats.org/officeDocument/2006/relationships/presProps" Target="presProps.xml"/><Relationship Id="rId3" Type="http://schemas.openxmlformats.org/officeDocument/2006/relationships/slideMaster" Target="slideMasters/slideMaster3.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slide" Target="slides/slide30.xml"/><Relationship Id="rId38" Type="http://schemas.openxmlformats.org/officeDocument/2006/relationships/slide" Target="slides/slide35.xml"/><Relationship Id="rId46" Type="http://schemas.openxmlformats.org/officeDocument/2006/relationships/slide" Target="slides/slide43.xml"/><Relationship Id="rId59" Type="http://schemas.openxmlformats.org/officeDocument/2006/relationships/slide" Target="slides/slide56.xml"/><Relationship Id="rId67" Type="http://schemas.openxmlformats.org/officeDocument/2006/relationships/slide" Target="slides/slide64.xml"/><Relationship Id="rId20" Type="http://schemas.openxmlformats.org/officeDocument/2006/relationships/slide" Target="slides/slide17.xml"/><Relationship Id="rId41" Type="http://schemas.openxmlformats.org/officeDocument/2006/relationships/slide" Target="slides/slide38.xml"/><Relationship Id="rId54" Type="http://schemas.openxmlformats.org/officeDocument/2006/relationships/slide" Target="slides/slide51.xml"/><Relationship Id="rId62" Type="http://schemas.openxmlformats.org/officeDocument/2006/relationships/slide" Target="slides/slide59.xml"/><Relationship Id="rId70" Type="http://schemas.openxmlformats.org/officeDocument/2006/relationships/slide" Target="slides/slide67.xml"/><Relationship Id="rId75" Type="http://schemas.openxmlformats.org/officeDocument/2006/relationships/slide" Target="slides/slide72.xml"/><Relationship Id="rId83"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3.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slide" Target="slides/slide33.xml"/><Relationship Id="rId49" Type="http://schemas.openxmlformats.org/officeDocument/2006/relationships/slide" Target="slides/slide46.xml"/><Relationship Id="rId57" Type="http://schemas.openxmlformats.org/officeDocument/2006/relationships/slide" Target="slides/slide54.xml"/><Relationship Id="rId10" Type="http://schemas.openxmlformats.org/officeDocument/2006/relationships/slide" Target="slides/slide7.xml"/><Relationship Id="rId31" Type="http://schemas.openxmlformats.org/officeDocument/2006/relationships/slide" Target="slides/slide28.xml"/><Relationship Id="rId44" Type="http://schemas.openxmlformats.org/officeDocument/2006/relationships/slide" Target="slides/slide41.xml"/><Relationship Id="rId52" Type="http://schemas.openxmlformats.org/officeDocument/2006/relationships/slide" Target="slides/slide49.xml"/><Relationship Id="rId60" Type="http://schemas.openxmlformats.org/officeDocument/2006/relationships/slide" Target="slides/slide57.xml"/><Relationship Id="rId65" Type="http://schemas.openxmlformats.org/officeDocument/2006/relationships/slide" Target="slides/slide62.xml"/><Relationship Id="rId73" Type="http://schemas.openxmlformats.org/officeDocument/2006/relationships/slide" Target="slides/slide70.xml"/><Relationship Id="rId78" Type="http://schemas.openxmlformats.org/officeDocument/2006/relationships/notesMaster" Target="notesMasters/notesMaster1.xml"/><Relationship Id="rId81" Type="http://schemas.openxmlformats.org/officeDocument/2006/relationships/viewProps" Target="viewProps.xml"/><Relationship Id="rId4" Type="http://schemas.openxmlformats.org/officeDocument/2006/relationships/slide" Target="slides/slide1.xml"/><Relationship Id="rId9" Type="http://schemas.openxmlformats.org/officeDocument/2006/relationships/slide" Target="slides/slide6.xml"/><Relationship Id="rId13" Type="http://schemas.openxmlformats.org/officeDocument/2006/relationships/slide" Target="slides/slide10.xml"/><Relationship Id="rId18" Type="http://schemas.openxmlformats.org/officeDocument/2006/relationships/slide" Target="slides/slide15.xml"/><Relationship Id="rId39" Type="http://schemas.openxmlformats.org/officeDocument/2006/relationships/slide" Target="slides/slide36.xml"/><Relationship Id="rId34" Type="http://schemas.openxmlformats.org/officeDocument/2006/relationships/slide" Target="slides/slide31.xml"/><Relationship Id="rId50" Type="http://schemas.openxmlformats.org/officeDocument/2006/relationships/slide" Target="slides/slide47.xml"/><Relationship Id="rId55" Type="http://schemas.openxmlformats.org/officeDocument/2006/relationships/slide" Target="slides/slide52.xml"/><Relationship Id="rId76" Type="http://schemas.openxmlformats.org/officeDocument/2006/relationships/slide" Target="slides/slide73.xml"/><Relationship Id="rId7" Type="http://schemas.openxmlformats.org/officeDocument/2006/relationships/slide" Target="slides/slide4.xml"/><Relationship Id="rId71" Type="http://schemas.openxmlformats.org/officeDocument/2006/relationships/slide" Target="slides/slide68.xml"/><Relationship Id="rId2" Type="http://schemas.openxmlformats.org/officeDocument/2006/relationships/slideMaster" Target="slideMasters/slideMaster2.xml"/><Relationship Id="rId29" Type="http://schemas.openxmlformats.org/officeDocument/2006/relationships/slide" Target="slides/slide26.xml"/><Relationship Id="rId24" Type="http://schemas.openxmlformats.org/officeDocument/2006/relationships/slide" Target="slides/slide21.xml"/><Relationship Id="rId40" Type="http://schemas.openxmlformats.org/officeDocument/2006/relationships/slide" Target="slides/slide37.xml"/><Relationship Id="rId45" Type="http://schemas.openxmlformats.org/officeDocument/2006/relationships/slide" Target="slides/slide42.xml"/><Relationship Id="rId66" Type="http://schemas.openxmlformats.org/officeDocument/2006/relationships/slide" Target="slides/slide63.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9738" cy="500063"/>
          </a:xfrm>
          <a:prstGeom prst="rect">
            <a:avLst/>
          </a:prstGeom>
        </p:spPr>
        <p:txBody>
          <a:bodyPr vert="horz" lIns="91440" tIns="45720" rIns="91440" bIns="45720" rtlCol="0"/>
          <a:lstStyle>
            <a:lvl1pPr algn="l" eaLnBrk="1" hangingPunct="1">
              <a:defRPr sz="1200">
                <a:latin typeface="Arial" charset="0"/>
                <a:ea typeface="ＭＳ Ｐゴシック" charset="0"/>
                <a:cs typeface="Arial" charset="0"/>
              </a:defRPr>
            </a:lvl1pPr>
          </a:lstStyle>
          <a:p>
            <a:pPr>
              <a:defRPr/>
            </a:pPr>
            <a:endParaRPr lang="fr-FR"/>
          </a:p>
        </p:txBody>
      </p:sp>
      <p:sp>
        <p:nvSpPr>
          <p:cNvPr id="3" name="Espace réservé de la date 2"/>
          <p:cNvSpPr>
            <a:spLocks noGrp="1"/>
          </p:cNvSpPr>
          <p:nvPr>
            <p:ph type="dt" sz="quarter" idx="1"/>
          </p:nvPr>
        </p:nvSpPr>
        <p:spPr>
          <a:xfrm>
            <a:off x="3895725" y="0"/>
            <a:ext cx="2979738" cy="500063"/>
          </a:xfrm>
          <a:prstGeom prst="rect">
            <a:avLst/>
          </a:prstGeom>
        </p:spPr>
        <p:txBody>
          <a:bodyPr vert="horz" wrap="square" lIns="91440" tIns="45720" rIns="91440" bIns="45720" numCol="1" anchor="t" anchorCtr="0" compatLnSpc="1">
            <a:prstTxWarp prst="textNoShape">
              <a:avLst/>
            </a:prstTxWarp>
          </a:bodyPr>
          <a:lstStyle>
            <a:lvl1pPr algn="r" eaLnBrk="1" hangingPunct="1">
              <a:defRPr sz="1200">
                <a:cs typeface="Arial" charset="0"/>
              </a:defRPr>
            </a:lvl1pPr>
          </a:lstStyle>
          <a:p>
            <a:pPr>
              <a:defRPr/>
            </a:pPr>
            <a:fld id="{8B8D4127-CCD6-7D43-9D6C-86E35BD3B1BA}" type="datetimeFigureOut">
              <a:rPr lang="fr-FR"/>
              <a:pPr>
                <a:defRPr/>
              </a:pPr>
              <a:t>04/01/2026</a:t>
            </a:fld>
            <a:endParaRPr lang="fr-FR"/>
          </a:p>
        </p:txBody>
      </p:sp>
      <p:sp>
        <p:nvSpPr>
          <p:cNvPr id="4" name="Espace réservé du pied de page 3"/>
          <p:cNvSpPr>
            <a:spLocks noGrp="1"/>
          </p:cNvSpPr>
          <p:nvPr>
            <p:ph type="ftr" sz="quarter" idx="2"/>
          </p:nvPr>
        </p:nvSpPr>
        <p:spPr>
          <a:xfrm>
            <a:off x="0" y="9499600"/>
            <a:ext cx="2979738" cy="500063"/>
          </a:xfrm>
          <a:prstGeom prst="rect">
            <a:avLst/>
          </a:prstGeom>
        </p:spPr>
        <p:txBody>
          <a:bodyPr vert="horz" lIns="91440" tIns="45720" rIns="91440" bIns="45720" rtlCol="0" anchor="b"/>
          <a:lstStyle>
            <a:lvl1pPr algn="l" eaLnBrk="1" hangingPunct="1">
              <a:defRPr sz="1200">
                <a:latin typeface="Arial" charset="0"/>
                <a:ea typeface="ＭＳ Ｐゴシック" charset="0"/>
                <a:cs typeface="Arial" charset="0"/>
              </a:defRPr>
            </a:lvl1pPr>
          </a:lstStyle>
          <a:p>
            <a:pPr>
              <a:defRPr/>
            </a:pPr>
            <a:endParaRPr lang="fr-FR"/>
          </a:p>
        </p:txBody>
      </p:sp>
      <p:sp>
        <p:nvSpPr>
          <p:cNvPr id="5" name="Espace réservé du numéro de diapositive 4"/>
          <p:cNvSpPr>
            <a:spLocks noGrp="1"/>
          </p:cNvSpPr>
          <p:nvPr>
            <p:ph type="sldNum" sz="quarter" idx="3"/>
          </p:nvPr>
        </p:nvSpPr>
        <p:spPr>
          <a:xfrm>
            <a:off x="3895725" y="9499600"/>
            <a:ext cx="2979738" cy="500063"/>
          </a:xfrm>
          <a:prstGeom prst="rect">
            <a:avLst/>
          </a:prstGeom>
        </p:spPr>
        <p:txBody>
          <a:bodyPr vert="horz" wrap="square" lIns="91440" tIns="45720" rIns="91440" bIns="45720" numCol="1" anchor="b" anchorCtr="0" compatLnSpc="1">
            <a:prstTxWarp prst="textNoShape">
              <a:avLst/>
            </a:prstTxWarp>
          </a:bodyPr>
          <a:lstStyle>
            <a:lvl1pPr algn="r" eaLnBrk="1" hangingPunct="1">
              <a:defRPr sz="1200">
                <a:cs typeface="Arial" charset="0"/>
              </a:defRPr>
            </a:lvl1pPr>
          </a:lstStyle>
          <a:p>
            <a:pPr>
              <a:defRPr/>
            </a:pPr>
            <a:fld id="{D128723E-0494-D240-A1D9-248005A367D7}" type="slidenum">
              <a:rPr lang="fr-FR"/>
              <a:pPr>
                <a:defRPr/>
              </a:pPr>
              <a:t>‹N°›</a:t>
            </a:fld>
            <a:endParaRPr lang="fr-FR"/>
          </a:p>
        </p:txBody>
      </p:sp>
    </p:spTree>
    <p:extLst>
      <p:ext uri="{BB962C8B-B14F-4D97-AF65-F5344CB8AC3E}">
        <p14:creationId xmlns:p14="http://schemas.microsoft.com/office/powerpoint/2010/main" val="1026840309"/>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9738" cy="501650"/>
          </a:xfrm>
          <a:prstGeom prst="rect">
            <a:avLst/>
          </a:prstGeom>
        </p:spPr>
        <p:txBody>
          <a:bodyPr vert="horz" lIns="92285" tIns="46143" rIns="92285" bIns="46143" rtlCol="0"/>
          <a:lstStyle>
            <a:lvl1pPr algn="l" eaLnBrk="1" fontAlgn="auto" hangingPunct="1">
              <a:spcBef>
                <a:spcPts val="0"/>
              </a:spcBef>
              <a:spcAft>
                <a:spcPts val="0"/>
              </a:spcAft>
              <a:defRPr sz="1200">
                <a:latin typeface="+mn-lt"/>
                <a:ea typeface="+mn-ea"/>
                <a:cs typeface="+mn-cs"/>
              </a:defRPr>
            </a:lvl1pPr>
          </a:lstStyle>
          <a:p>
            <a:pPr>
              <a:defRPr/>
            </a:pPr>
            <a:endParaRPr lang="fr-FR"/>
          </a:p>
        </p:txBody>
      </p:sp>
      <p:sp>
        <p:nvSpPr>
          <p:cNvPr id="3" name="Espace réservé de la date 2"/>
          <p:cNvSpPr>
            <a:spLocks noGrp="1"/>
          </p:cNvSpPr>
          <p:nvPr>
            <p:ph type="dt" idx="1"/>
          </p:nvPr>
        </p:nvSpPr>
        <p:spPr>
          <a:xfrm>
            <a:off x="3895725" y="0"/>
            <a:ext cx="2979738" cy="501650"/>
          </a:xfrm>
          <a:prstGeom prst="rect">
            <a:avLst/>
          </a:prstGeom>
        </p:spPr>
        <p:txBody>
          <a:bodyPr vert="horz" wrap="square" lIns="92285" tIns="46143" rIns="92285" bIns="46143" numCol="1" anchor="t" anchorCtr="0" compatLnSpc="1">
            <a:prstTxWarp prst="textNoShape">
              <a:avLst/>
            </a:prstTxWarp>
          </a:bodyPr>
          <a:lstStyle>
            <a:lvl1pPr algn="r" eaLnBrk="1" hangingPunct="1">
              <a:defRPr sz="1200">
                <a:latin typeface="Calibri" charset="0"/>
                <a:cs typeface="Arial" charset="0"/>
              </a:defRPr>
            </a:lvl1pPr>
          </a:lstStyle>
          <a:p>
            <a:pPr>
              <a:defRPr/>
            </a:pPr>
            <a:fld id="{2143A742-95F1-1447-B0C0-9B2B840B0BB9}" type="datetimeFigureOut">
              <a:rPr lang="fr-FR"/>
              <a:pPr>
                <a:defRPr/>
              </a:pPr>
              <a:t>04/01/2026</a:t>
            </a:fld>
            <a:endParaRPr lang="fr-FR"/>
          </a:p>
        </p:txBody>
      </p:sp>
      <p:sp>
        <p:nvSpPr>
          <p:cNvPr id="4" name="Espace réservé de l'image des diapositives 3"/>
          <p:cNvSpPr>
            <a:spLocks noGrp="1" noRot="1" noChangeAspect="1"/>
          </p:cNvSpPr>
          <p:nvPr>
            <p:ph type="sldImg" idx="2"/>
          </p:nvPr>
        </p:nvSpPr>
        <p:spPr>
          <a:xfrm>
            <a:off x="104775" y="750888"/>
            <a:ext cx="6667500" cy="3751262"/>
          </a:xfrm>
          <a:prstGeom prst="rect">
            <a:avLst/>
          </a:prstGeom>
          <a:noFill/>
          <a:ln w="12700">
            <a:solidFill>
              <a:prstClr val="black"/>
            </a:solidFill>
          </a:ln>
        </p:spPr>
        <p:txBody>
          <a:bodyPr vert="horz" lIns="92285" tIns="46143" rIns="92285" bIns="46143" rtlCol="0" anchor="ctr"/>
          <a:lstStyle/>
          <a:p>
            <a:pPr lvl="0"/>
            <a:endParaRPr lang="fr-FR" noProof="0"/>
          </a:p>
        </p:txBody>
      </p:sp>
      <p:sp>
        <p:nvSpPr>
          <p:cNvPr id="5" name="Espace réservé des commentaires 4"/>
          <p:cNvSpPr>
            <a:spLocks noGrp="1"/>
          </p:cNvSpPr>
          <p:nvPr>
            <p:ph type="body" sz="quarter" idx="3"/>
          </p:nvPr>
        </p:nvSpPr>
        <p:spPr>
          <a:xfrm>
            <a:off x="687388" y="4749800"/>
            <a:ext cx="5502275" cy="4500563"/>
          </a:xfrm>
          <a:prstGeom prst="rect">
            <a:avLst/>
          </a:prstGeom>
        </p:spPr>
        <p:txBody>
          <a:bodyPr vert="horz" wrap="square" lIns="92285" tIns="46143" rIns="92285" bIns="46143" numCol="1" anchor="t" anchorCtr="0" compatLnSpc="1">
            <a:prstTxWarp prst="textNoShape">
              <a:avLst/>
            </a:prstTxWarp>
            <a:normAutofit/>
          </a:bodyPr>
          <a:lstStyle/>
          <a:p>
            <a:pPr lvl="0"/>
            <a:r>
              <a:rPr lang="fr-FR" noProof="0"/>
              <a:t>Cliquez pour modifier les styles du texte du masque</a:t>
            </a:r>
          </a:p>
          <a:p>
            <a:pPr lvl="1"/>
            <a:r>
              <a:rPr lang="fr-FR" noProof="0"/>
              <a:t>Deuxième niveau</a:t>
            </a:r>
          </a:p>
          <a:p>
            <a:pPr lvl="2"/>
            <a:r>
              <a:rPr lang="fr-FR" noProof="0"/>
              <a:t>Troisième niveau</a:t>
            </a:r>
          </a:p>
          <a:p>
            <a:pPr lvl="3"/>
            <a:r>
              <a:rPr lang="fr-FR" noProof="0"/>
              <a:t>Quatrième niveau</a:t>
            </a:r>
          </a:p>
          <a:p>
            <a:pPr lvl="4"/>
            <a:r>
              <a:rPr lang="fr-FR" noProof="0"/>
              <a:t>Cinquième niveau</a:t>
            </a:r>
          </a:p>
        </p:txBody>
      </p:sp>
      <p:sp>
        <p:nvSpPr>
          <p:cNvPr id="6" name="Espace réservé du pied de page 5"/>
          <p:cNvSpPr>
            <a:spLocks noGrp="1"/>
          </p:cNvSpPr>
          <p:nvPr>
            <p:ph type="ftr" sz="quarter" idx="4"/>
          </p:nvPr>
        </p:nvSpPr>
        <p:spPr>
          <a:xfrm>
            <a:off x="0" y="9498013"/>
            <a:ext cx="2979738" cy="501650"/>
          </a:xfrm>
          <a:prstGeom prst="rect">
            <a:avLst/>
          </a:prstGeom>
        </p:spPr>
        <p:txBody>
          <a:bodyPr vert="horz" lIns="92285" tIns="46143" rIns="92285" bIns="46143" rtlCol="0" anchor="b"/>
          <a:lstStyle>
            <a:lvl1pPr algn="l" eaLnBrk="1" fontAlgn="auto" hangingPunct="1">
              <a:spcBef>
                <a:spcPts val="0"/>
              </a:spcBef>
              <a:spcAft>
                <a:spcPts val="0"/>
              </a:spcAft>
              <a:defRPr sz="1200">
                <a:latin typeface="+mn-lt"/>
                <a:ea typeface="+mn-ea"/>
                <a:cs typeface="+mn-cs"/>
              </a:defRPr>
            </a:lvl1pPr>
          </a:lstStyle>
          <a:p>
            <a:pPr>
              <a:defRPr/>
            </a:pPr>
            <a:endParaRPr lang="fr-FR"/>
          </a:p>
        </p:txBody>
      </p:sp>
      <p:sp>
        <p:nvSpPr>
          <p:cNvPr id="7" name="Espace réservé du numéro de diapositive 6"/>
          <p:cNvSpPr>
            <a:spLocks noGrp="1"/>
          </p:cNvSpPr>
          <p:nvPr>
            <p:ph type="sldNum" sz="quarter" idx="5"/>
          </p:nvPr>
        </p:nvSpPr>
        <p:spPr>
          <a:xfrm>
            <a:off x="3895725" y="9498013"/>
            <a:ext cx="2979738" cy="501650"/>
          </a:xfrm>
          <a:prstGeom prst="rect">
            <a:avLst/>
          </a:prstGeom>
        </p:spPr>
        <p:txBody>
          <a:bodyPr vert="horz" wrap="square" lIns="92285" tIns="46143" rIns="92285" bIns="46143" numCol="1" anchor="b" anchorCtr="0" compatLnSpc="1">
            <a:prstTxWarp prst="textNoShape">
              <a:avLst/>
            </a:prstTxWarp>
          </a:bodyPr>
          <a:lstStyle>
            <a:lvl1pPr algn="r" eaLnBrk="1" hangingPunct="1">
              <a:defRPr sz="1200">
                <a:latin typeface="Calibri" charset="0"/>
                <a:cs typeface="Arial" charset="0"/>
              </a:defRPr>
            </a:lvl1pPr>
          </a:lstStyle>
          <a:p>
            <a:pPr>
              <a:defRPr/>
            </a:pPr>
            <a:fld id="{615AF83F-4E6C-E445-87FE-B625EBA02876}" type="slidenum">
              <a:rPr lang="fr-FR"/>
              <a:pPr>
                <a:defRPr/>
              </a:pPr>
              <a:t>‹N°›</a:t>
            </a:fld>
            <a:endParaRPr lang="fr-FR"/>
          </a:p>
        </p:txBody>
      </p:sp>
    </p:spTree>
    <p:extLst>
      <p:ext uri="{BB962C8B-B14F-4D97-AF65-F5344CB8AC3E}">
        <p14:creationId xmlns:p14="http://schemas.microsoft.com/office/powerpoint/2010/main" val="2205269710"/>
      </p:ext>
    </p:extLst>
  </p:cSld>
  <p:clrMap bg1="lt1" tx1="dk1" bg2="lt2" tx2="dk2" accent1="accent1" accent2="accent2" accent3="accent3" accent4="accent4" accent5="accent5" accent6="accent6" hlink="hlink" folHlink="folHlink"/>
  <p:hf hdr="0" ftr="0" dt="0"/>
  <p:notesStyle>
    <a:lvl1pPr algn="l" rtl="0" eaLnBrk="0" fontAlgn="base" hangingPunct="0">
      <a:spcBef>
        <a:spcPct val="30000"/>
      </a:spcBef>
      <a:spcAft>
        <a:spcPct val="0"/>
      </a:spcAft>
      <a:defRPr sz="1200" kern="1200">
        <a:solidFill>
          <a:schemeClr val="tx1"/>
        </a:solidFill>
        <a:latin typeface="+mn-lt"/>
        <a:ea typeface="ＭＳ Ｐゴシック" panose="020B0600070205080204" pitchFamily="34" charset="-128"/>
        <a:cs typeface="ＭＳ Ｐゴシック" charset="0"/>
      </a:defRPr>
    </a:lvl1pPr>
    <a:lvl2pPr marL="457200" algn="l" rtl="0" eaLnBrk="0" fontAlgn="base" hangingPunct="0">
      <a:spcBef>
        <a:spcPct val="30000"/>
      </a:spcBef>
      <a:spcAft>
        <a:spcPct val="0"/>
      </a:spcAft>
      <a:defRPr sz="1200" kern="1200">
        <a:solidFill>
          <a:schemeClr val="tx1"/>
        </a:solidFill>
        <a:latin typeface="+mn-lt"/>
        <a:ea typeface="ＭＳ Ｐゴシック" panose="020B0600070205080204" pitchFamily="34" charset="-128"/>
        <a:cs typeface="+mn-cs"/>
      </a:defRPr>
    </a:lvl2pPr>
    <a:lvl3pPr marL="914400" algn="l" rtl="0" eaLnBrk="0" fontAlgn="base" hangingPunct="0">
      <a:spcBef>
        <a:spcPct val="30000"/>
      </a:spcBef>
      <a:spcAft>
        <a:spcPct val="0"/>
      </a:spcAft>
      <a:defRPr sz="1200" kern="1200">
        <a:solidFill>
          <a:schemeClr val="tx1"/>
        </a:solidFill>
        <a:latin typeface="+mn-lt"/>
        <a:ea typeface="ＭＳ Ｐゴシック" panose="020B0600070205080204" pitchFamily="34" charset="-128"/>
        <a:cs typeface="+mn-cs"/>
      </a:defRPr>
    </a:lvl3pPr>
    <a:lvl4pPr marL="1371600" algn="l" rtl="0" eaLnBrk="0" fontAlgn="base" hangingPunct="0">
      <a:spcBef>
        <a:spcPct val="30000"/>
      </a:spcBef>
      <a:spcAft>
        <a:spcPct val="0"/>
      </a:spcAft>
      <a:defRPr sz="1200" kern="1200">
        <a:solidFill>
          <a:schemeClr val="tx1"/>
        </a:solidFill>
        <a:latin typeface="+mn-lt"/>
        <a:ea typeface="ＭＳ Ｐゴシック" panose="020B0600070205080204" pitchFamily="34" charset="-128"/>
        <a:cs typeface="+mn-cs"/>
      </a:defRPr>
    </a:lvl4pPr>
    <a:lvl5pPr marL="1828800" algn="l" rtl="0" eaLnBrk="0" fontAlgn="base" hangingPunct="0">
      <a:spcBef>
        <a:spcPct val="30000"/>
      </a:spcBef>
      <a:spcAft>
        <a:spcPct val="0"/>
      </a:spcAft>
      <a:defRPr sz="1200" kern="1200">
        <a:solidFill>
          <a:schemeClr val="tx1"/>
        </a:solidFill>
        <a:latin typeface="+mn-lt"/>
        <a:ea typeface="ＭＳ Ｐゴシック" panose="020B0600070205080204" pitchFamily="34" charset="-128"/>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r>
              <a:rPr lang="fr-FR" sz="1200" b="0" i="0" u="none" strike="noStrike" kern="1200" baseline="0" dirty="0">
                <a:solidFill>
                  <a:schemeClr val="tx1"/>
                </a:solidFill>
                <a:latin typeface="+mn-lt"/>
                <a:ea typeface="ＭＳ Ｐゴシック" panose="020B0600070205080204" pitchFamily="34" charset="-128"/>
                <a:cs typeface="ＭＳ Ｐゴシック" charset="0"/>
              </a:rPr>
              <a:t>in </a:t>
            </a:r>
            <a:r>
              <a:rPr lang="fr-FR" sz="1200" b="0" i="0" u="none" strike="noStrike" kern="1200" baseline="0" dirty="0" err="1">
                <a:solidFill>
                  <a:schemeClr val="tx1"/>
                </a:solidFill>
                <a:latin typeface="+mn-lt"/>
                <a:ea typeface="ＭＳ Ｐゴシック" panose="020B0600070205080204" pitchFamily="34" charset="-128"/>
                <a:cs typeface="ＭＳ Ｐゴシック" charset="0"/>
              </a:rPr>
              <a:t>Japan</a:t>
            </a:r>
            <a:r>
              <a:rPr lang="fr-FR" sz="1200" b="0" i="0" u="none" strike="noStrike" kern="1200" baseline="0" dirty="0">
                <a:solidFill>
                  <a:schemeClr val="tx1"/>
                </a:solidFill>
                <a:latin typeface="+mn-lt"/>
                <a:ea typeface="ＭＳ Ｐゴシック" panose="020B0600070205080204" pitchFamily="34" charset="-128"/>
                <a:cs typeface="ＭＳ Ｐゴシック" charset="0"/>
              </a:rPr>
              <a:t> </a:t>
            </a:r>
            <a:r>
              <a:rPr lang="fr-FR" sz="1200" b="0" i="0" u="none" strike="noStrike" kern="1200" baseline="0" dirty="0" err="1">
                <a:solidFill>
                  <a:schemeClr val="tx1"/>
                </a:solidFill>
                <a:latin typeface="+mn-lt"/>
                <a:ea typeface="ＭＳ Ｐゴシック" panose="020B0600070205080204" pitchFamily="34" charset="-128"/>
                <a:cs typeface="ＭＳ Ｐゴシック" charset="0"/>
              </a:rPr>
              <a:t>operatingat</a:t>
            </a:r>
            <a:r>
              <a:rPr lang="fr-FR" sz="1200" b="0" i="0" u="none" strike="noStrike" kern="1200" baseline="0" dirty="0">
                <a:solidFill>
                  <a:schemeClr val="tx1"/>
                </a:solidFill>
                <a:latin typeface="+mn-lt"/>
                <a:ea typeface="ＭＳ Ｐゴシック" panose="020B0600070205080204" pitchFamily="34" charset="-128"/>
                <a:cs typeface="ＭＳ Ｐゴシック" charset="0"/>
              </a:rPr>
              <a:t> 700 MHz</a:t>
            </a:r>
          </a:p>
          <a:p>
            <a:r>
              <a:rPr lang="en-US" sz="1200" b="0" i="0" u="none" strike="noStrike" kern="1200" baseline="0" dirty="0">
                <a:solidFill>
                  <a:schemeClr val="tx1"/>
                </a:solidFill>
                <a:latin typeface="+mn-lt"/>
                <a:ea typeface="ＭＳ Ｐゴシック" panose="020B0600070205080204" pitchFamily="34" charset="-128"/>
                <a:cs typeface="ＭＳ Ｐゴシック" charset="0"/>
              </a:rPr>
              <a:t>These channels range from 5.825 </a:t>
            </a:r>
            <a:r>
              <a:rPr lang="fr-FR" sz="1200" b="0" i="0" u="none" strike="noStrike" kern="1200" baseline="0" dirty="0">
                <a:solidFill>
                  <a:schemeClr val="tx1"/>
                </a:solidFill>
                <a:latin typeface="+mn-lt"/>
                <a:ea typeface="ＭＳ Ｐゴシック" panose="020B0600070205080204" pitchFamily="34" charset="-128"/>
                <a:cs typeface="ＭＳ Ｐゴシック" charset="0"/>
              </a:rPr>
              <a:t>GHz to 5.925 GHz (US)</a:t>
            </a:r>
            <a:endParaRPr lang="fr-FR" dirty="0"/>
          </a:p>
        </p:txBody>
      </p:sp>
      <p:sp>
        <p:nvSpPr>
          <p:cNvPr id="4" name="Espace réservé du numéro de diapositive 3"/>
          <p:cNvSpPr>
            <a:spLocks noGrp="1"/>
          </p:cNvSpPr>
          <p:nvPr>
            <p:ph type="sldNum" sz="quarter" idx="10"/>
          </p:nvPr>
        </p:nvSpPr>
        <p:spPr/>
        <p:txBody>
          <a:bodyPr/>
          <a:lstStyle/>
          <a:p>
            <a:pPr>
              <a:defRPr/>
            </a:pPr>
            <a:fld id="{615AF83F-4E6C-E445-87FE-B625EBA02876}" type="slidenum">
              <a:rPr lang="fr-FR" smtClean="0">
                <a:solidFill>
                  <a:prstClr val="black"/>
                </a:solidFill>
              </a:rPr>
              <a:pPr>
                <a:defRPr/>
              </a:pPr>
              <a:t>50</a:t>
            </a:fld>
            <a:endParaRPr lang="fr-FR">
              <a:solidFill>
                <a:prstClr val="black"/>
              </a:solidFill>
            </a:endParaRPr>
          </a:p>
        </p:txBody>
      </p:sp>
    </p:spTree>
    <p:extLst>
      <p:ext uri="{BB962C8B-B14F-4D97-AF65-F5344CB8AC3E}">
        <p14:creationId xmlns:p14="http://schemas.microsoft.com/office/powerpoint/2010/main" val="198772854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8" Type="http://schemas.openxmlformats.org/officeDocument/2006/relationships/image" Target="../media/image10.tiff"/><Relationship Id="rId13" Type="http://schemas.openxmlformats.org/officeDocument/2006/relationships/image" Target="../media/image15.jpeg"/><Relationship Id="rId3" Type="http://schemas.openxmlformats.org/officeDocument/2006/relationships/image" Target="../media/image5.tiff"/><Relationship Id="rId7" Type="http://schemas.openxmlformats.org/officeDocument/2006/relationships/image" Target="../media/image9.png"/><Relationship Id="rId12" Type="http://schemas.openxmlformats.org/officeDocument/2006/relationships/image" Target="../media/image14.tiff"/><Relationship Id="rId2" Type="http://schemas.openxmlformats.org/officeDocument/2006/relationships/image" Target="../media/image4.png"/><Relationship Id="rId16" Type="http://schemas.openxmlformats.org/officeDocument/2006/relationships/image" Target="../media/image18.jpeg"/><Relationship Id="rId1" Type="http://schemas.openxmlformats.org/officeDocument/2006/relationships/slideMaster" Target="../slideMasters/slideMaster2.xml"/><Relationship Id="rId6" Type="http://schemas.openxmlformats.org/officeDocument/2006/relationships/image" Target="../media/image8.png"/><Relationship Id="rId11" Type="http://schemas.openxmlformats.org/officeDocument/2006/relationships/image" Target="../media/image13.tiff"/><Relationship Id="rId5" Type="http://schemas.openxmlformats.org/officeDocument/2006/relationships/image" Target="../media/image7.tiff"/><Relationship Id="rId15" Type="http://schemas.openxmlformats.org/officeDocument/2006/relationships/image" Target="../media/image17.png"/><Relationship Id="rId10" Type="http://schemas.openxmlformats.org/officeDocument/2006/relationships/image" Target="../media/image12.tiff"/><Relationship Id="rId4" Type="http://schemas.openxmlformats.org/officeDocument/2006/relationships/image" Target="../media/image6.tiff"/><Relationship Id="rId9" Type="http://schemas.openxmlformats.org/officeDocument/2006/relationships/image" Target="../media/image11.png"/><Relationship Id="rId14" Type="http://schemas.openxmlformats.org/officeDocument/2006/relationships/image" Target="../media/image16.jpe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re 1"/>
          <p:cNvSpPr>
            <a:spLocks noGrp="1"/>
          </p:cNvSpPr>
          <p:nvPr>
            <p:ph type="ctrTitle"/>
          </p:nvPr>
        </p:nvSpPr>
        <p:spPr>
          <a:xfrm>
            <a:off x="685800" y="1597819"/>
            <a:ext cx="7772400" cy="1102519"/>
          </a:xfrm>
        </p:spPr>
        <p:txBody>
          <a:bodyPr/>
          <a:lstStyle/>
          <a:p>
            <a:r>
              <a:rPr lang="fr-FR"/>
              <a:t>Cliquez et modifiez le titre</a:t>
            </a:r>
          </a:p>
        </p:txBody>
      </p:sp>
      <p:sp>
        <p:nvSpPr>
          <p:cNvPr id="3" name="Sous-titre 2"/>
          <p:cNvSpPr>
            <a:spLocks noGrp="1"/>
          </p:cNvSpPr>
          <p:nvPr>
            <p:ph type="subTitle" idx="1"/>
          </p:nvPr>
        </p:nvSpPr>
        <p:spPr>
          <a:xfrm>
            <a:off x="683568" y="2841780"/>
            <a:ext cx="7776864" cy="138732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fr-FR" dirty="0"/>
              <a:t>Cliquez pour modifier le style des sous-titres du masque</a:t>
            </a:r>
          </a:p>
        </p:txBody>
      </p:sp>
      <p:sp>
        <p:nvSpPr>
          <p:cNvPr id="5" name="Espace réservé de la date 3"/>
          <p:cNvSpPr>
            <a:spLocks noGrp="1"/>
          </p:cNvSpPr>
          <p:nvPr>
            <p:ph type="dt" sz="half" idx="2"/>
          </p:nvPr>
        </p:nvSpPr>
        <p:spPr>
          <a:xfrm>
            <a:off x="2627784" y="4927959"/>
            <a:ext cx="792088" cy="215542"/>
          </a:xfrm>
          <a:prstGeom prst="rect">
            <a:avLst/>
          </a:prstGeom>
        </p:spPr>
        <p:txBody>
          <a:bodyPr vert="horz" lIns="91440" tIns="45720" rIns="91440" bIns="45720" rtlCol="0" anchor="ctr"/>
          <a:lstStyle>
            <a:lvl1pPr marL="0" marR="0" indent="0" algn="l" defTabSz="457200" rtl="0" eaLnBrk="1" fontAlgn="auto" latinLnBrk="0" hangingPunct="1">
              <a:lnSpc>
                <a:spcPct val="100000"/>
              </a:lnSpc>
              <a:spcBef>
                <a:spcPts val="0"/>
              </a:spcBef>
              <a:spcAft>
                <a:spcPts val="0"/>
              </a:spcAft>
              <a:buClrTx/>
              <a:buSzTx/>
              <a:buFontTx/>
              <a:buNone/>
              <a:tabLst/>
              <a:defRPr sz="800">
                <a:solidFill>
                  <a:srgbClr val="4E4E4E"/>
                </a:solidFill>
                <a:latin typeface="+mn-lt"/>
              </a:defRPr>
            </a:lvl1pPr>
          </a:lstStyle>
          <a:p>
            <a:fld id="{3DC734A8-2269-3D45-9502-7EEB83BE1B5E}" type="datetimeFigureOut">
              <a:rPr lang="fr-FR" smtClean="0"/>
              <a:pPr/>
              <a:t>04/01/2026</a:t>
            </a:fld>
            <a:endParaRPr lang="fr-FR" dirty="0"/>
          </a:p>
        </p:txBody>
      </p:sp>
      <p:sp>
        <p:nvSpPr>
          <p:cNvPr id="6" name="Espace réservé du pied de page 4"/>
          <p:cNvSpPr>
            <a:spLocks noGrp="1"/>
          </p:cNvSpPr>
          <p:nvPr>
            <p:ph type="ftr" sz="quarter" idx="3"/>
          </p:nvPr>
        </p:nvSpPr>
        <p:spPr>
          <a:xfrm>
            <a:off x="3419872" y="4927957"/>
            <a:ext cx="4623460" cy="215543"/>
          </a:xfrm>
          <a:prstGeom prst="rect">
            <a:avLst/>
          </a:prstGeom>
        </p:spPr>
        <p:txBody>
          <a:bodyPr vert="horz" lIns="91440" tIns="45720" rIns="91440" bIns="45720" rtlCol="0" anchor="ctr"/>
          <a:lstStyle>
            <a:lvl1pPr algn="l">
              <a:defRPr sz="800">
                <a:solidFill>
                  <a:srgbClr val="4E4E4E"/>
                </a:solidFill>
                <a:latin typeface="+mn-lt"/>
              </a:defRPr>
            </a:lvl1pPr>
          </a:lstStyle>
          <a:p>
            <a:endParaRPr lang="fr-FR" dirty="0"/>
          </a:p>
        </p:txBody>
      </p:sp>
      <p:sp>
        <p:nvSpPr>
          <p:cNvPr id="7" name="Espace réservé du numéro de diapositive 5"/>
          <p:cNvSpPr>
            <a:spLocks noGrp="1"/>
          </p:cNvSpPr>
          <p:nvPr>
            <p:ph type="sldNum" sz="quarter" idx="4"/>
          </p:nvPr>
        </p:nvSpPr>
        <p:spPr>
          <a:xfrm>
            <a:off x="8043334" y="4927958"/>
            <a:ext cx="829251" cy="216000"/>
          </a:xfrm>
          <a:prstGeom prst="rect">
            <a:avLst/>
          </a:prstGeom>
        </p:spPr>
        <p:txBody>
          <a:bodyPr vert="horz" lIns="91440" tIns="45720" rIns="0" bIns="45720" rtlCol="0" anchor="ctr"/>
          <a:lstStyle>
            <a:lvl1pPr algn="r">
              <a:defRPr sz="800">
                <a:solidFill>
                  <a:srgbClr val="4E4E4E"/>
                </a:solidFill>
              </a:defRPr>
            </a:lvl1pPr>
          </a:lstStyle>
          <a:p>
            <a:fld id="{7F86108E-6173-CC4E-81D1-D6419E4934EE}" type="slidenum">
              <a:rPr lang="fr-FR" smtClean="0"/>
              <a:pPr/>
              <a:t>‹N°›</a:t>
            </a:fld>
            <a:endParaRPr lang="fr-FR" dirty="0"/>
          </a:p>
        </p:txBody>
      </p:sp>
    </p:spTree>
    <p:extLst>
      <p:ext uri="{BB962C8B-B14F-4D97-AF65-F5344CB8AC3E}">
        <p14:creationId xmlns:p14="http://schemas.microsoft.com/office/powerpoint/2010/main" val="215964422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re et contenu">
    <p:spTree>
      <p:nvGrpSpPr>
        <p:cNvPr id="1" name=""/>
        <p:cNvGrpSpPr/>
        <p:nvPr/>
      </p:nvGrpSpPr>
      <p:grpSpPr>
        <a:xfrm>
          <a:off x="0" y="0"/>
          <a:ext cx="0" cy="0"/>
          <a:chOff x="0" y="0"/>
          <a:chExt cx="0" cy="0"/>
        </a:xfrm>
      </p:grpSpPr>
      <p:sp>
        <p:nvSpPr>
          <p:cNvPr id="2" name="Titre 1"/>
          <p:cNvSpPr>
            <a:spLocks noGrp="1"/>
          </p:cNvSpPr>
          <p:nvPr>
            <p:ph type="title"/>
          </p:nvPr>
        </p:nvSpPr>
        <p:spPr>
          <a:xfrm>
            <a:off x="2339752" y="284400"/>
            <a:ext cx="6264696" cy="324036"/>
          </a:xfrm>
        </p:spPr>
        <p:txBody>
          <a:bodyPr/>
          <a:lstStyle/>
          <a:p>
            <a:r>
              <a:rPr lang="fr-FR"/>
              <a:t>Cliquez et modifiez le titre</a:t>
            </a:r>
            <a:endParaRPr lang="fr-FR" dirty="0"/>
          </a:p>
        </p:txBody>
      </p:sp>
      <p:sp>
        <p:nvSpPr>
          <p:cNvPr id="3" name="Espace réservé du contenu 2"/>
          <p:cNvSpPr>
            <a:spLocks noGrp="1"/>
          </p:cNvSpPr>
          <p:nvPr>
            <p:ph idx="1"/>
          </p:nvPr>
        </p:nvSpPr>
        <p:spPr>
          <a:xfrm>
            <a:off x="1331640" y="1275605"/>
            <a:ext cx="7272808" cy="3319017"/>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p:txBody>
      </p:sp>
      <p:sp>
        <p:nvSpPr>
          <p:cNvPr id="13" name="Espace réservé du texte 12"/>
          <p:cNvSpPr>
            <a:spLocks noGrp="1"/>
          </p:cNvSpPr>
          <p:nvPr>
            <p:ph type="body" sz="quarter" idx="11"/>
          </p:nvPr>
        </p:nvSpPr>
        <p:spPr>
          <a:xfrm>
            <a:off x="2339752" y="843558"/>
            <a:ext cx="6264696" cy="432048"/>
          </a:xfrm>
        </p:spPr>
        <p:txBody>
          <a:bodyPr tIns="36000" rIns="36000"/>
          <a:lstStyle>
            <a:lvl1pPr marL="0" indent="0" algn="r">
              <a:buFontTx/>
              <a:buNone/>
              <a:defRPr sz="1400">
                <a:solidFill>
                  <a:schemeClr val="accent2"/>
                </a:solidFill>
              </a:defRPr>
            </a:lvl1pPr>
            <a:lvl5pPr marL="72000" indent="0" algn="r">
              <a:spcBef>
                <a:spcPts val="20"/>
              </a:spcBef>
              <a:buFontTx/>
              <a:buNone/>
              <a:defRPr sz="1400">
                <a:solidFill>
                  <a:schemeClr val="accent2"/>
                </a:solidFill>
              </a:defRPr>
            </a:lvl5pPr>
          </a:lstStyle>
          <a:p>
            <a:pPr lvl="0"/>
            <a:r>
              <a:rPr lang="fr-FR" dirty="0"/>
              <a:t>Cliquez pour modifier les styles du texte du masque</a:t>
            </a:r>
          </a:p>
        </p:txBody>
      </p:sp>
      <p:sp>
        <p:nvSpPr>
          <p:cNvPr id="6" name="Espace réservé de la date 3"/>
          <p:cNvSpPr>
            <a:spLocks noGrp="1"/>
          </p:cNvSpPr>
          <p:nvPr>
            <p:ph type="dt" sz="half" idx="2"/>
          </p:nvPr>
        </p:nvSpPr>
        <p:spPr>
          <a:xfrm>
            <a:off x="2627784" y="4927959"/>
            <a:ext cx="792088" cy="215542"/>
          </a:xfrm>
          <a:prstGeom prst="rect">
            <a:avLst/>
          </a:prstGeom>
        </p:spPr>
        <p:txBody>
          <a:bodyPr vert="horz" lIns="91440" tIns="45720" rIns="91440" bIns="45720" rtlCol="0" anchor="ctr"/>
          <a:lstStyle>
            <a:lvl1pPr marL="0" marR="0" indent="0" algn="l" defTabSz="457200" rtl="0" eaLnBrk="1" fontAlgn="auto" latinLnBrk="0" hangingPunct="1">
              <a:lnSpc>
                <a:spcPct val="100000"/>
              </a:lnSpc>
              <a:spcBef>
                <a:spcPts val="0"/>
              </a:spcBef>
              <a:spcAft>
                <a:spcPts val="0"/>
              </a:spcAft>
              <a:buClrTx/>
              <a:buSzTx/>
              <a:buFontTx/>
              <a:buNone/>
              <a:tabLst/>
              <a:defRPr sz="800">
                <a:solidFill>
                  <a:srgbClr val="4E4E4E"/>
                </a:solidFill>
                <a:latin typeface="+mn-lt"/>
              </a:defRPr>
            </a:lvl1pPr>
          </a:lstStyle>
          <a:p>
            <a:fld id="{3DC734A8-2269-3D45-9502-7EEB83BE1B5E}" type="datetimeFigureOut">
              <a:rPr lang="fr-FR" smtClean="0"/>
              <a:pPr/>
              <a:t>04/01/2026</a:t>
            </a:fld>
            <a:endParaRPr lang="fr-FR" dirty="0"/>
          </a:p>
        </p:txBody>
      </p:sp>
      <p:sp>
        <p:nvSpPr>
          <p:cNvPr id="7" name="Espace réservé du pied de page 4"/>
          <p:cNvSpPr>
            <a:spLocks noGrp="1"/>
          </p:cNvSpPr>
          <p:nvPr>
            <p:ph type="ftr" sz="quarter" idx="3"/>
          </p:nvPr>
        </p:nvSpPr>
        <p:spPr>
          <a:xfrm>
            <a:off x="3419872" y="4927957"/>
            <a:ext cx="4623460" cy="215543"/>
          </a:xfrm>
          <a:prstGeom prst="rect">
            <a:avLst/>
          </a:prstGeom>
        </p:spPr>
        <p:txBody>
          <a:bodyPr vert="horz" lIns="91440" tIns="45720" rIns="91440" bIns="45720" rtlCol="0" anchor="ctr"/>
          <a:lstStyle>
            <a:lvl1pPr algn="l">
              <a:defRPr sz="800">
                <a:solidFill>
                  <a:srgbClr val="4E4E4E"/>
                </a:solidFill>
                <a:latin typeface="+mn-lt"/>
              </a:defRPr>
            </a:lvl1pPr>
          </a:lstStyle>
          <a:p>
            <a:endParaRPr lang="fr-FR" dirty="0"/>
          </a:p>
        </p:txBody>
      </p:sp>
      <p:sp>
        <p:nvSpPr>
          <p:cNvPr id="8" name="Espace réservé du numéro de diapositive 5"/>
          <p:cNvSpPr>
            <a:spLocks noGrp="1"/>
          </p:cNvSpPr>
          <p:nvPr>
            <p:ph type="sldNum" sz="quarter" idx="4"/>
          </p:nvPr>
        </p:nvSpPr>
        <p:spPr>
          <a:xfrm>
            <a:off x="8043334" y="4927958"/>
            <a:ext cx="829251" cy="216000"/>
          </a:xfrm>
          <a:prstGeom prst="rect">
            <a:avLst/>
          </a:prstGeom>
        </p:spPr>
        <p:txBody>
          <a:bodyPr vert="horz" lIns="91440" tIns="45720" rIns="0" bIns="45720" rtlCol="0" anchor="ctr"/>
          <a:lstStyle>
            <a:lvl1pPr algn="r">
              <a:defRPr sz="800">
                <a:solidFill>
                  <a:srgbClr val="4E4E4E"/>
                </a:solidFill>
              </a:defRPr>
            </a:lvl1pPr>
          </a:lstStyle>
          <a:p>
            <a:fld id="{7F86108E-6173-CC4E-81D1-D6419E4934EE}" type="slidenum">
              <a:rPr lang="fr-FR" smtClean="0"/>
              <a:pPr/>
              <a:t>‹N°›</a:t>
            </a:fld>
            <a:endParaRPr lang="fr-FR" dirty="0"/>
          </a:p>
        </p:txBody>
      </p:sp>
    </p:spTree>
    <p:extLst>
      <p:ext uri="{BB962C8B-B14F-4D97-AF65-F5344CB8AC3E}">
        <p14:creationId xmlns:p14="http://schemas.microsoft.com/office/powerpoint/2010/main" val="295075853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1_Disposition personnalisée">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Cliquez et modifiez le titre</a:t>
            </a:r>
            <a:endParaRPr lang="fr-FR" dirty="0"/>
          </a:p>
        </p:txBody>
      </p:sp>
      <p:sp>
        <p:nvSpPr>
          <p:cNvPr id="4" name="Espace réservé de la date 3"/>
          <p:cNvSpPr>
            <a:spLocks noGrp="1"/>
          </p:cNvSpPr>
          <p:nvPr>
            <p:ph type="dt" sz="half" idx="2"/>
          </p:nvPr>
        </p:nvSpPr>
        <p:spPr>
          <a:xfrm>
            <a:off x="2627784" y="4927959"/>
            <a:ext cx="792088" cy="215542"/>
          </a:xfrm>
          <a:prstGeom prst="rect">
            <a:avLst/>
          </a:prstGeom>
        </p:spPr>
        <p:txBody>
          <a:bodyPr vert="horz" lIns="91440" tIns="45720" rIns="91440" bIns="45720" rtlCol="0" anchor="ctr"/>
          <a:lstStyle>
            <a:lvl1pPr marL="0" marR="0" indent="0" algn="l" defTabSz="457200" rtl="0" eaLnBrk="1" fontAlgn="auto" latinLnBrk="0" hangingPunct="1">
              <a:lnSpc>
                <a:spcPct val="100000"/>
              </a:lnSpc>
              <a:spcBef>
                <a:spcPts val="0"/>
              </a:spcBef>
              <a:spcAft>
                <a:spcPts val="0"/>
              </a:spcAft>
              <a:buClrTx/>
              <a:buSzTx/>
              <a:buFontTx/>
              <a:buNone/>
              <a:tabLst/>
              <a:defRPr sz="800">
                <a:solidFill>
                  <a:srgbClr val="4E4E4E"/>
                </a:solidFill>
                <a:latin typeface="+mn-lt"/>
              </a:defRPr>
            </a:lvl1pPr>
          </a:lstStyle>
          <a:p>
            <a:fld id="{3DC734A8-2269-3D45-9502-7EEB83BE1B5E}" type="datetimeFigureOut">
              <a:rPr lang="fr-FR" smtClean="0"/>
              <a:pPr/>
              <a:t>04/01/2026</a:t>
            </a:fld>
            <a:endParaRPr lang="fr-FR" dirty="0"/>
          </a:p>
        </p:txBody>
      </p:sp>
      <p:sp>
        <p:nvSpPr>
          <p:cNvPr id="5" name="Espace réservé du pied de page 4"/>
          <p:cNvSpPr>
            <a:spLocks noGrp="1"/>
          </p:cNvSpPr>
          <p:nvPr>
            <p:ph type="ftr" sz="quarter" idx="3"/>
          </p:nvPr>
        </p:nvSpPr>
        <p:spPr>
          <a:xfrm>
            <a:off x="3419872" y="4927957"/>
            <a:ext cx="4623460" cy="215543"/>
          </a:xfrm>
          <a:prstGeom prst="rect">
            <a:avLst/>
          </a:prstGeom>
        </p:spPr>
        <p:txBody>
          <a:bodyPr vert="horz" lIns="91440" tIns="45720" rIns="91440" bIns="45720" rtlCol="0" anchor="ctr"/>
          <a:lstStyle>
            <a:lvl1pPr algn="l">
              <a:defRPr sz="800">
                <a:solidFill>
                  <a:srgbClr val="4E4E4E"/>
                </a:solidFill>
                <a:latin typeface="+mn-lt"/>
              </a:defRPr>
            </a:lvl1pPr>
          </a:lstStyle>
          <a:p>
            <a:endParaRPr lang="fr-FR" dirty="0"/>
          </a:p>
        </p:txBody>
      </p:sp>
      <p:sp>
        <p:nvSpPr>
          <p:cNvPr id="6" name="Espace réservé du numéro de diapositive 5"/>
          <p:cNvSpPr>
            <a:spLocks noGrp="1"/>
          </p:cNvSpPr>
          <p:nvPr>
            <p:ph type="sldNum" sz="quarter" idx="4"/>
          </p:nvPr>
        </p:nvSpPr>
        <p:spPr>
          <a:xfrm>
            <a:off x="8043334" y="4927958"/>
            <a:ext cx="829251" cy="216000"/>
          </a:xfrm>
          <a:prstGeom prst="rect">
            <a:avLst/>
          </a:prstGeom>
        </p:spPr>
        <p:txBody>
          <a:bodyPr vert="horz" lIns="91440" tIns="45720" rIns="0" bIns="45720" rtlCol="0" anchor="ctr"/>
          <a:lstStyle>
            <a:lvl1pPr algn="r">
              <a:defRPr sz="800">
                <a:solidFill>
                  <a:srgbClr val="4E4E4E"/>
                </a:solidFill>
              </a:defRPr>
            </a:lvl1pPr>
          </a:lstStyle>
          <a:p>
            <a:fld id="{7F86108E-6173-CC4E-81D1-D6419E4934EE}" type="slidenum">
              <a:rPr lang="fr-FR" smtClean="0"/>
              <a:pPr/>
              <a:t>‹N°›</a:t>
            </a:fld>
            <a:endParaRPr lang="fr-FR" dirty="0"/>
          </a:p>
        </p:txBody>
      </p:sp>
    </p:spTree>
    <p:extLst>
      <p:ext uri="{BB962C8B-B14F-4D97-AF65-F5344CB8AC3E}">
        <p14:creationId xmlns:p14="http://schemas.microsoft.com/office/powerpoint/2010/main" val="3329865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En-tête de section">
    <p:spTree>
      <p:nvGrpSpPr>
        <p:cNvPr id="1" name=""/>
        <p:cNvGrpSpPr/>
        <p:nvPr/>
      </p:nvGrpSpPr>
      <p:grpSpPr>
        <a:xfrm>
          <a:off x="0" y="0"/>
          <a:ext cx="0" cy="0"/>
          <a:chOff x="0" y="0"/>
          <a:chExt cx="0" cy="0"/>
        </a:xfrm>
      </p:grpSpPr>
      <p:sp>
        <p:nvSpPr>
          <p:cNvPr id="2" name="Titre 1"/>
          <p:cNvSpPr>
            <a:spLocks noGrp="1"/>
          </p:cNvSpPr>
          <p:nvPr>
            <p:ph type="title"/>
          </p:nvPr>
        </p:nvSpPr>
        <p:spPr>
          <a:xfrm>
            <a:off x="722313" y="3305176"/>
            <a:ext cx="7772400" cy="1021556"/>
          </a:xfrm>
        </p:spPr>
        <p:txBody>
          <a:bodyPr anchor="t"/>
          <a:lstStyle>
            <a:lvl1pPr algn="l">
              <a:defRPr sz="4000" b="1" cap="all"/>
            </a:lvl1pPr>
          </a:lstStyle>
          <a:p>
            <a:r>
              <a:rPr lang="fr-FR"/>
              <a:t>Cliquez et modifiez le titre</a:t>
            </a:r>
          </a:p>
        </p:txBody>
      </p:sp>
      <p:sp>
        <p:nvSpPr>
          <p:cNvPr id="3" name="Espace réservé du texte 2"/>
          <p:cNvSpPr>
            <a:spLocks noGrp="1"/>
          </p:cNvSpPr>
          <p:nvPr>
            <p:ph type="body" idx="1"/>
          </p:nvPr>
        </p:nvSpPr>
        <p:spPr>
          <a:xfrm>
            <a:off x="722313" y="2180035"/>
            <a:ext cx="7772400" cy="1125140"/>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fr-FR"/>
              <a:t>Cliquez pour modifier les styles du texte du masque</a:t>
            </a:r>
          </a:p>
        </p:txBody>
      </p:sp>
      <p:sp>
        <p:nvSpPr>
          <p:cNvPr id="5" name="Espace réservé de la date 3"/>
          <p:cNvSpPr>
            <a:spLocks noGrp="1"/>
          </p:cNvSpPr>
          <p:nvPr>
            <p:ph type="dt" sz="half" idx="2"/>
          </p:nvPr>
        </p:nvSpPr>
        <p:spPr>
          <a:xfrm>
            <a:off x="2627784" y="4927959"/>
            <a:ext cx="792088" cy="215542"/>
          </a:xfrm>
          <a:prstGeom prst="rect">
            <a:avLst/>
          </a:prstGeom>
        </p:spPr>
        <p:txBody>
          <a:bodyPr vert="horz" lIns="91440" tIns="45720" rIns="91440" bIns="45720" rtlCol="0" anchor="ctr"/>
          <a:lstStyle>
            <a:lvl1pPr marL="0" marR="0" indent="0" algn="l" defTabSz="457200" rtl="0" eaLnBrk="1" fontAlgn="auto" latinLnBrk="0" hangingPunct="1">
              <a:lnSpc>
                <a:spcPct val="100000"/>
              </a:lnSpc>
              <a:spcBef>
                <a:spcPts val="0"/>
              </a:spcBef>
              <a:spcAft>
                <a:spcPts val="0"/>
              </a:spcAft>
              <a:buClrTx/>
              <a:buSzTx/>
              <a:buFontTx/>
              <a:buNone/>
              <a:tabLst/>
              <a:defRPr sz="800">
                <a:solidFill>
                  <a:srgbClr val="4E4E4E"/>
                </a:solidFill>
                <a:latin typeface="+mn-lt"/>
              </a:defRPr>
            </a:lvl1pPr>
          </a:lstStyle>
          <a:p>
            <a:fld id="{3DC734A8-2269-3D45-9502-7EEB83BE1B5E}" type="datetimeFigureOut">
              <a:rPr lang="fr-FR" smtClean="0"/>
              <a:pPr/>
              <a:t>04/01/2026</a:t>
            </a:fld>
            <a:endParaRPr lang="fr-FR" dirty="0"/>
          </a:p>
        </p:txBody>
      </p:sp>
      <p:sp>
        <p:nvSpPr>
          <p:cNvPr id="6" name="Espace réservé du pied de page 4"/>
          <p:cNvSpPr>
            <a:spLocks noGrp="1"/>
          </p:cNvSpPr>
          <p:nvPr>
            <p:ph type="ftr" sz="quarter" idx="3"/>
          </p:nvPr>
        </p:nvSpPr>
        <p:spPr>
          <a:xfrm>
            <a:off x="3419872" y="4927957"/>
            <a:ext cx="4623460" cy="215543"/>
          </a:xfrm>
          <a:prstGeom prst="rect">
            <a:avLst/>
          </a:prstGeom>
        </p:spPr>
        <p:txBody>
          <a:bodyPr vert="horz" lIns="91440" tIns="45720" rIns="91440" bIns="45720" rtlCol="0" anchor="ctr"/>
          <a:lstStyle>
            <a:lvl1pPr algn="l">
              <a:defRPr sz="800">
                <a:solidFill>
                  <a:srgbClr val="4E4E4E"/>
                </a:solidFill>
                <a:latin typeface="+mn-lt"/>
              </a:defRPr>
            </a:lvl1pPr>
          </a:lstStyle>
          <a:p>
            <a:endParaRPr lang="fr-FR" dirty="0"/>
          </a:p>
        </p:txBody>
      </p:sp>
      <p:sp>
        <p:nvSpPr>
          <p:cNvPr id="7" name="Espace réservé du numéro de diapositive 5"/>
          <p:cNvSpPr>
            <a:spLocks noGrp="1"/>
          </p:cNvSpPr>
          <p:nvPr>
            <p:ph type="sldNum" sz="quarter" idx="4"/>
          </p:nvPr>
        </p:nvSpPr>
        <p:spPr>
          <a:xfrm>
            <a:off x="8043334" y="4927958"/>
            <a:ext cx="829251" cy="216000"/>
          </a:xfrm>
          <a:prstGeom prst="rect">
            <a:avLst/>
          </a:prstGeom>
        </p:spPr>
        <p:txBody>
          <a:bodyPr vert="horz" lIns="91440" tIns="45720" rIns="0" bIns="45720" rtlCol="0" anchor="ctr"/>
          <a:lstStyle>
            <a:lvl1pPr algn="r">
              <a:defRPr sz="800">
                <a:solidFill>
                  <a:srgbClr val="4E4E4E"/>
                </a:solidFill>
              </a:defRPr>
            </a:lvl1pPr>
          </a:lstStyle>
          <a:p>
            <a:fld id="{7F86108E-6173-CC4E-81D1-D6419E4934EE}" type="slidenum">
              <a:rPr lang="fr-FR" smtClean="0"/>
              <a:pPr/>
              <a:t>‹N°›</a:t>
            </a:fld>
            <a:endParaRPr lang="fr-FR" dirty="0"/>
          </a:p>
        </p:txBody>
      </p:sp>
    </p:spTree>
    <p:extLst>
      <p:ext uri="{BB962C8B-B14F-4D97-AF65-F5344CB8AC3E}">
        <p14:creationId xmlns:p14="http://schemas.microsoft.com/office/powerpoint/2010/main" val="304649956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Cliquez et modifiez le titre</a:t>
            </a:r>
            <a:endParaRPr lang="fr-FR" dirty="0"/>
          </a:p>
        </p:txBody>
      </p:sp>
      <p:sp>
        <p:nvSpPr>
          <p:cNvPr id="3" name="Espace réservé du contenu 2"/>
          <p:cNvSpPr>
            <a:spLocks noGrp="1"/>
          </p:cNvSpPr>
          <p:nvPr>
            <p:ph sz="half" idx="1"/>
          </p:nvPr>
        </p:nvSpPr>
        <p:spPr>
          <a:xfrm>
            <a:off x="457200" y="1200151"/>
            <a:ext cx="4038600" cy="339447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contenu 3"/>
          <p:cNvSpPr>
            <a:spLocks noGrp="1"/>
          </p:cNvSpPr>
          <p:nvPr>
            <p:ph sz="half" idx="2"/>
          </p:nvPr>
        </p:nvSpPr>
        <p:spPr>
          <a:xfrm>
            <a:off x="4648200" y="1200151"/>
            <a:ext cx="4038600" cy="339447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e la date 3"/>
          <p:cNvSpPr>
            <a:spLocks noGrp="1"/>
          </p:cNvSpPr>
          <p:nvPr>
            <p:ph type="dt" sz="half" idx="10"/>
          </p:nvPr>
        </p:nvSpPr>
        <p:spPr>
          <a:xfrm>
            <a:off x="2627784" y="4927959"/>
            <a:ext cx="792088" cy="215542"/>
          </a:xfrm>
          <a:prstGeom prst="rect">
            <a:avLst/>
          </a:prstGeom>
        </p:spPr>
        <p:txBody>
          <a:bodyPr vert="horz" lIns="91440" tIns="45720" rIns="91440" bIns="45720" rtlCol="0" anchor="ctr"/>
          <a:lstStyle>
            <a:lvl1pPr marL="0" marR="0" indent="0" algn="l" defTabSz="457200" rtl="0" eaLnBrk="1" fontAlgn="auto" latinLnBrk="0" hangingPunct="1">
              <a:lnSpc>
                <a:spcPct val="100000"/>
              </a:lnSpc>
              <a:spcBef>
                <a:spcPts val="0"/>
              </a:spcBef>
              <a:spcAft>
                <a:spcPts val="0"/>
              </a:spcAft>
              <a:buClrTx/>
              <a:buSzTx/>
              <a:buFontTx/>
              <a:buNone/>
              <a:tabLst/>
              <a:defRPr sz="800">
                <a:solidFill>
                  <a:srgbClr val="4E4E4E"/>
                </a:solidFill>
                <a:latin typeface="+mn-lt"/>
              </a:defRPr>
            </a:lvl1pPr>
          </a:lstStyle>
          <a:p>
            <a:fld id="{3DC734A8-2269-3D45-9502-7EEB83BE1B5E}" type="datetimeFigureOut">
              <a:rPr lang="fr-FR" smtClean="0"/>
              <a:pPr/>
              <a:t>04/01/2026</a:t>
            </a:fld>
            <a:endParaRPr lang="fr-FR" dirty="0"/>
          </a:p>
        </p:txBody>
      </p:sp>
      <p:sp>
        <p:nvSpPr>
          <p:cNvPr id="7" name="Espace réservé du pied de page 4"/>
          <p:cNvSpPr>
            <a:spLocks noGrp="1"/>
          </p:cNvSpPr>
          <p:nvPr>
            <p:ph type="ftr" sz="quarter" idx="3"/>
          </p:nvPr>
        </p:nvSpPr>
        <p:spPr>
          <a:xfrm>
            <a:off x="3419872" y="4927957"/>
            <a:ext cx="4623460" cy="215543"/>
          </a:xfrm>
          <a:prstGeom prst="rect">
            <a:avLst/>
          </a:prstGeom>
        </p:spPr>
        <p:txBody>
          <a:bodyPr vert="horz" lIns="91440" tIns="45720" rIns="91440" bIns="45720" rtlCol="0" anchor="ctr"/>
          <a:lstStyle>
            <a:lvl1pPr algn="l">
              <a:defRPr sz="800">
                <a:solidFill>
                  <a:srgbClr val="4E4E4E"/>
                </a:solidFill>
                <a:latin typeface="+mn-lt"/>
              </a:defRPr>
            </a:lvl1pPr>
          </a:lstStyle>
          <a:p>
            <a:endParaRPr lang="fr-FR" dirty="0"/>
          </a:p>
        </p:txBody>
      </p:sp>
      <p:sp>
        <p:nvSpPr>
          <p:cNvPr id="8" name="Espace réservé du numéro de diapositive 5"/>
          <p:cNvSpPr>
            <a:spLocks noGrp="1"/>
          </p:cNvSpPr>
          <p:nvPr>
            <p:ph type="sldNum" sz="quarter" idx="4"/>
          </p:nvPr>
        </p:nvSpPr>
        <p:spPr>
          <a:xfrm>
            <a:off x="8043334" y="4927958"/>
            <a:ext cx="829251" cy="216000"/>
          </a:xfrm>
          <a:prstGeom prst="rect">
            <a:avLst/>
          </a:prstGeom>
        </p:spPr>
        <p:txBody>
          <a:bodyPr vert="horz" lIns="91440" tIns="45720" rIns="0" bIns="45720" rtlCol="0" anchor="ctr"/>
          <a:lstStyle>
            <a:lvl1pPr algn="r">
              <a:defRPr sz="800">
                <a:solidFill>
                  <a:srgbClr val="4E4E4E"/>
                </a:solidFill>
              </a:defRPr>
            </a:lvl1pPr>
          </a:lstStyle>
          <a:p>
            <a:fld id="{7F86108E-6173-CC4E-81D1-D6419E4934EE}" type="slidenum">
              <a:rPr lang="fr-FR" smtClean="0"/>
              <a:pPr/>
              <a:t>‹N°›</a:t>
            </a:fld>
            <a:endParaRPr lang="fr-FR" dirty="0"/>
          </a:p>
        </p:txBody>
      </p:sp>
    </p:spTree>
    <p:extLst>
      <p:ext uri="{BB962C8B-B14F-4D97-AF65-F5344CB8AC3E}">
        <p14:creationId xmlns:p14="http://schemas.microsoft.com/office/powerpoint/2010/main" val="344881290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lvl1pPr>
              <a:defRPr/>
            </a:lvl1pPr>
          </a:lstStyle>
          <a:p>
            <a:r>
              <a:rPr lang="fr-FR"/>
              <a:t>Cliquez et modifiez le titre</a:t>
            </a:r>
          </a:p>
        </p:txBody>
      </p:sp>
      <p:sp>
        <p:nvSpPr>
          <p:cNvPr id="3" name="Espace réservé du texte 2"/>
          <p:cNvSpPr>
            <a:spLocks noGrp="1"/>
          </p:cNvSpPr>
          <p:nvPr>
            <p:ph type="body" idx="1"/>
          </p:nvPr>
        </p:nvSpPr>
        <p:spPr>
          <a:xfrm>
            <a:off x="457200" y="1151335"/>
            <a:ext cx="4040188"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4" name="Espace réservé du contenu 3"/>
          <p:cNvSpPr>
            <a:spLocks noGrp="1"/>
          </p:cNvSpPr>
          <p:nvPr>
            <p:ph sz="half" idx="2"/>
          </p:nvPr>
        </p:nvSpPr>
        <p:spPr>
          <a:xfrm>
            <a:off x="457200" y="1631156"/>
            <a:ext cx="4040188"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u texte 4"/>
          <p:cNvSpPr>
            <a:spLocks noGrp="1"/>
          </p:cNvSpPr>
          <p:nvPr>
            <p:ph type="body" sz="quarter" idx="3"/>
          </p:nvPr>
        </p:nvSpPr>
        <p:spPr>
          <a:xfrm>
            <a:off x="4645026" y="1151335"/>
            <a:ext cx="4041775"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6" name="Espace réservé du contenu 5"/>
          <p:cNvSpPr>
            <a:spLocks noGrp="1"/>
          </p:cNvSpPr>
          <p:nvPr>
            <p:ph sz="quarter" idx="4"/>
          </p:nvPr>
        </p:nvSpPr>
        <p:spPr>
          <a:xfrm>
            <a:off x="4645026" y="1631156"/>
            <a:ext cx="4041775"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10" name="Espace réservé de la date 3"/>
          <p:cNvSpPr>
            <a:spLocks noGrp="1"/>
          </p:cNvSpPr>
          <p:nvPr>
            <p:ph type="dt" sz="half" idx="10"/>
          </p:nvPr>
        </p:nvSpPr>
        <p:spPr>
          <a:xfrm>
            <a:off x="2627784" y="4927959"/>
            <a:ext cx="792088" cy="215542"/>
          </a:xfrm>
          <a:prstGeom prst="rect">
            <a:avLst/>
          </a:prstGeom>
        </p:spPr>
        <p:txBody>
          <a:bodyPr vert="horz" lIns="91440" tIns="45720" rIns="91440" bIns="45720" rtlCol="0" anchor="ctr"/>
          <a:lstStyle>
            <a:lvl1pPr marL="0" marR="0" indent="0" algn="l" defTabSz="457200" rtl="0" eaLnBrk="1" fontAlgn="auto" latinLnBrk="0" hangingPunct="1">
              <a:lnSpc>
                <a:spcPct val="100000"/>
              </a:lnSpc>
              <a:spcBef>
                <a:spcPts val="0"/>
              </a:spcBef>
              <a:spcAft>
                <a:spcPts val="0"/>
              </a:spcAft>
              <a:buClrTx/>
              <a:buSzTx/>
              <a:buFontTx/>
              <a:buNone/>
              <a:tabLst/>
              <a:defRPr sz="800">
                <a:solidFill>
                  <a:srgbClr val="4E4E4E"/>
                </a:solidFill>
                <a:latin typeface="+mn-lt"/>
              </a:defRPr>
            </a:lvl1pPr>
          </a:lstStyle>
          <a:p>
            <a:fld id="{3DC734A8-2269-3D45-9502-7EEB83BE1B5E}" type="datetimeFigureOut">
              <a:rPr lang="fr-FR" smtClean="0"/>
              <a:pPr/>
              <a:t>04/01/2026</a:t>
            </a:fld>
            <a:endParaRPr lang="fr-FR" dirty="0"/>
          </a:p>
        </p:txBody>
      </p:sp>
      <p:sp>
        <p:nvSpPr>
          <p:cNvPr id="11" name="Espace réservé du pied de page 4"/>
          <p:cNvSpPr>
            <a:spLocks noGrp="1"/>
          </p:cNvSpPr>
          <p:nvPr>
            <p:ph type="ftr" sz="quarter" idx="11"/>
          </p:nvPr>
        </p:nvSpPr>
        <p:spPr>
          <a:xfrm>
            <a:off x="3419872" y="4927957"/>
            <a:ext cx="4623460" cy="215543"/>
          </a:xfrm>
          <a:prstGeom prst="rect">
            <a:avLst/>
          </a:prstGeom>
        </p:spPr>
        <p:txBody>
          <a:bodyPr vert="horz" lIns="91440" tIns="45720" rIns="91440" bIns="45720" rtlCol="0" anchor="ctr"/>
          <a:lstStyle>
            <a:lvl1pPr algn="l">
              <a:defRPr sz="800">
                <a:solidFill>
                  <a:srgbClr val="4E4E4E"/>
                </a:solidFill>
                <a:latin typeface="+mn-lt"/>
              </a:defRPr>
            </a:lvl1pPr>
          </a:lstStyle>
          <a:p>
            <a:endParaRPr lang="fr-FR" dirty="0"/>
          </a:p>
        </p:txBody>
      </p:sp>
      <p:sp>
        <p:nvSpPr>
          <p:cNvPr id="12" name="Espace réservé du numéro de diapositive 5"/>
          <p:cNvSpPr>
            <a:spLocks noGrp="1"/>
          </p:cNvSpPr>
          <p:nvPr>
            <p:ph type="sldNum" sz="quarter" idx="12"/>
          </p:nvPr>
        </p:nvSpPr>
        <p:spPr>
          <a:xfrm>
            <a:off x="8043334" y="4927958"/>
            <a:ext cx="829251" cy="216000"/>
          </a:xfrm>
          <a:prstGeom prst="rect">
            <a:avLst/>
          </a:prstGeom>
        </p:spPr>
        <p:txBody>
          <a:bodyPr vert="horz" lIns="91440" tIns="45720" rIns="0" bIns="45720" rtlCol="0" anchor="ctr"/>
          <a:lstStyle>
            <a:lvl1pPr algn="r">
              <a:defRPr sz="800">
                <a:solidFill>
                  <a:srgbClr val="4E4E4E"/>
                </a:solidFill>
              </a:defRPr>
            </a:lvl1pPr>
          </a:lstStyle>
          <a:p>
            <a:fld id="{7F86108E-6173-CC4E-81D1-D6419E4934EE}" type="slidenum">
              <a:rPr lang="fr-FR" smtClean="0"/>
              <a:pPr/>
              <a:t>‹N°›</a:t>
            </a:fld>
            <a:endParaRPr lang="fr-FR" dirty="0"/>
          </a:p>
        </p:txBody>
      </p:sp>
    </p:spTree>
    <p:extLst>
      <p:ext uri="{BB962C8B-B14F-4D97-AF65-F5344CB8AC3E}">
        <p14:creationId xmlns:p14="http://schemas.microsoft.com/office/powerpoint/2010/main" val="27086274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Cliquez et modifiez le titre</a:t>
            </a:r>
          </a:p>
        </p:txBody>
      </p:sp>
      <p:sp>
        <p:nvSpPr>
          <p:cNvPr id="6" name="Espace réservé de la date 3"/>
          <p:cNvSpPr>
            <a:spLocks noGrp="1"/>
          </p:cNvSpPr>
          <p:nvPr>
            <p:ph type="dt" sz="half" idx="2"/>
          </p:nvPr>
        </p:nvSpPr>
        <p:spPr>
          <a:xfrm>
            <a:off x="2627784" y="4927959"/>
            <a:ext cx="792088" cy="215542"/>
          </a:xfrm>
          <a:prstGeom prst="rect">
            <a:avLst/>
          </a:prstGeom>
        </p:spPr>
        <p:txBody>
          <a:bodyPr vert="horz" lIns="91440" tIns="45720" rIns="91440" bIns="45720" rtlCol="0" anchor="ctr"/>
          <a:lstStyle>
            <a:lvl1pPr marL="0" marR="0" indent="0" algn="l" defTabSz="457200" rtl="0" eaLnBrk="1" fontAlgn="auto" latinLnBrk="0" hangingPunct="1">
              <a:lnSpc>
                <a:spcPct val="100000"/>
              </a:lnSpc>
              <a:spcBef>
                <a:spcPts val="0"/>
              </a:spcBef>
              <a:spcAft>
                <a:spcPts val="0"/>
              </a:spcAft>
              <a:buClrTx/>
              <a:buSzTx/>
              <a:buFontTx/>
              <a:buNone/>
              <a:tabLst/>
              <a:defRPr sz="800">
                <a:solidFill>
                  <a:srgbClr val="4E4E4E"/>
                </a:solidFill>
                <a:latin typeface="+mn-lt"/>
              </a:defRPr>
            </a:lvl1pPr>
          </a:lstStyle>
          <a:p>
            <a:fld id="{3DC734A8-2269-3D45-9502-7EEB83BE1B5E}" type="datetimeFigureOut">
              <a:rPr lang="fr-FR" smtClean="0"/>
              <a:pPr/>
              <a:t>04/01/2026</a:t>
            </a:fld>
            <a:endParaRPr lang="fr-FR" dirty="0"/>
          </a:p>
        </p:txBody>
      </p:sp>
      <p:sp>
        <p:nvSpPr>
          <p:cNvPr id="7" name="Espace réservé du pied de page 4"/>
          <p:cNvSpPr>
            <a:spLocks noGrp="1"/>
          </p:cNvSpPr>
          <p:nvPr>
            <p:ph type="ftr" sz="quarter" idx="3"/>
          </p:nvPr>
        </p:nvSpPr>
        <p:spPr>
          <a:xfrm>
            <a:off x="3419872" y="4927957"/>
            <a:ext cx="4623460" cy="215543"/>
          </a:xfrm>
          <a:prstGeom prst="rect">
            <a:avLst/>
          </a:prstGeom>
        </p:spPr>
        <p:txBody>
          <a:bodyPr vert="horz" lIns="91440" tIns="45720" rIns="91440" bIns="45720" rtlCol="0" anchor="ctr"/>
          <a:lstStyle>
            <a:lvl1pPr algn="l">
              <a:defRPr sz="800">
                <a:solidFill>
                  <a:srgbClr val="4E4E4E"/>
                </a:solidFill>
                <a:latin typeface="+mn-lt"/>
              </a:defRPr>
            </a:lvl1pPr>
          </a:lstStyle>
          <a:p>
            <a:endParaRPr lang="fr-FR" dirty="0"/>
          </a:p>
        </p:txBody>
      </p:sp>
      <p:sp>
        <p:nvSpPr>
          <p:cNvPr id="8" name="Espace réservé du numéro de diapositive 5"/>
          <p:cNvSpPr>
            <a:spLocks noGrp="1"/>
          </p:cNvSpPr>
          <p:nvPr>
            <p:ph type="sldNum" sz="quarter" idx="4"/>
          </p:nvPr>
        </p:nvSpPr>
        <p:spPr>
          <a:xfrm>
            <a:off x="8043334" y="4927958"/>
            <a:ext cx="829251" cy="216000"/>
          </a:xfrm>
          <a:prstGeom prst="rect">
            <a:avLst/>
          </a:prstGeom>
        </p:spPr>
        <p:txBody>
          <a:bodyPr vert="horz" lIns="91440" tIns="45720" rIns="0" bIns="45720" rtlCol="0" anchor="ctr"/>
          <a:lstStyle>
            <a:lvl1pPr algn="r">
              <a:defRPr sz="800">
                <a:solidFill>
                  <a:srgbClr val="4E4E4E"/>
                </a:solidFill>
              </a:defRPr>
            </a:lvl1pPr>
          </a:lstStyle>
          <a:p>
            <a:fld id="{7F86108E-6173-CC4E-81D1-D6419E4934EE}" type="slidenum">
              <a:rPr lang="fr-FR" smtClean="0"/>
              <a:pPr/>
              <a:t>‹N°›</a:t>
            </a:fld>
            <a:endParaRPr lang="fr-FR" dirty="0"/>
          </a:p>
        </p:txBody>
      </p:sp>
    </p:spTree>
    <p:extLst>
      <p:ext uri="{BB962C8B-B14F-4D97-AF65-F5344CB8AC3E}">
        <p14:creationId xmlns:p14="http://schemas.microsoft.com/office/powerpoint/2010/main" val="117989314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3" name="Espace réservé de la date 3"/>
          <p:cNvSpPr>
            <a:spLocks noGrp="1"/>
          </p:cNvSpPr>
          <p:nvPr>
            <p:ph type="dt" sz="half" idx="2"/>
          </p:nvPr>
        </p:nvSpPr>
        <p:spPr>
          <a:xfrm>
            <a:off x="2627784" y="4927959"/>
            <a:ext cx="792088" cy="215542"/>
          </a:xfrm>
          <a:prstGeom prst="rect">
            <a:avLst/>
          </a:prstGeom>
        </p:spPr>
        <p:txBody>
          <a:bodyPr vert="horz" lIns="91440" tIns="45720" rIns="91440" bIns="45720" rtlCol="0" anchor="ctr"/>
          <a:lstStyle>
            <a:lvl1pPr marL="0" marR="0" indent="0" algn="l" defTabSz="457200" rtl="0" eaLnBrk="1" fontAlgn="auto" latinLnBrk="0" hangingPunct="1">
              <a:lnSpc>
                <a:spcPct val="100000"/>
              </a:lnSpc>
              <a:spcBef>
                <a:spcPts val="0"/>
              </a:spcBef>
              <a:spcAft>
                <a:spcPts val="0"/>
              </a:spcAft>
              <a:buClrTx/>
              <a:buSzTx/>
              <a:buFontTx/>
              <a:buNone/>
              <a:tabLst/>
              <a:defRPr sz="800">
                <a:solidFill>
                  <a:srgbClr val="4E4E4E"/>
                </a:solidFill>
                <a:latin typeface="+mn-lt"/>
              </a:defRPr>
            </a:lvl1pPr>
          </a:lstStyle>
          <a:p>
            <a:fld id="{3DC734A8-2269-3D45-9502-7EEB83BE1B5E}" type="datetimeFigureOut">
              <a:rPr lang="fr-FR" smtClean="0"/>
              <a:pPr/>
              <a:t>04/01/2026</a:t>
            </a:fld>
            <a:endParaRPr lang="fr-FR" dirty="0"/>
          </a:p>
        </p:txBody>
      </p:sp>
      <p:sp>
        <p:nvSpPr>
          <p:cNvPr id="4" name="Espace réservé du pied de page 4"/>
          <p:cNvSpPr>
            <a:spLocks noGrp="1"/>
          </p:cNvSpPr>
          <p:nvPr>
            <p:ph type="ftr" sz="quarter" idx="3"/>
          </p:nvPr>
        </p:nvSpPr>
        <p:spPr>
          <a:xfrm>
            <a:off x="3419872" y="4927957"/>
            <a:ext cx="4623460" cy="215543"/>
          </a:xfrm>
          <a:prstGeom prst="rect">
            <a:avLst/>
          </a:prstGeom>
        </p:spPr>
        <p:txBody>
          <a:bodyPr vert="horz" lIns="91440" tIns="45720" rIns="91440" bIns="45720" rtlCol="0" anchor="ctr"/>
          <a:lstStyle>
            <a:lvl1pPr algn="l">
              <a:defRPr sz="800">
                <a:solidFill>
                  <a:srgbClr val="4E4E4E"/>
                </a:solidFill>
                <a:latin typeface="+mn-lt"/>
              </a:defRPr>
            </a:lvl1pPr>
          </a:lstStyle>
          <a:p>
            <a:endParaRPr lang="fr-FR" dirty="0"/>
          </a:p>
        </p:txBody>
      </p:sp>
      <p:sp>
        <p:nvSpPr>
          <p:cNvPr id="5" name="Espace réservé du numéro de diapositive 5"/>
          <p:cNvSpPr>
            <a:spLocks noGrp="1"/>
          </p:cNvSpPr>
          <p:nvPr>
            <p:ph type="sldNum" sz="quarter" idx="4"/>
          </p:nvPr>
        </p:nvSpPr>
        <p:spPr>
          <a:xfrm>
            <a:off x="8043334" y="4927958"/>
            <a:ext cx="829251" cy="216000"/>
          </a:xfrm>
          <a:prstGeom prst="rect">
            <a:avLst/>
          </a:prstGeom>
        </p:spPr>
        <p:txBody>
          <a:bodyPr vert="horz" lIns="91440" tIns="45720" rIns="0" bIns="45720" rtlCol="0" anchor="ctr"/>
          <a:lstStyle>
            <a:lvl1pPr algn="r">
              <a:defRPr sz="800">
                <a:solidFill>
                  <a:srgbClr val="4E4E4E"/>
                </a:solidFill>
              </a:defRPr>
            </a:lvl1pPr>
          </a:lstStyle>
          <a:p>
            <a:fld id="{7F86108E-6173-CC4E-81D1-D6419E4934EE}" type="slidenum">
              <a:rPr lang="fr-FR" smtClean="0"/>
              <a:pPr/>
              <a:t>‹N°›</a:t>
            </a:fld>
            <a:endParaRPr lang="fr-FR" dirty="0"/>
          </a:p>
        </p:txBody>
      </p:sp>
    </p:spTree>
    <p:extLst>
      <p:ext uri="{BB962C8B-B14F-4D97-AF65-F5344CB8AC3E}">
        <p14:creationId xmlns:p14="http://schemas.microsoft.com/office/powerpoint/2010/main" val="342631155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457201" y="1131590"/>
            <a:ext cx="3008313" cy="907542"/>
          </a:xfrm>
        </p:spPr>
        <p:txBody>
          <a:bodyPr/>
          <a:lstStyle>
            <a:lvl1pPr algn="l">
              <a:defRPr sz="2000" b="1"/>
            </a:lvl1pPr>
          </a:lstStyle>
          <a:p>
            <a:r>
              <a:rPr lang="fr-FR"/>
              <a:t>Cliquez et modifiez le titre</a:t>
            </a:r>
            <a:endParaRPr lang="fr-FR" dirty="0"/>
          </a:p>
        </p:txBody>
      </p:sp>
      <p:sp>
        <p:nvSpPr>
          <p:cNvPr id="3" name="Espace réservé du contenu 2"/>
          <p:cNvSpPr>
            <a:spLocks noGrp="1"/>
          </p:cNvSpPr>
          <p:nvPr>
            <p:ph idx="1"/>
          </p:nvPr>
        </p:nvSpPr>
        <p:spPr>
          <a:xfrm>
            <a:off x="3575050" y="1131590"/>
            <a:ext cx="5111750" cy="346303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texte 3"/>
          <p:cNvSpPr>
            <a:spLocks noGrp="1"/>
          </p:cNvSpPr>
          <p:nvPr>
            <p:ph type="body" sz="half" idx="2"/>
          </p:nvPr>
        </p:nvSpPr>
        <p:spPr>
          <a:xfrm>
            <a:off x="457201" y="2085697"/>
            <a:ext cx="3008313" cy="250892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Cliquez pour modifier les styles du texte du masque</a:t>
            </a:r>
          </a:p>
        </p:txBody>
      </p:sp>
      <p:sp>
        <p:nvSpPr>
          <p:cNvPr id="6" name="Espace réservé de la date 3"/>
          <p:cNvSpPr>
            <a:spLocks noGrp="1"/>
          </p:cNvSpPr>
          <p:nvPr>
            <p:ph type="dt" sz="half" idx="10"/>
          </p:nvPr>
        </p:nvSpPr>
        <p:spPr>
          <a:xfrm>
            <a:off x="2627784" y="4927959"/>
            <a:ext cx="792088" cy="215542"/>
          </a:xfrm>
          <a:prstGeom prst="rect">
            <a:avLst/>
          </a:prstGeom>
        </p:spPr>
        <p:txBody>
          <a:bodyPr vert="horz" lIns="91440" tIns="45720" rIns="91440" bIns="45720" rtlCol="0" anchor="ctr"/>
          <a:lstStyle>
            <a:lvl1pPr marL="0" marR="0" indent="0" algn="l" defTabSz="457200" rtl="0" eaLnBrk="1" fontAlgn="auto" latinLnBrk="0" hangingPunct="1">
              <a:lnSpc>
                <a:spcPct val="100000"/>
              </a:lnSpc>
              <a:spcBef>
                <a:spcPts val="0"/>
              </a:spcBef>
              <a:spcAft>
                <a:spcPts val="0"/>
              </a:spcAft>
              <a:buClrTx/>
              <a:buSzTx/>
              <a:buFontTx/>
              <a:buNone/>
              <a:tabLst/>
              <a:defRPr sz="800">
                <a:solidFill>
                  <a:srgbClr val="4E4E4E"/>
                </a:solidFill>
                <a:latin typeface="+mn-lt"/>
              </a:defRPr>
            </a:lvl1pPr>
          </a:lstStyle>
          <a:p>
            <a:fld id="{3DC734A8-2269-3D45-9502-7EEB83BE1B5E}" type="datetimeFigureOut">
              <a:rPr lang="fr-FR" smtClean="0"/>
              <a:pPr/>
              <a:t>04/01/2026</a:t>
            </a:fld>
            <a:endParaRPr lang="fr-FR" dirty="0"/>
          </a:p>
        </p:txBody>
      </p:sp>
      <p:sp>
        <p:nvSpPr>
          <p:cNvPr id="7" name="Espace réservé du pied de page 4"/>
          <p:cNvSpPr>
            <a:spLocks noGrp="1"/>
          </p:cNvSpPr>
          <p:nvPr>
            <p:ph type="ftr" sz="quarter" idx="3"/>
          </p:nvPr>
        </p:nvSpPr>
        <p:spPr>
          <a:xfrm>
            <a:off x="3419872" y="4927957"/>
            <a:ext cx="4623460" cy="215543"/>
          </a:xfrm>
          <a:prstGeom prst="rect">
            <a:avLst/>
          </a:prstGeom>
        </p:spPr>
        <p:txBody>
          <a:bodyPr vert="horz" lIns="91440" tIns="45720" rIns="91440" bIns="45720" rtlCol="0" anchor="ctr"/>
          <a:lstStyle>
            <a:lvl1pPr algn="l">
              <a:defRPr sz="800">
                <a:solidFill>
                  <a:srgbClr val="4E4E4E"/>
                </a:solidFill>
                <a:latin typeface="+mn-lt"/>
              </a:defRPr>
            </a:lvl1pPr>
          </a:lstStyle>
          <a:p>
            <a:endParaRPr lang="fr-FR" dirty="0"/>
          </a:p>
        </p:txBody>
      </p:sp>
      <p:sp>
        <p:nvSpPr>
          <p:cNvPr id="8" name="Espace réservé du numéro de diapositive 5"/>
          <p:cNvSpPr>
            <a:spLocks noGrp="1"/>
          </p:cNvSpPr>
          <p:nvPr>
            <p:ph type="sldNum" sz="quarter" idx="4"/>
          </p:nvPr>
        </p:nvSpPr>
        <p:spPr>
          <a:xfrm>
            <a:off x="8043334" y="4927958"/>
            <a:ext cx="829251" cy="216000"/>
          </a:xfrm>
          <a:prstGeom prst="rect">
            <a:avLst/>
          </a:prstGeom>
        </p:spPr>
        <p:txBody>
          <a:bodyPr vert="horz" lIns="91440" tIns="45720" rIns="0" bIns="45720" rtlCol="0" anchor="ctr"/>
          <a:lstStyle>
            <a:lvl1pPr algn="r">
              <a:defRPr sz="800">
                <a:solidFill>
                  <a:srgbClr val="4E4E4E"/>
                </a:solidFill>
              </a:defRPr>
            </a:lvl1pPr>
          </a:lstStyle>
          <a:p>
            <a:fld id="{7F86108E-6173-CC4E-81D1-D6419E4934EE}" type="slidenum">
              <a:rPr lang="fr-FR" smtClean="0"/>
              <a:pPr/>
              <a:t>‹N°›</a:t>
            </a:fld>
            <a:endParaRPr lang="fr-FR" dirty="0"/>
          </a:p>
        </p:txBody>
      </p:sp>
    </p:spTree>
    <p:extLst>
      <p:ext uri="{BB962C8B-B14F-4D97-AF65-F5344CB8AC3E}">
        <p14:creationId xmlns:p14="http://schemas.microsoft.com/office/powerpoint/2010/main" val="22640075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1792288" y="3600450"/>
            <a:ext cx="5486400" cy="425054"/>
          </a:xfrm>
        </p:spPr>
        <p:txBody>
          <a:bodyPr/>
          <a:lstStyle>
            <a:lvl1pPr algn="l">
              <a:defRPr sz="2000" b="1"/>
            </a:lvl1pPr>
          </a:lstStyle>
          <a:p>
            <a:r>
              <a:rPr lang="fr-FR"/>
              <a:t>Cliquez et modifiez le titre</a:t>
            </a:r>
            <a:endParaRPr lang="fr-FR" dirty="0"/>
          </a:p>
        </p:txBody>
      </p:sp>
      <p:sp>
        <p:nvSpPr>
          <p:cNvPr id="3" name="Espace réservé pour une image  2"/>
          <p:cNvSpPr>
            <a:spLocks noGrp="1"/>
          </p:cNvSpPr>
          <p:nvPr>
            <p:ph type="pic" idx="1"/>
          </p:nvPr>
        </p:nvSpPr>
        <p:spPr>
          <a:xfrm>
            <a:off x="1792288" y="789552"/>
            <a:ext cx="5486400" cy="2756129"/>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fr-FR" noProof="0"/>
              <a:t>Faire glisser l'image vers l'espace réservé ou cliquer sur l'icône pour l'ajouter</a:t>
            </a:r>
          </a:p>
        </p:txBody>
      </p:sp>
      <p:sp>
        <p:nvSpPr>
          <p:cNvPr id="4" name="Espace réservé du texte 3"/>
          <p:cNvSpPr>
            <a:spLocks noGrp="1"/>
          </p:cNvSpPr>
          <p:nvPr>
            <p:ph type="body" sz="half" idx="2"/>
          </p:nvPr>
        </p:nvSpPr>
        <p:spPr>
          <a:xfrm>
            <a:off x="1792288" y="4025503"/>
            <a:ext cx="5486400" cy="60364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Cliquez pour modifier les styles du texte du masque</a:t>
            </a:r>
          </a:p>
        </p:txBody>
      </p:sp>
      <p:sp>
        <p:nvSpPr>
          <p:cNvPr id="6" name="Espace réservé de la date 3"/>
          <p:cNvSpPr>
            <a:spLocks noGrp="1"/>
          </p:cNvSpPr>
          <p:nvPr>
            <p:ph type="dt" sz="half" idx="10"/>
          </p:nvPr>
        </p:nvSpPr>
        <p:spPr>
          <a:xfrm>
            <a:off x="2627784" y="4927959"/>
            <a:ext cx="792088" cy="215542"/>
          </a:xfrm>
          <a:prstGeom prst="rect">
            <a:avLst/>
          </a:prstGeom>
        </p:spPr>
        <p:txBody>
          <a:bodyPr vert="horz" lIns="91440" tIns="45720" rIns="91440" bIns="45720" rtlCol="0" anchor="ctr"/>
          <a:lstStyle>
            <a:lvl1pPr marL="0" marR="0" indent="0" algn="l" defTabSz="457200" rtl="0" eaLnBrk="1" fontAlgn="auto" latinLnBrk="0" hangingPunct="1">
              <a:lnSpc>
                <a:spcPct val="100000"/>
              </a:lnSpc>
              <a:spcBef>
                <a:spcPts val="0"/>
              </a:spcBef>
              <a:spcAft>
                <a:spcPts val="0"/>
              </a:spcAft>
              <a:buClrTx/>
              <a:buSzTx/>
              <a:buFontTx/>
              <a:buNone/>
              <a:tabLst/>
              <a:defRPr sz="800">
                <a:solidFill>
                  <a:srgbClr val="4E4E4E"/>
                </a:solidFill>
                <a:latin typeface="+mn-lt"/>
              </a:defRPr>
            </a:lvl1pPr>
          </a:lstStyle>
          <a:p>
            <a:fld id="{3DC734A8-2269-3D45-9502-7EEB83BE1B5E}" type="datetimeFigureOut">
              <a:rPr lang="fr-FR" smtClean="0"/>
              <a:pPr/>
              <a:t>04/01/2026</a:t>
            </a:fld>
            <a:endParaRPr lang="fr-FR" dirty="0"/>
          </a:p>
        </p:txBody>
      </p:sp>
      <p:sp>
        <p:nvSpPr>
          <p:cNvPr id="7" name="Espace réservé du pied de page 4"/>
          <p:cNvSpPr>
            <a:spLocks noGrp="1"/>
          </p:cNvSpPr>
          <p:nvPr>
            <p:ph type="ftr" sz="quarter" idx="3"/>
          </p:nvPr>
        </p:nvSpPr>
        <p:spPr>
          <a:xfrm>
            <a:off x="3419872" y="4927957"/>
            <a:ext cx="4623460" cy="215543"/>
          </a:xfrm>
          <a:prstGeom prst="rect">
            <a:avLst/>
          </a:prstGeom>
        </p:spPr>
        <p:txBody>
          <a:bodyPr vert="horz" lIns="91440" tIns="45720" rIns="91440" bIns="45720" rtlCol="0" anchor="ctr"/>
          <a:lstStyle>
            <a:lvl1pPr algn="l">
              <a:defRPr sz="800">
                <a:solidFill>
                  <a:srgbClr val="4E4E4E"/>
                </a:solidFill>
                <a:latin typeface="+mn-lt"/>
              </a:defRPr>
            </a:lvl1pPr>
          </a:lstStyle>
          <a:p>
            <a:endParaRPr lang="fr-FR" dirty="0"/>
          </a:p>
        </p:txBody>
      </p:sp>
      <p:sp>
        <p:nvSpPr>
          <p:cNvPr id="8" name="Espace réservé du numéro de diapositive 5"/>
          <p:cNvSpPr>
            <a:spLocks noGrp="1"/>
          </p:cNvSpPr>
          <p:nvPr>
            <p:ph type="sldNum" sz="quarter" idx="4"/>
          </p:nvPr>
        </p:nvSpPr>
        <p:spPr>
          <a:xfrm>
            <a:off x="8043334" y="4927958"/>
            <a:ext cx="829251" cy="216000"/>
          </a:xfrm>
          <a:prstGeom prst="rect">
            <a:avLst/>
          </a:prstGeom>
        </p:spPr>
        <p:txBody>
          <a:bodyPr vert="horz" lIns="91440" tIns="45720" rIns="0" bIns="45720" rtlCol="0" anchor="ctr"/>
          <a:lstStyle>
            <a:lvl1pPr algn="r">
              <a:defRPr sz="800">
                <a:solidFill>
                  <a:srgbClr val="4E4E4E"/>
                </a:solidFill>
              </a:defRPr>
            </a:lvl1pPr>
          </a:lstStyle>
          <a:p>
            <a:fld id="{7F86108E-6173-CC4E-81D1-D6419E4934EE}" type="slidenum">
              <a:rPr lang="fr-FR" smtClean="0"/>
              <a:pPr/>
              <a:t>‹N°›</a:t>
            </a:fld>
            <a:endParaRPr lang="fr-FR" dirty="0"/>
          </a:p>
        </p:txBody>
      </p:sp>
    </p:spTree>
    <p:extLst>
      <p:ext uri="{BB962C8B-B14F-4D97-AF65-F5344CB8AC3E}">
        <p14:creationId xmlns:p14="http://schemas.microsoft.com/office/powerpoint/2010/main" val="63467276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Contenu avec légende">
    <p:spTree>
      <p:nvGrpSpPr>
        <p:cNvPr id="1" name=""/>
        <p:cNvGrpSpPr/>
        <p:nvPr/>
      </p:nvGrpSpPr>
      <p:grpSpPr>
        <a:xfrm>
          <a:off x="0" y="0"/>
          <a:ext cx="0" cy="0"/>
          <a:chOff x="0" y="0"/>
          <a:chExt cx="0" cy="0"/>
        </a:xfrm>
      </p:grpSpPr>
      <p:sp>
        <p:nvSpPr>
          <p:cNvPr id="6" name="Espace réservé du contenu 5"/>
          <p:cNvSpPr>
            <a:spLocks noGrp="1"/>
          </p:cNvSpPr>
          <p:nvPr>
            <p:ph sz="quarter" idx="10"/>
          </p:nvPr>
        </p:nvSpPr>
        <p:spPr>
          <a:xfrm>
            <a:off x="1116012" y="2067694"/>
            <a:ext cx="7272411" cy="1008427"/>
          </a:xfrm>
          <a:prstGeom prst="rect">
            <a:avLst/>
          </a:prstGeom>
        </p:spPr>
        <p:txBody>
          <a:bodyPr vert="horz" bIns="36000" anchor="b" anchorCtr="0"/>
          <a:lstStyle>
            <a:lvl1pPr marL="0" indent="0">
              <a:lnSpc>
                <a:spcPts val="3400"/>
              </a:lnSpc>
              <a:buFontTx/>
              <a:buNone/>
              <a:defRPr sz="3600" b="1"/>
            </a:lvl1pPr>
          </a:lstStyle>
          <a:p>
            <a:endParaRPr lang="fr-FR" dirty="0"/>
          </a:p>
        </p:txBody>
      </p:sp>
      <p:sp>
        <p:nvSpPr>
          <p:cNvPr id="10" name="Espace réservé du texte 9"/>
          <p:cNvSpPr>
            <a:spLocks noGrp="1"/>
          </p:cNvSpPr>
          <p:nvPr>
            <p:ph type="body" sz="quarter" idx="11"/>
          </p:nvPr>
        </p:nvSpPr>
        <p:spPr>
          <a:xfrm>
            <a:off x="1116014" y="3076122"/>
            <a:ext cx="7272337" cy="1295828"/>
          </a:xfrm>
          <a:prstGeom prst="rect">
            <a:avLst/>
          </a:prstGeom>
        </p:spPr>
        <p:txBody>
          <a:bodyPr vert="horz" tIns="36000"/>
          <a:lstStyle>
            <a:lvl1pPr marL="0" indent="0">
              <a:buFontTx/>
              <a:buNone/>
              <a:defRPr sz="1600" b="1">
                <a:solidFill>
                  <a:schemeClr val="accent2"/>
                </a:solidFill>
              </a:defRPr>
            </a:lvl1pPr>
          </a:lstStyle>
          <a:p>
            <a:pPr lvl="0"/>
            <a:r>
              <a:rPr lang="fr-FR" dirty="0"/>
              <a:t>Cliquez pour modifier les styles du texte du masque</a:t>
            </a:r>
          </a:p>
        </p:txBody>
      </p:sp>
      <p:sp>
        <p:nvSpPr>
          <p:cNvPr id="4" name="Espace réservé de la date 3"/>
          <p:cNvSpPr>
            <a:spLocks noGrp="1"/>
          </p:cNvSpPr>
          <p:nvPr>
            <p:ph type="dt" sz="half" idx="2"/>
          </p:nvPr>
        </p:nvSpPr>
        <p:spPr>
          <a:xfrm>
            <a:off x="2627784" y="4927959"/>
            <a:ext cx="792088" cy="215542"/>
          </a:xfrm>
          <a:prstGeom prst="rect">
            <a:avLst/>
          </a:prstGeom>
        </p:spPr>
        <p:txBody>
          <a:bodyPr vert="horz" lIns="91440" tIns="45720" rIns="91440" bIns="45720" rtlCol="0" anchor="ctr"/>
          <a:lstStyle>
            <a:lvl1pPr marL="0" marR="0" indent="0" algn="l" defTabSz="457200" rtl="0" eaLnBrk="1" fontAlgn="auto" latinLnBrk="0" hangingPunct="1">
              <a:lnSpc>
                <a:spcPct val="100000"/>
              </a:lnSpc>
              <a:spcBef>
                <a:spcPts val="0"/>
              </a:spcBef>
              <a:spcAft>
                <a:spcPts val="0"/>
              </a:spcAft>
              <a:buClrTx/>
              <a:buSzTx/>
              <a:buFontTx/>
              <a:buNone/>
              <a:tabLst/>
              <a:defRPr sz="800">
                <a:solidFill>
                  <a:srgbClr val="4E4E4E"/>
                </a:solidFill>
                <a:latin typeface="+mn-lt"/>
              </a:defRPr>
            </a:lvl1pPr>
          </a:lstStyle>
          <a:p>
            <a:fld id="{3DC734A8-2269-3D45-9502-7EEB83BE1B5E}" type="datetimeFigureOut">
              <a:rPr lang="fr-FR" smtClean="0"/>
              <a:pPr/>
              <a:t>04/01/2026</a:t>
            </a:fld>
            <a:endParaRPr lang="fr-FR" dirty="0"/>
          </a:p>
        </p:txBody>
      </p:sp>
      <p:sp>
        <p:nvSpPr>
          <p:cNvPr id="5" name="Espace réservé du pied de page 4"/>
          <p:cNvSpPr>
            <a:spLocks noGrp="1"/>
          </p:cNvSpPr>
          <p:nvPr>
            <p:ph type="ftr" sz="quarter" idx="3"/>
          </p:nvPr>
        </p:nvSpPr>
        <p:spPr>
          <a:xfrm>
            <a:off x="3419872" y="4927957"/>
            <a:ext cx="4623460" cy="215543"/>
          </a:xfrm>
          <a:prstGeom prst="rect">
            <a:avLst/>
          </a:prstGeom>
        </p:spPr>
        <p:txBody>
          <a:bodyPr vert="horz" lIns="91440" tIns="45720" rIns="91440" bIns="45720" rtlCol="0" anchor="ctr"/>
          <a:lstStyle>
            <a:lvl1pPr algn="l">
              <a:defRPr sz="800">
                <a:solidFill>
                  <a:srgbClr val="4E4E4E"/>
                </a:solidFill>
                <a:latin typeface="+mn-lt"/>
              </a:defRPr>
            </a:lvl1pPr>
          </a:lstStyle>
          <a:p>
            <a:endParaRPr lang="fr-FR" dirty="0"/>
          </a:p>
        </p:txBody>
      </p:sp>
      <p:sp>
        <p:nvSpPr>
          <p:cNvPr id="7" name="Espace réservé du numéro de diapositive 5"/>
          <p:cNvSpPr>
            <a:spLocks noGrp="1"/>
          </p:cNvSpPr>
          <p:nvPr>
            <p:ph type="sldNum" sz="quarter" idx="4"/>
          </p:nvPr>
        </p:nvSpPr>
        <p:spPr>
          <a:xfrm>
            <a:off x="8043334" y="4927958"/>
            <a:ext cx="829251" cy="216000"/>
          </a:xfrm>
          <a:prstGeom prst="rect">
            <a:avLst/>
          </a:prstGeom>
        </p:spPr>
        <p:txBody>
          <a:bodyPr vert="horz" lIns="91440" tIns="45720" rIns="0" bIns="45720" rtlCol="0" anchor="ctr"/>
          <a:lstStyle>
            <a:lvl1pPr algn="r">
              <a:defRPr sz="800">
                <a:solidFill>
                  <a:srgbClr val="4E4E4E"/>
                </a:solidFill>
              </a:defRPr>
            </a:lvl1pPr>
          </a:lstStyle>
          <a:p>
            <a:fld id="{7F86108E-6173-CC4E-81D1-D6419E4934EE}" type="slidenum">
              <a:rPr lang="fr-FR" smtClean="0"/>
              <a:pPr/>
              <a:t>‹N°›</a:t>
            </a:fld>
            <a:endParaRPr lang="fr-FR" dirty="0"/>
          </a:p>
        </p:txBody>
      </p:sp>
    </p:spTree>
    <p:extLst>
      <p:ext uri="{BB962C8B-B14F-4D97-AF65-F5344CB8AC3E}">
        <p14:creationId xmlns:p14="http://schemas.microsoft.com/office/powerpoint/2010/main" val="56007450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_Contenu avec légende">
    <p:spTree>
      <p:nvGrpSpPr>
        <p:cNvPr id="1" name=""/>
        <p:cNvGrpSpPr/>
        <p:nvPr/>
      </p:nvGrpSpPr>
      <p:grpSpPr>
        <a:xfrm>
          <a:off x="0" y="0"/>
          <a:ext cx="0" cy="0"/>
          <a:chOff x="0" y="0"/>
          <a:chExt cx="0" cy="0"/>
        </a:xfrm>
      </p:grpSpPr>
      <p:sp>
        <p:nvSpPr>
          <p:cNvPr id="6" name="Espace réservé du contenu 5"/>
          <p:cNvSpPr>
            <a:spLocks noGrp="1"/>
          </p:cNvSpPr>
          <p:nvPr>
            <p:ph sz="quarter" idx="10"/>
          </p:nvPr>
        </p:nvSpPr>
        <p:spPr>
          <a:xfrm>
            <a:off x="107504" y="2067695"/>
            <a:ext cx="8928992" cy="648072"/>
          </a:xfrm>
          <a:prstGeom prst="rect">
            <a:avLst/>
          </a:prstGeom>
        </p:spPr>
        <p:txBody>
          <a:bodyPr vert="horz" bIns="36000" anchor="b" anchorCtr="0"/>
          <a:lstStyle>
            <a:lvl1pPr marL="0" indent="0" algn="ctr">
              <a:lnSpc>
                <a:spcPts val="3400"/>
              </a:lnSpc>
              <a:buFontTx/>
              <a:buNone/>
              <a:defRPr sz="3600" b="1"/>
            </a:lvl1pPr>
          </a:lstStyle>
          <a:p>
            <a:endParaRPr lang="fr-FR" dirty="0"/>
          </a:p>
        </p:txBody>
      </p:sp>
      <p:sp>
        <p:nvSpPr>
          <p:cNvPr id="10" name="Espace réservé du texte 9"/>
          <p:cNvSpPr>
            <a:spLocks noGrp="1"/>
          </p:cNvSpPr>
          <p:nvPr>
            <p:ph type="body" sz="quarter" idx="11"/>
          </p:nvPr>
        </p:nvSpPr>
        <p:spPr>
          <a:xfrm>
            <a:off x="107504" y="2715766"/>
            <a:ext cx="8928992" cy="432048"/>
          </a:xfrm>
          <a:prstGeom prst="rect">
            <a:avLst/>
          </a:prstGeom>
        </p:spPr>
        <p:txBody>
          <a:bodyPr vert="horz" tIns="36000"/>
          <a:lstStyle>
            <a:lvl1pPr marL="0" indent="0" algn="ctr">
              <a:buFontTx/>
              <a:buNone/>
              <a:defRPr sz="1600" b="1">
                <a:solidFill>
                  <a:schemeClr val="accent2"/>
                </a:solidFill>
              </a:defRPr>
            </a:lvl1pPr>
          </a:lstStyle>
          <a:p>
            <a:pPr lvl="0"/>
            <a:r>
              <a:rPr lang="fr-FR" dirty="0"/>
              <a:t>Cliquez pour modifier les styles du texte du masque</a:t>
            </a:r>
          </a:p>
        </p:txBody>
      </p:sp>
      <p:sp>
        <p:nvSpPr>
          <p:cNvPr id="4" name="Espace réservé de la date 3"/>
          <p:cNvSpPr>
            <a:spLocks noGrp="1"/>
          </p:cNvSpPr>
          <p:nvPr>
            <p:ph type="dt" sz="half" idx="2"/>
          </p:nvPr>
        </p:nvSpPr>
        <p:spPr>
          <a:xfrm>
            <a:off x="2627784" y="4927959"/>
            <a:ext cx="792088" cy="215542"/>
          </a:xfrm>
          <a:prstGeom prst="rect">
            <a:avLst/>
          </a:prstGeom>
        </p:spPr>
        <p:txBody>
          <a:bodyPr vert="horz" lIns="91440" tIns="45720" rIns="91440" bIns="45720" rtlCol="0" anchor="ctr"/>
          <a:lstStyle>
            <a:lvl1pPr marL="0" marR="0" indent="0" algn="l" defTabSz="457200" rtl="0" eaLnBrk="1" fontAlgn="auto" latinLnBrk="0" hangingPunct="1">
              <a:lnSpc>
                <a:spcPct val="100000"/>
              </a:lnSpc>
              <a:spcBef>
                <a:spcPts val="0"/>
              </a:spcBef>
              <a:spcAft>
                <a:spcPts val="0"/>
              </a:spcAft>
              <a:buClrTx/>
              <a:buSzTx/>
              <a:buFontTx/>
              <a:buNone/>
              <a:tabLst/>
              <a:defRPr sz="800">
                <a:solidFill>
                  <a:srgbClr val="4E4E4E"/>
                </a:solidFill>
                <a:latin typeface="+mn-lt"/>
              </a:defRPr>
            </a:lvl1pPr>
          </a:lstStyle>
          <a:p>
            <a:fld id="{3DC734A8-2269-3D45-9502-7EEB83BE1B5E}" type="datetimeFigureOut">
              <a:rPr lang="fr-FR" smtClean="0"/>
              <a:pPr/>
              <a:t>04/01/2026</a:t>
            </a:fld>
            <a:endParaRPr lang="fr-FR" dirty="0"/>
          </a:p>
        </p:txBody>
      </p:sp>
      <p:sp>
        <p:nvSpPr>
          <p:cNvPr id="5" name="Espace réservé du pied de page 4"/>
          <p:cNvSpPr>
            <a:spLocks noGrp="1"/>
          </p:cNvSpPr>
          <p:nvPr>
            <p:ph type="ftr" sz="quarter" idx="3"/>
          </p:nvPr>
        </p:nvSpPr>
        <p:spPr>
          <a:xfrm>
            <a:off x="3419872" y="4927957"/>
            <a:ext cx="4623460" cy="215543"/>
          </a:xfrm>
          <a:prstGeom prst="rect">
            <a:avLst/>
          </a:prstGeom>
        </p:spPr>
        <p:txBody>
          <a:bodyPr vert="horz" lIns="91440" tIns="45720" rIns="91440" bIns="45720" rtlCol="0" anchor="ctr"/>
          <a:lstStyle>
            <a:lvl1pPr algn="l">
              <a:defRPr sz="800">
                <a:solidFill>
                  <a:srgbClr val="4E4E4E"/>
                </a:solidFill>
                <a:latin typeface="+mn-lt"/>
              </a:defRPr>
            </a:lvl1pPr>
          </a:lstStyle>
          <a:p>
            <a:endParaRPr lang="fr-FR" dirty="0"/>
          </a:p>
        </p:txBody>
      </p:sp>
      <p:sp>
        <p:nvSpPr>
          <p:cNvPr id="7" name="Espace réservé du numéro de diapositive 5"/>
          <p:cNvSpPr>
            <a:spLocks noGrp="1"/>
          </p:cNvSpPr>
          <p:nvPr>
            <p:ph type="sldNum" sz="quarter" idx="4"/>
          </p:nvPr>
        </p:nvSpPr>
        <p:spPr>
          <a:xfrm>
            <a:off x="8043334" y="4927958"/>
            <a:ext cx="829251" cy="216000"/>
          </a:xfrm>
          <a:prstGeom prst="rect">
            <a:avLst/>
          </a:prstGeom>
        </p:spPr>
        <p:txBody>
          <a:bodyPr vert="horz" lIns="91440" tIns="45720" rIns="0" bIns="45720" rtlCol="0" anchor="ctr"/>
          <a:lstStyle>
            <a:lvl1pPr algn="r">
              <a:defRPr sz="800">
                <a:solidFill>
                  <a:srgbClr val="4E4E4E"/>
                </a:solidFill>
              </a:defRPr>
            </a:lvl1pPr>
          </a:lstStyle>
          <a:p>
            <a:fld id="{7F86108E-6173-CC4E-81D1-D6419E4934EE}" type="slidenum">
              <a:rPr lang="fr-FR" smtClean="0"/>
              <a:pPr/>
              <a:t>‹N°›</a:t>
            </a:fld>
            <a:endParaRPr lang="fr-FR" dirty="0"/>
          </a:p>
        </p:txBody>
      </p:sp>
      <p:cxnSp>
        <p:nvCxnSpPr>
          <p:cNvPr id="8" name="Connecteur droit 7"/>
          <p:cNvCxnSpPr/>
          <p:nvPr userDrawn="1"/>
        </p:nvCxnSpPr>
        <p:spPr>
          <a:xfrm>
            <a:off x="179512" y="4299942"/>
            <a:ext cx="8784976" cy="0"/>
          </a:xfrm>
          <a:prstGeom prst="line">
            <a:avLst/>
          </a:prstGeom>
          <a:ln w="19050">
            <a:solidFill>
              <a:schemeClr val="bg1">
                <a:lumMod val="65000"/>
              </a:schemeClr>
            </a:solidFill>
            <a:prstDash val="sysDot"/>
          </a:ln>
          <a:effectLst/>
        </p:spPr>
        <p:style>
          <a:lnRef idx="2">
            <a:schemeClr val="accent1"/>
          </a:lnRef>
          <a:fillRef idx="0">
            <a:schemeClr val="accent1"/>
          </a:fillRef>
          <a:effectRef idx="1">
            <a:schemeClr val="accent1"/>
          </a:effectRef>
          <a:fontRef idx="minor">
            <a:schemeClr val="tx1"/>
          </a:fontRef>
        </p:style>
      </p:cxnSp>
      <p:pic>
        <p:nvPicPr>
          <p:cNvPr id="11" name="Image 10" descr="Capture_signatureWeb_Reseaux.png">
            <a:extLst>
              <a:ext uri="{FF2B5EF4-FFF2-40B4-BE49-F238E27FC236}">
                <a16:creationId xmlns:a16="http://schemas.microsoft.com/office/drawing/2014/main" id="{FAC861A4-C8AD-44CB-A860-37A74E515A78}"/>
              </a:ext>
            </a:extLst>
          </p:cNvPr>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3275856" y="3613934"/>
            <a:ext cx="2653998" cy="541992"/>
          </a:xfrm>
          <a:prstGeom prst="rect">
            <a:avLst/>
          </a:prstGeom>
        </p:spPr>
      </p:pic>
      <p:grpSp>
        <p:nvGrpSpPr>
          <p:cNvPr id="31" name="Groupe 30">
            <a:extLst>
              <a:ext uri="{FF2B5EF4-FFF2-40B4-BE49-F238E27FC236}">
                <a16:creationId xmlns:a16="http://schemas.microsoft.com/office/drawing/2014/main" id="{D34BADA2-5B94-4F60-A6AD-C23DE88E6BC5}"/>
              </a:ext>
            </a:extLst>
          </p:cNvPr>
          <p:cNvGrpSpPr/>
          <p:nvPr userDrawn="1"/>
        </p:nvGrpSpPr>
        <p:grpSpPr>
          <a:xfrm>
            <a:off x="5130510" y="4528399"/>
            <a:ext cx="2105786" cy="226593"/>
            <a:chOff x="3288916" y="4638295"/>
            <a:chExt cx="2955058" cy="317979"/>
          </a:xfrm>
        </p:grpSpPr>
        <p:pic>
          <p:nvPicPr>
            <p:cNvPr id="32" name="Image 31">
              <a:extLst>
                <a:ext uri="{FF2B5EF4-FFF2-40B4-BE49-F238E27FC236}">
                  <a16:creationId xmlns:a16="http://schemas.microsoft.com/office/drawing/2014/main" id="{601F6743-36F9-443D-A1EE-20D0E38C3E78}"/>
                </a:ext>
              </a:extLst>
            </p:cNvPr>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4716016" y="4682472"/>
              <a:ext cx="749090" cy="273802"/>
            </a:xfrm>
            <a:prstGeom prst="rect">
              <a:avLst/>
            </a:prstGeom>
          </p:spPr>
        </p:pic>
        <p:pic>
          <p:nvPicPr>
            <p:cNvPr id="33" name="Image 32">
              <a:extLst>
                <a:ext uri="{FF2B5EF4-FFF2-40B4-BE49-F238E27FC236}">
                  <a16:creationId xmlns:a16="http://schemas.microsoft.com/office/drawing/2014/main" id="{3A8DE666-6D8B-4040-B25C-1A64526C1929}"/>
                </a:ext>
              </a:extLst>
            </p:cNvPr>
            <p:cNvPicPr>
              <a:picLocks noChangeAspect="1"/>
            </p:cNvPicPr>
            <p:nvPr/>
          </p:nvPicPr>
          <p:blipFill>
            <a:blip r:embed="rId4" cstate="print">
              <a:extLst>
                <a:ext uri="{28A0092B-C50C-407E-A947-70E740481C1C}">
                  <a14:useLocalDpi xmlns:a14="http://schemas.microsoft.com/office/drawing/2010/main"/>
                </a:ext>
              </a:extLst>
            </a:blip>
            <a:stretch>
              <a:fillRect/>
            </a:stretch>
          </p:blipFill>
          <p:spPr>
            <a:xfrm>
              <a:off x="5692874" y="4692314"/>
              <a:ext cx="551100" cy="185605"/>
            </a:xfrm>
            <a:prstGeom prst="rect">
              <a:avLst/>
            </a:prstGeom>
          </p:spPr>
        </p:pic>
        <p:pic>
          <p:nvPicPr>
            <p:cNvPr id="34" name="Image 33">
              <a:extLst>
                <a:ext uri="{FF2B5EF4-FFF2-40B4-BE49-F238E27FC236}">
                  <a16:creationId xmlns:a16="http://schemas.microsoft.com/office/drawing/2014/main" id="{263BBA74-B18D-404B-8446-13E017B1CFBD}"/>
                </a:ext>
              </a:extLst>
            </p:cNvPr>
            <p:cNvPicPr>
              <a:picLocks noChangeAspect="1"/>
            </p:cNvPicPr>
            <p:nvPr/>
          </p:nvPicPr>
          <p:blipFill>
            <a:blip r:embed="rId5" cstate="print">
              <a:extLst>
                <a:ext uri="{28A0092B-C50C-407E-A947-70E740481C1C}">
                  <a14:useLocalDpi xmlns:a14="http://schemas.microsoft.com/office/drawing/2010/main"/>
                </a:ext>
              </a:extLst>
            </a:blip>
            <a:stretch>
              <a:fillRect/>
            </a:stretch>
          </p:blipFill>
          <p:spPr>
            <a:xfrm>
              <a:off x="3894466" y="4648626"/>
              <a:ext cx="599945" cy="264680"/>
            </a:xfrm>
            <a:prstGeom prst="rect">
              <a:avLst/>
            </a:prstGeom>
          </p:spPr>
        </p:pic>
        <p:pic>
          <p:nvPicPr>
            <p:cNvPr id="35" name="Picture 2" descr="ésultat de recherche d'images pour &quot;logo imt institut mines telecom&quot;">
              <a:extLst>
                <a:ext uri="{FF2B5EF4-FFF2-40B4-BE49-F238E27FC236}">
                  <a16:creationId xmlns:a16="http://schemas.microsoft.com/office/drawing/2014/main" id="{15CB6EF0-9252-4E5C-ABFF-E993C738D881}"/>
                </a:ext>
              </a:extLst>
            </p:cNvPr>
            <p:cNvPicPr>
              <a:picLocks noChangeAspect="1" noChangeArrowheads="1"/>
            </p:cNvPicPr>
            <p:nvPr/>
          </p:nvPicPr>
          <p:blipFill>
            <a:blip r:embed="rId6" cstate="screen">
              <a:extLst>
                <a:ext uri="{28A0092B-C50C-407E-A947-70E740481C1C}">
                  <a14:useLocalDpi xmlns:a14="http://schemas.microsoft.com/office/drawing/2010/main"/>
                </a:ext>
              </a:extLst>
            </a:blip>
            <a:srcRect/>
            <a:stretch>
              <a:fillRect/>
            </a:stretch>
          </p:blipFill>
          <p:spPr bwMode="auto">
            <a:xfrm>
              <a:off x="3288916" y="4638295"/>
              <a:ext cx="458183" cy="306766"/>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36" name="Groupe 35">
            <a:extLst>
              <a:ext uri="{FF2B5EF4-FFF2-40B4-BE49-F238E27FC236}">
                <a16:creationId xmlns:a16="http://schemas.microsoft.com/office/drawing/2014/main" id="{3667FE0B-0298-44D3-B98E-6B1551AB314E}"/>
              </a:ext>
            </a:extLst>
          </p:cNvPr>
          <p:cNvGrpSpPr/>
          <p:nvPr userDrawn="1"/>
        </p:nvGrpSpPr>
        <p:grpSpPr>
          <a:xfrm>
            <a:off x="198040" y="4447543"/>
            <a:ext cx="4206104" cy="365048"/>
            <a:chOff x="299138" y="4158582"/>
            <a:chExt cx="5902435" cy="512273"/>
          </a:xfrm>
        </p:grpSpPr>
        <p:pic>
          <p:nvPicPr>
            <p:cNvPr id="37" name="Image 36">
              <a:extLst>
                <a:ext uri="{FF2B5EF4-FFF2-40B4-BE49-F238E27FC236}">
                  <a16:creationId xmlns:a16="http://schemas.microsoft.com/office/drawing/2014/main" id="{5134925B-2570-4A22-9230-46C7806A2279}"/>
                </a:ext>
              </a:extLst>
            </p:cNvPr>
            <p:cNvPicPr>
              <a:picLocks noChangeAspect="1"/>
            </p:cNvPicPr>
            <p:nvPr/>
          </p:nvPicPr>
          <p:blipFill>
            <a:blip r:embed="rId7">
              <a:extLst>
                <a:ext uri="{28A0092B-C50C-407E-A947-70E740481C1C}">
                  <a14:useLocalDpi xmlns:a14="http://schemas.microsoft.com/office/drawing/2010/main"/>
                </a:ext>
              </a:extLst>
            </a:blip>
            <a:stretch>
              <a:fillRect/>
            </a:stretch>
          </p:blipFill>
          <p:spPr>
            <a:xfrm>
              <a:off x="1719153" y="4303052"/>
              <a:ext cx="706837" cy="274110"/>
            </a:xfrm>
            <a:prstGeom prst="rect">
              <a:avLst/>
            </a:prstGeom>
          </p:spPr>
        </p:pic>
        <p:pic>
          <p:nvPicPr>
            <p:cNvPr id="38" name="Image 37">
              <a:extLst>
                <a:ext uri="{FF2B5EF4-FFF2-40B4-BE49-F238E27FC236}">
                  <a16:creationId xmlns:a16="http://schemas.microsoft.com/office/drawing/2014/main" id="{4DCEA59C-5016-4764-8EC9-F0D52BD14DF0}"/>
                </a:ext>
              </a:extLst>
            </p:cNvPr>
            <p:cNvPicPr>
              <a:picLocks noChangeAspect="1"/>
            </p:cNvPicPr>
            <p:nvPr/>
          </p:nvPicPr>
          <p:blipFill rotWithShape="1">
            <a:blip r:embed="rId8" cstate="screen">
              <a:extLst>
                <a:ext uri="{28A0092B-C50C-407E-A947-70E740481C1C}">
                  <a14:useLocalDpi xmlns:a14="http://schemas.microsoft.com/office/drawing/2010/main"/>
                </a:ext>
              </a:extLst>
            </a:blip>
            <a:srcRect/>
            <a:stretch/>
          </p:blipFill>
          <p:spPr>
            <a:xfrm>
              <a:off x="2511323" y="4158582"/>
              <a:ext cx="362940" cy="512273"/>
            </a:xfrm>
            <a:prstGeom prst="rect">
              <a:avLst/>
            </a:prstGeom>
          </p:spPr>
        </p:pic>
        <p:pic>
          <p:nvPicPr>
            <p:cNvPr id="39" name="Image 38">
              <a:extLst>
                <a:ext uri="{FF2B5EF4-FFF2-40B4-BE49-F238E27FC236}">
                  <a16:creationId xmlns:a16="http://schemas.microsoft.com/office/drawing/2014/main" id="{396E6434-1D48-4356-AB5F-B2367AFDC4E1}"/>
                </a:ext>
              </a:extLst>
            </p:cNvPr>
            <p:cNvPicPr>
              <a:picLocks noChangeAspect="1"/>
            </p:cNvPicPr>
            <p:nvPr/>
          </p:nvPicPr>
          <p:blipFill>
            <a:blip r:embed="rId9" cstate="screen">
              <a:extLst>
                <a:ext uri="{28A0092B-C50C-407E-A947-70E740481C1C}">
                  <a14:useLocalDpi xmlns:a14="http://schemas.microsoft.com/office/drawing/2010/main"/>
                </a:ext>
              </a:extLst>
            </a:blip>
            <a:stretch>
              <a:fillRect/>
            </a:stretch>
          </p:blipFill>
          <p:spPr>
            <a:xfrm>
              <a:off x="299138" y="4342093"/>
              <a:ext cx="708765" cy="142887"/>
            </a:xfrm>
            <a:prstGeom prst="rect">
              <a:avLst/>
            </a:prstGeom>
          </p:spPr>
        </p:pic>
        <p:pic>
          <p:nvPicPr>
            <p:cNvPr id="40" name="Image 39">
              <a:extLst>
                <a:ext uri="{FF2B5EF4-FFF2-40B4-BE49-F238E27FC236}">
                  <a16:creationId xmlns:a16="http://schemas.microsoft.com/office/drawing/2014/main" id="{11827194-34F4-431F-BE3B-753F39F8BADF}"/>
                </a:ext>
              </a:extLst>
            </p:cNvPr>
            <p:cNvPicPr>
              <a:picLocks noChangeAspect="1"/>
            </p:cNvPicPr>
            <p:nvPr/>
          </p:nvPicPr>
          <p:blipFill>
            <a:blip r:embed="rId10"/>
            <a:stretch>
              <a:fillRect/>
            </a:stretch>
          </p:blipFill>
          <p:spPr>
            <a:xfrm>
              <a:off x="4501429" y="4342093"/>
              <a:ext cx="859670" cy="183963"/>
            </a:xfrm>
            <a:prstGeom prst="rect">
              <a:avLst/>
            </a:prstGeom>
          </p:spPr>
        </p:pic>
        <p:pic>
          <p:nvPicPr>
            <p:cNvPr id="41" name="Image 40">
              <a:extLst>
                <a:ext uri="{FF2B5EF4-FFF2-40B4-BE49-F238E27FC236}">
                  <a16:creationId xmlns:a16="http://schemas.microsoft.com/office/drawing/2014/main" id="{344116F8-F00D-4057-AC2B-EF761B16CAE1}"/>
                </a:ext>
              </a:extLst>
            </p:cNvPr>
            <p:cNvPicPr>
              <a:picLocks noChangeAspect="1"/>
            </p:cNvPicPr>
            <p:nvPr/>
          </p:nvPicPr>
          <p:blipFill>
            <a:blip r:embed="rId11" cstate="screen">
              <a:extLst>
                <a:ext uri="{28A0092B-C50C-407E-A947-70E740481C1C}">
                  <a14:useLocalDpi xmlns:a14="http://schemas.microsoft.com/office/drawing/2010/main"/>
                </a:ext>
              </a:extLst>
            </a:blip>
            <a:stretch>
              <a:fillRect/>
            </a:stretch>
          </p:blipFill>
          <p:spPr>
            <a:xfrm>
              <a:off x="3417065" y="4376786"/>
              <a:ext cx="898267" cy="117898"/>
            </a:xfrm>
            <a:prstGeom prst="rect">
              <a:avLst/>
            </a:prstGeom>
          </p:spPr>
        </p:pic>
        <p:pic>
          <p:nvPicPr>
            <p:cNvPr id="42" name="Image 41">
              <a:extLst>
                <a:ext uri="{FF2B5EF4-FFF2-40B4-BE49-F238E27FC236}">
                  <a16:creationId xmlns:a16="http://schemas.microsoft.com/office/drawing/2014/main" id="{716ECB73-797B-4AF5-BEA4-6A2A0757634D}"/>
                </a:ext>
              </a:extLst>
            </p:cNvPr>
            <p:cNvPicPr>
              <a:picLocks noChangeAspect="1"/>
            </p:cNvPicPr>
            <p:nvPr/>
          </p:nvPicPr>
          <p:blipFill>
            <a:blip r:embed="rId12" cstate="screen">
              <a:extLst>
                <a:ext uri="{28A0092B-C50C-407E-A947-70E740481C1C}">
                  <a14:useLocalDpi xmlns:a14="http://schemas.microsoft.com/office/drawing/2010/main"/>
                </a:ext>
              </a:extLst>
            </a:blip>
            <a:stretch>
              <a:fillRect/>
            </a:stretch>
          </p:blipFill>
          <p:spPr>
            <a:xfrm>
              <a:off x="5473691" y="4322408"/>
              <a:ext cx="727882" cy="223331"/>
            </a:xfrm>
            <a:prstGeom prst="rect">
              <a:avLst/>
            </a:prstGeom>
          </p:spPr>
        </p:pic>
        <p:pic>
          <p:nvPicPr>
            <p:cNvPr id="43" name="Image 42">
              <a:extLst>
                <a:ext uri="{FF2B5EF4-FFF2-40B4-BE49-F238E27FC236}">
                  <a16:creationId xmlns:a16="http://schemas.microsoft.com/office/drawing/2014/main" id="{B868E9F7-A22F-47B7-9EDD-0F77A9994E2C}"/>
                </a:ext>
              </a:extLst>
            </p:cNvPr>
            <p:cNvPicPr>
              <a:picLocks noChangeAspect="1"/>
            </p:cNvPicPr>
            <p:nvPr/>
          </p:nvPicPr>
          <p:blipFill>
            <a:blip r:embed="rId13">
              <a:extLst>
                <a:ext uri="{28A0092B-C50C-407E-A947-70E740481C1C}">
                  <a14:useLocalDpi xmlns:a14="http://schemas.microsoft.com/office/drawing/2010/main"/>
                </a:ext>
              </a:extLst>
            </a:blip>
            <a:stretch>
              <a:fillRect/>
            </a:stretch>
          </p:blipFill>
          <p:spPr>
            <a:xfrm>
              <a:off x="1012316" y="4228846"/>
              <a:ext cx="706837" cy="422523"/>
            </a:xfrm>
            <a:prstGeom prst="rect">
              <a:avLst/>
            </a:prstGeom>
          </p:spPr>
        </p:pic>
        <p:pic>
          <p:nvPicPr>
            <p:cNvPr id="44" name="Image 43">
              <a:extLst>
                <a:ext uri="{FF2B5EF4-FFF2-40B4-BE49-F238E27FC236}">
                  <a16:creationId xmlns:a16="http://schemas.microsoft.com/office/drawing/2014/main" id="{5EDB627A-6730-44D7-9F13-5255BEA6925A}"/>
                </a:ext>
              </a:extLst>
            </p:cNvPr>
            <p:cNvPicPr>
              <a:picLocks noChangeAspect="1"/>
            </p:cNvPicPr>
            <p:nvPr/>
          </p:nvPicPr>
          <p:blipFill>
            <a:blip r:embed="rId14">
              <a:extLst>
                <a:ext uri="{28A0092B-C50C-407E-A947-70E740481C1C}">
                  <a14:useLocalDpi xmlns:a14="http://schemas.microsoft.com/office/drawing/2010/main"/>
                </a:ext>
              </a:extLst>
            </a:blip>
            <a:stretch>
              <a:fillRect/>
            </a:stretch>
          </p:blipFill>
          <p:spPr>
            <a:xfrm>
              <a:off x="2970771" y="4251511"/>
              <a:ext cx="324112" cy="368448"/>
            </a:xfrm>
            <a:prstGeom prst="rect">
              <a:avLst/>
            </a:prstGeom>
          </p:spPr>
        </p:pic>
      </p:grpSp>
      <p:pic>
        <p:nvPicPr>
          <p:cNvPr id="46" name="Image 45">
            <a:extLst>
              <a:ext uri="{FF2B5EF4-FFF2-40B4-BE49-F238E27FC236}">
                <a16:creationId xmlns:a16="http://schemas.microsoft.com/office/drawing/2014/main" id="{0C9F221A-1C72-4417-837D-0EFE25C5B2DE}"/>
              </a:ext>
            </a:extLst>
          </p:cNvPr>
          <p:cNvPicPr>
            <a:picLocks noChangeAspect="1"/>
          </p:cNvPicPr>
          <p:nvPr/>
        </p:nvPicPr>
        <p:blipFill rotWithShape="1">
          <a:blip r:embed="rId15">
            <a:extLst>
              <a:ext uri="{28A0092B-C50C-407E-A947-70E740481C1C}">
                <a14:useLocalDpi xmlns:a14="http://schemas.microsoft.com/office/drawing/2010/main"/>
              </a:ext>
            </a:extLst>
          </a:blip>
          <a:srcRect/>
          <a:stretch/>
        </p:blipFill>
        <p:spPr>
          <a:xfrm>
            <a:off x="7792743" y="4478532"/>
            <a:ext cx="672114" cy="383133"/>
          </a:xfrm>
          <a:prstGeom prst="rect">
            <a:avLst/>
          </a:prstGeom>
        </p:spPr>
      </p:pic>
      <p:sp>
        <p:nvSpPr>
          <p:cNvPr id="48" name="Shape 916">
            <a:extLst>
              <a:ext uri="{FF2B5EF4-FFF2-40B4-BE49-F238E27FC236}">
                <a16:creationId xmlns:a16="http://schemas.microsoft.com/office/drawing/2014/main" id="{16E17253-6060-418C-90E7-7B4C0E3AE85E}"/>
              </a:ext>
            </a:extLst>
          </p:cNvPr>
          <p:cNvSpPr/>
          <p:nvPr userDrawn="1"/>
        </p:nvSpPr>
        <p:spPr>
          <a:xfrm>
            <a:off x="4788024" y="4515966"/>
            <a:ext cx="0" cy="308268"/>
          </a:xfrm>
          <a:prstGeom prst="line">
            <a:avLst/>
          </a:prstGeom>
          <a:ln w="12700">
            <a:solidFill>
              <a:schemeClr val="bg1">
                <a:lumMod val="50000"/>
              </a:schemeClr>
            </a:solidFill>
            <a:custDash>
              <a:ds d="100000" sp="200000"/>
            </a:custDash>
          </a:ln>
          <a:effectLst/>
        </p:spPr>
        <p:txBody>
          <a:bodyPr lIns="45719" rIns="45719"/>
          <a:lstStyle/>
          <a:p>
            <a:endParaRPr>
              <a:latin typeface="+mn-lt"/>
            </a:endParaRPr>
          </a:p>
        </p:txBody>
      </p:sp>
      <p:sp>
        <p:nvSpPr>
          <p:cNvPr id="49" name="Shape 916">
            <a:extLst>
              <a:ext uri="{FF2B5EF4-FFF2-40B4-BE49-F238E27FC236}">
                <a16:creationId xmlns:a16="http://schemas.microsoft.com/office/drawing/2014/main" id="{F7405426-A018-4C27-AAC6-DC8544865DC1}"/>
              </a:ext>
            </a:extLst>
          </p:cNvPr>
          <p:cNvSpPr/>
          <p:nvPr userDrawn="1"/>
        </p:nvSpPr>
        <p:spPr>
          <a:xfrm>
            <a:off x="7596336" y="4523975"/>
            <a:ext cx="0" cy="308268"/>
          </a:xfrm>
          <a:prstGeom prst="line">
            <a:avLst/>
          </a:prstGeom>
          <a:ln w="12700">
            <a:solidFill>
              <a:schemeClr val="bg1">
                <a:lumMod val="50000"/>
              </a:schemeClr>
            </a:solidFill>
            <a:custDash>
              <a:ds d="100000" sp="200000"/>
            </a:custDash>
          </a:ln>
          <a:effectLst/>
        </p:spPr>
        <p:txBody>
          <a:bodyPr lIns="45719" rIns="45719"/>
          <a:lstStyle/>
          <a:p>
            <a:endParaRPr>
              <a:latin typeface="+mn-lt"/>
            </a:endParaRPr>
          </a:p>
        </p:txBody>
      </p:sp>
      <p:pic>
        <p:nvPicPr>
          <p:cNvPr id="2" name="Image 1"/>
          <p:cNvPicPr>
            <a:picLocks noChangeAspect="1"/>
          </p:cNvPicPr>
          <p:nvPr userDrawn="1"/>
        </p:nvPicPr>
        <p:blipFill>
          <a:blip r:embed="rId16" cstate="email">
            <a:extLst>
              <a:ext uri="{28A0092B-C50C-407E-A947-70E740481C1C}">
                <a14:useLocalDpi xmlns:a14="http://schemas.microsoft.com/office/drawing/2010/main" val="0"/>
              </a:ext>
            </a:extLst>
          </a:blip>
          <a:srcRect/>
          <a:stretch/>
        </p:blipFill>
        <p:spPr>
          <a:xfrm>
            <a:off x="8605009" y="4526141"/>
            <a:ext cx="267575" cy="262590"/>
          </a:xfrm>
          <a:prstGeom prst="rect">
            <a:avLst/>
          </a:prstGeom>
        </p:spPr>
      </p:pic>
    </p:spTree>
    <p:extLst>
      <p:ext uri="{BB962C8B-B14F-4D97-AF65-F5344CB8AC3E}">
        <p14:creationId xmlns:p14="http://schemas.microsoft.com/office/powerpoint/2010/main" val="151145719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re 1"/>
          <p:cNvSpPr>
            <a:spLocks noGrp="1"/>
          </p:cNvSpPr>
          <p:nvPr>
            <p:ph type="ctrTitle"/>
          </p:nvPr>
        </p:nvSpPr>
        <p:spPr>
          <a:xfrm>
            <a:off x="685800" y="1597819"/>
            <a:ext cx="7772400" cy="1102519"/>
          </a:xfrm>
        </p:spPr>
        <p:txBody>
          <a:bodyPr/>
          <a:lstStyle/>
          <a:p>
            <a:r>
              <a:rPr lang="fr-FR"/>
              <a:t>Cliquez et modifiez le titre</a:t>
            </a:r>
          </a:p>
        </p:txBody>
      </p:sp>
      <p:sp>
        <p:nvSpPr>
          <p:cNvPr id="3" name="Sous-titre 2"/>
          <p:cNvSpPr>
            <a:spLocks noGrp="1"/>
          </p:cNvSpPr>
          <p:nvPr>
            <p:ph type="subTitle" idx="1"/>
          </p:nvPr>
        </p:nvSpPr>
        <p:spPr>
          <a:xfrm>
            <a:off x="683568" y="2841780"/>
            <a:ext cx="7776864" cy="138732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fr-FR" dirty="0"/>
              <a:t>Cliquez pour modifier le style des sous-titres du masque</a:t>
            </a:r>
          </a:p>
        </p:txBody>
      </p:sp>
      <p:sp>
        <p:nvSpPr>
          <p:cNvPr id="5" name="Espace réservé de la date 3"/>
          <p:cNvSpPr>
            <a:spLocks noGrp="1"/>
          </p:cNvSpPr>
          <p:nvPr>
            <p:ph type="dt" sz="half" idx="2"/>
          </p:nvPr>
        </p:nvSpPr>
        <p:spPr>
          <a:xfrm>
            <a:off x="2627784" y="4927959"/>
            <a:ext cx="792088" cy="215542"/>
          </a:xfrm>
          <a:prstGeom prst="rect">
            <a:avLst/>
          </a:prstGeom>
        </p:spPr>
        <p:txBody>
          <a:bodyPr vert="horz" lIns="91440" tIns="45720" rIns="91440" bIns="45720" rtlCol="0" anchor="ctr"/>
          <a:lstStyle>
            <a:lvl1pPr marL="0" marR="0" indent="0" algn="l" defTabSz="457200" rtl="0" eaLnBrk="1" fontAlgn="auto" latinLnBrk="0" hangingPunct="1">
              <a:lnSpc>
                <a:spcPct val="100000"/>
              </a:lnSpc>
              <a:spcBef>
                <a:spcPts val="0"/>
              </a:spcBef>
              <a:spcAft>
                <a:spcPts val="0"/>
              </a:spcAft>
              <a:buClrTx/>
              <a:buSzTx/>
              <a:buFontTx/>
              <a:buNone/>
              <a:tabLst/>
              <a:defRPr sz="800">
                <a:solidFill>
                  <a:srgbClr val="4E4E4E"/>
                </a:solidFill>
                <a:latin typeface="+mn-lt"/>
              </a:defRPr>
            </a:lvl1pPr>
          </a:lstStyle>
          <a:p>
            <a:fld id="{3DC734A8-2269-3D45-9502-7EEB83BE1B5E}" type="datetimeFigureOut">
              <a:rPr lang="fr-FR" smtClean="0"/>
              <a:pPr/>
              <a:t>04/01/2026</a:t>
            </a:fld>
            <a:endParaRPr lang="fr-FR" dirty="0"/>
          </a:p>
        </p:txBody>
      </p:sp>
      <p:sp>
        <p:nvSpPr>
          <p:cNvPr id="6" name="Espace réservé du pied de page 4"/>
          <p:cNvSpPr>
            <a:spLocks noGrp="1"/>
          </p:cNvSpPr>
          <p:nvPr>
            <p:ph type="ftr" sz="quarter" idx="3"/>
          </p:nvPr>
        </p:nvSpPr>
        <p:spPr>
          <a:xfrm>
            <a:off x="3419872" y="4927957"/>
            <a:ext cx="4623460" cy="215543"/>
          </a:xfrm>
          <a:prstGeom prst="rect">
            <a:avLst/>
          </a:prstGeom>
        </p:spPr>
        <p:txBody>
          <a:bodyPr vert="horz" lIns="91440" tIns="45720" rIns="91440" bIns="45720" rtlCol="0" anchor="ctr"/>
          <a:lstStyle>
            <a:lvl1pPr algn="l">
              <a:defRPr sz="800">
                <a:solidFill>
                  <a:srgbClr val="4E4E4E"/>
                </a:solidFill>
                <a:latin typeface="+mn-lt"/>
              </a:defRPr>
            </a:lvl1pPr>
          </a:lstStyle>
          <a:p>
            <a:endParaRPr lang="fr-FR" dirty="0"/>
          </a:p>
        </p:txBody>
      </p:sp>
      <p:sp>
        <p:nvSpPr>
          <p:cNvPr id="7" name="Espace réservé du numéro de diapositive 5"/>
          <p:cNvSpPr>
            <a:spLocks noGrp="1"/>
          </p:cNvSpPr>
          <p:nvPr>
            <p:ph type="sldNum" sz="quarter" idx="4"/>
          </p:nvPr>
        </p:nvSpPr>
        <p:spPr>
          <a:xfrm>
            <a:off x="8043334" y="4927958"/>
            <a:ext cx="829251" cy="216000"/>
          </a:xfrm>
          <a:prstGeom prst="rect">
            <a:avLst/>
          </a:prstGeom>
        </p:spPr>
        <p:txBody>
          <a:bodyPr vert="horz" lIns="91440" tIns="45720" rIns="0" bIns="45720" rtlCol="0" anchor="ctr"/>
          <a:lstStyle>
            <a:lvl1pPr algn="r">
              <a:defRPr sz="800">
                <a:solidFill>
                  <a:srgbClr val="4E4E4E"/>
                </a:solidFill>
              </a:defRPr>
            </a:lvl1pPr>
          </a:lstStyle>
          <a:p>
            <a:fld id="{7F86108E-6173-CC4E-81D1-D6419E4934EE}" type="slidenum">
              <a:rPr lang="fr-FR" smtClean="0"/>
              <a:pPr/>
              <a:t>‹N°›</a:t>
            </a:fld>
            <a:endParaRPr lang="fr-FR" dirty="0"/>
          </a:p>
        </p:txBody>
      </p:sp>
    </p:spTree>
    <p:extLst>
      <p:ext uri="{BB962C8B-B14F-4D97-AF65-F5344CB8AC3E}">
        <p14:creationId xmlns:p14="http://schemas.microsoft.com/office/powerpoint/2010/main" val="39012940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itre et contenu">
    <p:spTree>
      <p:nvGrpSpPr>
        <p:cNvPr id="1" name=""/>
        <p:cNvGrpSpPr/>
        <p:nvPr/>
      </p:nvGrpSpPr>
      <p:grpSpPr>
        <a:xfrm>
          <a:off x="0" y="0"/>
          <a:ext cx="0" cy="0"/>
          <a:chOff x="0" y="0"/>
          <a:chExt cx="0" cy="0"/>
        </a:xfrm>
      </p:grpSpPr>
      <p:sp>
        <p:nvSpPr>
          <p:cNvPr id="2" name="Titre 1"/>
          <p:cNvSpPr>
            <a:spLocks noGrp="1"/>
          </p:cNvSpPr>
          <p:nvPr>
            <p:ph type="title"/>
          </p:nvPr>
        </p:nvSpPr>
        <p:spPr>
          <a:xfrm>
            <a:off x="2339752" y="284400"/>
            <a:ext cx="6264696" cy="324036"/>
          </a:xfrm>
        </p:spPr>
        <p:txBody>
          <a:bodyPr/>
          <a:lstStyle/>
          <a:p>
            <a:r>
              <a:rPr lang="fr-FR"/>
              <a:t>Cliquez et modifiez le titre</a:t>
            </a:r>
            <a:endParaRPr lang="fr-FR" dirty="0"/>
          </a:p>
        </p:txBody>
      </p:sp>
      <p:sp>
        <p:nvSpPr>
          <p:cNvPr id="3" name="Espace réservé du contenu 2"/>
          <p:cNvSpPr>
            <a:spLocks noGrp="1"/>
          </p:cNvSpPr>
          <p:nvPr>
            <p:ph idx="1"/>
          </p:nvPr>
        </p:nvSpPr>
        <p:spPr>
          <a:xfrm>
            <a:off x="1331640" y="1275605"/>
            <a:ext cx="7272808" cy="3319017"/>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p:txBody>
      </p:sp>
      <p:sp>
        <p:nvSpPr>
          <p:cNvPr id="13" name="Espace réservé du texte 12"/>
          <p:cNvSpPr>
            <a:spLocks noGrp="1"/>
          </p:cNvSpPr>
          <p:nvPr>
            <p:ph type="body" sz="quarter" idx="11"/>
          </p:nvPr>
        </p:nvSpPr>
        <p:spPr>
          <a:xfrm>
            <a:off x="2339752" y="843558"/>
            <a:ext cx="6264696" cy="432048"/>
          </a:xfrm>
        </p:spPr>
        <p:txBody>
          <a:bodyPr tIns="36000" rIns="36000"/>
          <a:lstStyle>
            <a:lvl1pPr marL="0" indent="0" algn="r">
              <a:buFontTx/>
              <a:buNone/>
              <a:defRPr sz="1400">
                <a:solidFill>
                  <a:schemeClr val="accent2"/>
                </a:solidFill>
              </a:defRPr>
            </a:lvl1pPr>
            <a:lvl5pPr marL="72000" indent="0" algn="r">
              <a:spcBef>
                <a:spcPts val="20"/>
              </a:spcBef>
              <a:buFontTx/>
              <a:buNone/>
              <a:defRPr sz="1400">
                <a:solidFill>
                  <a:schemeClr val="accent2"/>
                </a:solidFill>
              </a:defRPr>
            </a:lvl5pPr>
          </a:lstStyle>
          <a:p>
            <a:pPr lvl="0"/>
            <a:r>
              <a:rPr lang="fr-FR" dirty="0"/>
              <a:t>Cliquez pour modifier les styles du texte du masque</a:t>
            </a:r>
          </a:p>
        </p:txBody>
      </p:sp>
      <p:sp>
        <p:nvSpPr>
          <p:cNvPr id="6" name="Espace réservé de la date 3"/>
          <p:cNvSpPr>
            <a:spLocks noGrp="1"/>
          </p:cNvSpPr>
          <p:nvPr>
            <p:ph type="dt" sz="half" idx="2"/>
          </p:nvPr>
        </p:nvSpPr>
        <p:spPr>
          <a:xfrm>
            <a:off x="2627784" y="4927959"/>
            <a:ext cx="792088" cy="215542"/>
          </a:xfrm>
          <a:prstGeom prst="rect">
            <a:avLst/>
          </a:prstGeom>
        </p:spPr>
        <p:txBody>
          <a:bodyPr vert="horz" lIns="91440" tIns="45720" rIns="91440" bIns="45720" rtlCol="0" anchor="ctr"/>
          <a:lstStyle>
            <a:lvl1pPr marL="0" marR="0" indent="0" algn="l" defTabSz="457200" rtl="0" eaLnBrk="1" fontAlgn="auto" latinLnBrk="0" hangingPunct="1">
              <a:lnSpc>
                <a:spcPct val="100000"/>
              </a:lnSpc>
              <a:spcBef>
                <a:spcPts val="0"/>
              </a:spcBef>
              <a:spcAft>
                <a:spcPts val="0"/>
              </a:spcAft>
              <a:buClrTx/>
              <a:buSzTx/>
              <a:buFontTx/>
              <a:buNone/>
              <a:tabLst/>
              <a:defRPr sz="800">
                <a:solidFill>
                  <a:srgbClr val="4E4E4E"/>
                </a:solidFill>
                <a:latin typeface="+mn-lt"/>
              </a:defRPr>
            </a:lvl1pPr>
          </a:lstStyle>
          <a:p>
            <a:fld id="{3DC734A8-2269-3D45-9502-7EEB83BE1B5E}" type="datetimeFigureOut">
              <a:rPr lang="fr-FR" smtClean="0"/>
              <a:pPr/>
              <a:t>04/01/2026</a:t>
            </a:fld>
            <a:endParaRPr lang="fr-FR" dirty="0"/>
          </a:p>
        </p:txBody>
      </p:sp>
      <p:sp>
        <p:nvSpPr>
          <p:cNvPr id="7" name="Espace réservé du pied de page 4"/>
          <p:cNvSpPr>
            <a:spLocks noGrp="1"/>
          </p:cNvSpPr>
          <p:nvPr>
            <p:ph type="ftr" sz="quarter" idx="3"/>
          </p:nvPr>
        </p:nvSpPr>
        <p:spPr>
          <a:xfrm>
            <a:off x="3419872" y="4927957"/>
            <a:ext cx="4623460" cy="215543"/>
          </a:xfrm>
          <a:prstGeom prst="rect">
            <a:avLst/>
          </a:prstGeom>
        </p:spPr>
        <p:txBody>
          <a:bodyPr vert="horz" lIns="91440" tIns="45720" rIns="91440" bIns="45720" rtlCol="0" anchor="ctr"/>
          <a:lstStyle>
            <a:lvl1pPr algn="l">
              <a:defRPr sz="800">
                <a:solidFill>
                  <a:srgbClr val="4E4E4E"/>
                </a:solidFill>
                <a:latin typeface="+mn-lt"/>
              </a:defRPr>
            </a:lvl1pPr>
          </a:lstStyle>
          <a:p>
            <a:endParaRPr lang="fr-FR" dirty="0"/>
          </a:p>
        </p:txBody>
      </p:sp>
      <p:sp>
        <p:nvSpPr>
          <p:cNvPr id="8" name="Espace réservé du numéro de diapositive 5"/>
          <p:cNvSpPr>
            <a:spLocks noGrp="1"/>
          </p:cNvSpPr>
          <p:nvPr>
            <p:ph type="sldNum" sz="quarter" idx="4"/>
          </p:nvPr>
        </p:nvSpPr>
        <p:spPr>
          <a:xfrm>
            <a:off x="8043334" y="4927958"/>
            <a:ext cx="829251" cy="216000"/>
          </a:xfrm>
          <a:prstGeom prst="rect">
            <a:avLst/>
          </a:prstGeom>
        </p:spPr>
        <p:txBody>
          <a:bodyPr vert="horz" lIns="91440" tIns="45720" rIns="0" bIns="45720" rtlCol="0" anchor="ctr"/>
          <a:lstStyle>
            <a:lvl1pPr algn="r">
              <a:defRPr sz="800">
                <a:solidFill>
                  <a:srgbClr val="4E4E4E"/>
                </a:solidFill>
              </a:defRPr>
            </a:lvl1pPr>
          </a:lstStyle>
          <a:p>
            <a:fld id="{7F86108E-6173-CC4E-81D1-D6419E4934EE}" type="slidenum">
              <a:rPr lang="fr-FR" smtClean="0"/>
              <a:pPr/>
              <a:t>‹N°›</a:t>
            </a:fld>
            <a:endParaRPr lang="fr-FR" dirty="0"/>
          </a:p>
        </p:txBody>
      </p:sp>
    </p:spTree>
    <p:extLst>
      <p:ext uri="{BB962C8B-B14F-4D97-AF65-F5344CB8AC3E}">
        <p14:creationId xmlns:p14="http://schemas.microsoft.com/office/powerpoint/2010/main" val="35334644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1_Disposition personnalisée">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Cliquez et modifiez le titre</a:t>
            </a:r>
            <a:endParaRPr lang="fr-FR" dirty="0"/>
          </a:p>
        </p:txBody>
      </p:sp>
      <p:sp>
        <p:nvSpPr>
          <p:cNvPr id="4" name="Espace réservé de la date 3"/>
          <p:cNvSpPr>
            <a:spLocks noGrp="1"/>
          </p:cNvSpPr>
          <p:nvPr>
            <p:ph type="dt" sz="half" idx="2"/>
          </p:nvPr>
        </p:nvSpPr>
        <p:spPr>
          <a:xfrm>
            <a:off x="2627784" y="4927959"/>
            <a:ext cx="792088" cy="215542"/>
          </a:xfrm>
          <a:prstGeom prst="rect">
            <a:avLst/>
          </a:prstGeom>
        </p:spPr>
        <p:txBody>
          <a:bodyPr vert="horz" lIns="91440" tIns="45720" rIns="91440" bIns="45720" rtlCol="0" anchor="ctr"/>
          <a:lstStyle>
            <a:lvl1pPr marL="0" marR="0" indent="0" algn="l" defTabSz="457200" rtl="0" eaLnBrk="1" fontAlgn="auto" latinLnBrk="0" hangingPunct="1">
              <a:lnSpc>
                <a:spcPct val="100000"/>
              </a:lnSpc>
              <a:spcBef>
                <a:spcPts val="0"/>
              </a:spcBef>
              <a:spcAft>
                <a:spcPts val="0"/>
              </a:spcAft>
              <a:buClrTx/>
              <a:buSzTx/>
              <a:buFontTx/>
              <a:buNone/>
              <a:tabLst/>
              <a:defRPr sz="800">
                <a:solidFill>
                  <a:srgbClr val="4E4E4E"/>
                </a:solidFill>
                <a:latin typeface="+mn-lt"/>
              </a:defRPr>
            </a:lvl1pPr>
          </a:lstStyle>
          <a:p>
            <a:fld id="{3DC734A8-2269-3D45-9502-7EEB83BE1B5E}" type="datetimeFigureOut">
              <a:rPr lang="fr-FR" smtClean="0"/>
              <a:pPr/>
              <a:t>04/01/2026</a:t>
            </a:fld>
            <a:endParaRPr lang="fr-FR" dirty="0"/>
          </a:p>
        </p:txBody>
      </p:sp>
      <p:sp>
        <p:nvSpPr>
          <p:cNvPr id="5" name="Espace réservé du pied de page 4"/>
          <p:cNvSpPr>
            <a:spLocks noGrp="1"/>
          </p:cNvSpPr>
          <p:nvPr>
            <p:ph type="ftr" sz="quarter" idx="3"/>
          </p:nvPr>
        </p:nvSpPr>
        <p:spPr>
          <a:xfrm>
            <a:off x="3419872" y="4927957"/>
            <a:ext cx="4623460" cy="215543"/>
          </a:xfrm>
          <a:prstGeom prst="rect">
            <a:avLst/>
          </a:prstGeom>
        </p:spPr>
        <p:txBody>
          <a:bodyPr vert="horz" lIns="91440" tIns="45720" rIns="91440" bIns="45720" rtlCol="0" anchor="ctr"/>
          <a:lstStyle>
            <a:lvl1pPr algn="l">
              <a:defRPr sz="800">
                <a:solidFill>
                  <a:srgbClr val="4E4E4E"/>
                </a:solidFill>
                <a:latin typeface="+mn-lt"/>
              </a:defRPr>
            </a:lvl1pPr>
          </a:lstStyle>
          <a:p>
            <a:endParaRPr lang="fr-FR" dirty="0"/>
          </a:p>
        </p:txBody>
      </p:sp>
      <p:sp>
        <p:nvSpPr>
          <p:cNvPr id="6" name="Espace réservé du numéro de diapositive 5"/>
          <p:cNvSpPr>
            <a:spLocks noGrp="1"/>
          </p:cNvSpPr>
          <p:nvPr>
            <p:ph type="sldNum" sz="quarter" idx="4"/>
          </p:nvPr>
        </p:nvSpPr>
        <p:spPr>
          <a:xfrm>
            <a:off x="8043334" y="4927958"/>
            <a:ext cx="829251" cy="216000"/>
          </a:xfrm>
          <a:prstGeom prst="rect">
            <a:avLst/>
          </a:prstGeom>
        </p:spPr>
        <p:txBody>
          <a:bodyPr vert="horz" lIns="91440" tIns="45720" rIns="0" bIns="45720" rtlCol="0" anchor="ctr"/>
          <a:lstStyle>
            <a:lvl1pPr algn="r">
              <a:defRPr sz="800">
                <a:solidFill>
                  <a:srgbClr val="4E4E4E"/>
                </a:solidFill>
              </a:defRPr>
            </a:lvl1pPr>
          </a:lstStyle>
          <a:p>
            <a:fld id="{7F86108E-6173-CC4E-81D1-D6419E4934EE}" type="slidenum">
              <a:rPr lang="fr-FR" smtClean="0"/>
              <a:pPr/>
              <a:t>‹N°›</a:t>
            </a:fld>
            <a:endParaRPr lang="fr-FR" dirty="0"/>
          </a:p>
        </p:txBody>
      </p:sp>
    </p:spTree>
    <p:extLst>
      <p:ext uri="{BB962C8B-B14F-4D97-AF65-F5344CB8AC3E}">
        <p14:creationId xmlns:p14="http://schemas.microsoft.com/office/powerpoint/2010/main" val="123734420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secHead" preserve="1">
  <p:cSld name="En-tête de section">
    <p:spTree>
      <p:nvGrpSpPr>
        <p:cNvPr id="1" name=""/>
        <p:cNvGrpSpPr/>
        <p:nvPr/>
      </p:nvGrpSpPr>
      <p:grpSpPr>
        <a:xfrm>
          <a:off x="0" y="0"/>
          <a:ext cx="0" cy="0"/>
          <a:chOff x="0" y="0"/>
          <a:chExt cx="0" cy="0"/>
        </a:xfrm>
      </p:grpSpPr>
      <p:sp>
        <p:nvSpPr>
          <p:cNvPr id="2" name="Titre 1"/>
          <p:cNvSpPr>
            <a:spLocks noGrp="1"/>
          </p:cNvSpPr>
          <p:nvPr>
            <p:ph type="title"/>
          </p:nvPr>
        </p:nvSpPr>
        <p:spPr>
          <a:xfrm>
            <a:off x="722313" y="3305176"/>
            <a:ext cx="7772400" cy="1021556"/>
          </a:xfrm>
        </p:spPr>
        <p:txBody>
          <a:bodyPr anchor="t"/>
          <a:lstStyle>
            <a:lvl1pPr algn="l">
              <a:defRPr sz="4000" b="1" cap="all"/>
            </a:lvl1pPr>
          </a:lstStyle>
          <a:p>
            <a:r>
              <a:rPr lang="fr-FR"/>
              <a:t>Cliquez et modifiez le titre</a:t>
            </a:r>
          </a:p>
        </p:txBody>
      </p:sp>
      <p:sp>
        <p:nvSpPr>
          <p:cNvPr id="3" name="Espace réservé du texte 2"/>
          <p:cNvSpPr>
            <a:spLocks noGrp="1"/>
          </p:cNvSpPr>
          <p:nvPr>
            <p:ph type="body" idx="1"/>
          </p:nvPr>
        </p:nvSpPr>
        <p:spPr>
          <a:xfrm>
            <a:off x="722313" y="2180035"/>
            <a:ext cx="7772400" cy="1125140"/>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fr-FR"/>
              <a:t>Cliquez pour modifier les styles du texte du masque</a:t>
            </a:r>
          </a:p>
        </p:txBody>
      </p:sp>
      <p:sp>
        <p:nvSpPr>
          <p:cNvPr id="5" name="Espace réservé de la date 3"/>
          <p:cNvSpPr>
            <a:spLocks noGrp="1"/>
          </p:cNvSpPr>
          <p:nvPr>
            <p:ph type="dt" sz="half" idx="2"/>
          </p:nvPr>
        </p:nvSpPr>
        <p:spPr>
          <a:xfrm>
            <a:off x="2627784" y="4927959"/>
            <a:ext cx="792088" cy="215542"/>
          </a:xfrm>
          <a:prstGeom prst="rect">
            <a:avLst/>
          </a:prstGeom>
        </p:spPr>
        <p:txBody>
          <a:bodyPr vert="horz" lIns="91440" tIns="45720" rIns="91440" bIns="45720" rtlCol="0" anchor="ctr"/>
          <a:lstStyle>
            <a:lvl1pPr marL="0" marR="0" indent="0" algn="l" defTabSz="457200" rtl="0" eaLnBrk="1" fontAlgn="auto" latinLnBrk="0" hangingPunct="1">
              <a:lnSpc>
                <a:spcPct val="100000"/>
              </a:lnSpc>
              <a:spcBef>
                <a:spcPts val="0"/>
              </a:spcBef>
              <a:spcAft>
                <a:spcPts val="0"/>
              </a:spcAft>
              <a:buClrTx/>
              <a:buSzTx/>
              <a:buFontTx/>
              <a:buNone/>
              <a:tabLst/>
              <a:defRPr sz="800">
                <a:solidFill>
                  <a:srgbClr val="4E4E4E"/>
                </a:solidFill>
                <a:latin typeface="+mn-lt"/>
              </a:defRPr>
            </a:lvl1pPr>
          </a:lstStyle>
          <a:p>
            <a:fld id="{3DC734A8-2269-3D45-9502-7EEB83BE1B5E}" type="datetimeFigureOut">
              <a:rPr lang="fr-FR" smtClean="0"/>
              <a:pPr/>
              <a:t>04/01/2026</a:t>
            </a:fld>
            <a:endParaRPr lang="fr-FR" dirty="0"/>
          </a:p>
        </p:txBody>
      </p:sp>
      <p:sp>
        <p:nvSpPr>
          <p:cNvPr id="6" name="Espace réservé du pied de page 4"/>
          <p:cNvSpPr>
            <a:spLocks noGrp="1"/>
          </p:cNvSpPr>
          <p:nvPr>
            <p:ph type="ftr" sz="quarter" idx="3"/>
          </p:nvPr>
        </p:nvSpPr>
        <p:spPr>
          <a:xfrm>
            <a:off x="3419872" y="4927957"/>
            <a:ext cx="4623460" cy="215543"/>
          </a:xfrm>
          <a:prstGeom prst="rect">
            <a:avLst/>
          </a:prstGeom>
        </p:spPr>
        <p:txBody>
          <a:bodyPr vert="horz" lIns="91440" tIns="45720" rIns="91440" bIns="45720" rtlCol="0" anchor="ctr"/>
          <a:lstStyle>
            <a:lvl1pPr algn="l">
              <a:defRPr sz="800">
                <a:solidFill>
                  <a:srgbClr val="4E4E4E"/>
                </a:solidFill>
                <a:latin typeface="+mn-lt"/>
              </a:defRPr>
            </a:lvl1pPr>
          </a:lstStyle>
          <a:p>
            <a:endParaRPr lang="fr-FR" dirty="0"/>
          </a:p>
        </p:txBody>
      </p:sp>
      <p:sp>
        <p:nvSpPr>
          <p:cNvPr id="7" name="Espace réservé du numéro de diapositive 5"/>
          <p:cNvSpPr>
            <a:spLocks noGrp="1"/>
          </p:cNvSpPr>
          <p:nvPr>
            <p:ph type="sldNum" sz="quarter" idx="4"/>
          </p:nvPr>
        </p:nvSpPr>
        <p:spPr>
          <a:xfrm>
            <a:off x="8043334" y="4927958"/>
            <a:ext cx="829251" cy="216000"/>
          </a:xfrm>
          <a:prstGeom prst="rect">
            <a:avLst/>
          </a:prstGeom>
        </p:spPr>
        <p:txBody>
          <a:bodyPr vert="horz" lIns="91440" tIns="45720" rIns="0" bIns="45720" rtlCol="0" anchor="ctr"/>
          <a:lstStyle>
            <a:lvl1pPr algn="r">
              <a:defRPr sz="800">
                <a:solidFill>
                  <a:srgbClr val="4E4E4E"/>
                </a:solidFill>
              </a:defRPr>
            </a:lvl1pPr>
          </a:lstStyle>
          <a:p>
            <a:fld id="{7F86108E-6173-CC4E-81D1-D6419E4934EE}" type="slidenum">
              <a:rPr lang="fr-FR" smtClean="0"/>
              <a:pPr/>
              <a:t>‹N°›</a:t>
            </a:fld>
            <a:endParaRPr lang="fr-FR" dirty="0"/>
          </a:p>
        </p:txBody>
      </p:sp>
    </p:spTree>
    <p:extLst>
      <p:ext uri="{BB962C8B-B14F-4D97-AF65-F5344CB8AC3E}">
        <p14:creationId xmlns:p14="http://schemas.microsoft.com/office/powerpoint/2010/main" val="25246896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Cliquez et modifiez le titre</a:t>
            </a:r>
            <a:endParaRPr lang="fr-FR" dirty="0"/>
          </a:p>
        </p:txBody>
      </p:sp>
      <p:sp>
        <p:nvSpPr>
          <p:cNvPr id="3" name="Espace réservé du contenu 2"/>
          <p:cNvSpPr>
            <a:spLocks noGrp="1"/>
          </p:cNvSpPr>
          <p:nvPr>
            <p:ph sz="half" idx="1"/>
          </p:nvPr>
        </p:nvSpPr>
        <p:spPr>
          <a:xfrm>
            <a:off x="457200" y="1200151"/>
            <a:ext cx="4038600" cy="339447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contenu 3"/>
          <p:cNvSpPr>
            <a:spLocks noGrp="1"/>
          </p:cNvSpPr>
          <p:nvPr>
            <p:ph sz="half" idx="2"/>
          </p:nvPr>
        </p:nvSpPr>
        <p:spPr>
          <a:xfrm>
            <a:off x="4648200" y="1200151"/>
            <a:ext cx="4038600" cy="339447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e la date 3"/>
          <p:cNvSpPr>
            <a:spLocks noGrp="1"/>
          </p:cNvSpPr>
          <p:nvPr>
            <p:ph type="dt" sz="half" idx="10"/>
          </p:nvPr>
        </p:nvSpPr>
        <p:spPr>
          <a:xfrm>
            <a:off x="2627784" y="4927959"/>
            <a:ext cx="792088" cy="215542"/>
          </a:xfrm>
          <a:prstGeom prst="rect">
            <a:avLst/>
          </a:prstGeom>
        </p:spPr>
        <p:txBody>
          <a:bodyPr vert="horz" lIns="91440" tIns="45720" rIns="91440" bIns="45720" rtlCol="0" anchor="ctr"/>
          <a:lstStyle>
            <a:lvl1pPr marL="0" marR="0" indent="0" algn="l" defTabSz="457200" rtl="0" eaLnBrk="1" fontAlgn="auto" latinLnBrk="0" hangingPunct="1">
              <a:lnSpc>
                <a:spcPct val="100000"/>
              </a:lnSpc>
              <a:spcBef>
                <a:spcPts val="0"/>
              </a:spcBef>
              <a:spcAft>
                <a:spcPts val="0"/>
              </a:spcAft>
              <a:buClrTx/>
              <a:buSzTx/>
              <a:buFontTx/>
              <a:buNone/>
              <a:tabLst/>
              <a:defRPr sz="800">
                <a:solidFill>
                  <a:srgbClr val="4E4E4E"/>
                </a:solidFill>
                <a:latin typeface="+mn-lt"/>
              </a:defRPr>
            </a:lvl1pPr>
          </a:lstStyle>
          <a:p>
            <a:fld id="{3DC734A8-2269-3D45-9502-7EEB83BE1B5E}" type="datetimeFigureOut">
              <a:rPr lang="fr-FR" smtClean="0"/>
              <a:pPr/>
              <a:t>04/01/2026</a:t>
            </a:fld>
            <a:endParaRPr lang="fr-FR" dirty="0"/>
          </a:p>
        </p:txBody>
      </p:sp>
      <p:sp>
        <p:nvSpPr>
          <p:cNvPr id="7" name="Espace réservé du pied de page 4"/>
          <p:cNvSpPr>
            <a:spLocks noGrp="1"/>
          </p:cNvSpPr>
          <p:nvPr>
            <p:ph type="ftr" sz="quarter" idx="3"/>
          </p:nvPr>
        </p:nvSpPr>
        <p:spPr>
          <a:xfrm>
            <a:off x="3419872" y="4927957"/>
            <a:ext cx="4623460" cy="215543"/>
          </a:xfrm>
          <a:prstGeom prst="rect">
            <a:avLst/>
          </a:prstGeom>
        </p:spPr>
        <p:txBody>
          <a:bodyPr vert="horz" lIns="91440" tIns="45720" rIns="91440" bIns="45720" rtlCol="0" anchor="ctr"/>
          <a:lstStyle>
            <a:lvl1pPr algn="l">
              <a:defRPr sz="800">
                <a:solidFill>
                  <a:srgbClr val="4E4E4E"/>
                </a:solidFill>
                <a:latin typeface="+mn-lt"/>
              </a:defRPr>
            </a:lvl1pPr>
          </a:lstStyle>
          <a:p>
            <a:endParaRPr lang="fr-FR" dirty="0"/>
          </a:p>
        </p:txBody>
      </p:sp>
      <p:sp>
        <p:nvSpPr>
          <p:cNvPr id="8" name="Espace réservé du numéro de diapositive 5"/>
          <p:cNvSpPr>
            <a:spLocks noGrp="1"/>
          </p:cNvSpPr>
          <p:nvPr>
            <p:ph type="sldNum" sz="quarter" idx="4"/>
          </p:nvPr>
        </p:nvSpPr>
        <p:spPr>
          <a:xfrm>
            <a:off x="8043334" y="4927958"/>
            <a:ext cx="829251" cy="216000"/>
          </a:xfrm>
          <a:prstGeom prst="rect">
            <a:avLst/>
          </a:prstGeom>
        </p:spPr>
        <p:txBody>
          <a:bodyPr vert="horz" lIns="91440" tIns="45720" rIns="0" bIns="45720" rtlCol="0" anchor="ctr"/>
          <a:lstStyle>
            <a:lvl1pPr algn="r">
              <a:defRPr sz="800">
                <a:solidFill>
                  <a:srgbClr val="4E4E4E"/>
                </a:solidFill>
              </a:defRPr>
            </a:lvl1pPr>
          </a:lstStyle>
          <a:p>
            <a:fld id="{7F86108E-6173-CC4E-81D1-D6419E4934EE}" type="slidenum">
              <a:rPr lang="fr-FR" smtClean="0"/>
              <a:pPr/>
              <a:t>‹N°›</a:t>
            </a:fld>
            <a:endParaRPr lang="fr-FR" dirty="0"/>
          </a:p>
        </p:txBody>
      </p:sp>
    </p:spTree>
    <p:extLst>
      <p:ext uri="{BB962C8B-B14F-4D97-AF65-F5344CB8AC3E}">
        <p14:creationId xmlns:p14="http://schemas.microsoft.com/office/powerpoint/2010/main" val="4244352802"/>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lvl1pPr>
              <a:defRPr/>
            </a:lvl1pPr>
          </a:lstStyle>
          <a:p>
            <a:r>
              <a:rPr lang="fr-FR"/>
              <a:t>Cliquez et modifiez le titre</a:t>
            </a:r>
          </a:p>
        </p:txBody>
      </p:sp>
      <p:sp>
        <p:nvSpPr>
          <p:cNvPr id="3" name="Espace réservé du texte 2"/>
          <p:cNvSpPr>
            <a:spLocks noGrp="1"/>
          </p:cNvSpPr>
          <p:nvPr>
            <p:ph type="body" idx="1"/>
          </p:nvPr>
        </p:nvSpPr>
        <p:spPr>
          <a:xfrm>
            <a:off x="457200" y="1151335"/>
            <a:ext cx="4040188"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4" name="Espace réservé du contenu 3"/>
          <p:cNvSpPr>
            <a:spLocks noGrp="1"/>
          </p:cNvSpPr>
          <p:nvPr>
            <p:ph sz="half" idx="2"/>
          </p:nvPr>
        </p:nvSpPr>
        <p:spPr>
          <a:xfrm>
            <a:off x="457200" y="1631156"/>
            <a:ext cx="4040188"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u texte 4"/>
          <p:cNvSpPr>
            <a:spLocks noGrp="1"/>
          </p:cNvSpPr>
          <p:nvPr>
            <p:ph type="body" sz="quarter" idx="3"/>
          </p:nvPr>
        </p:nvSpPr>
        <p:spPr>
          <a:xfrm>
            <a:off x="4645026" y="1151335"/>
            <a:ext cx="4041775"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6" name="Espace réservé du contenu 5"/>
          <p:cNvSpPr>
            <a:spLocks noGrp="1"/>
          </p:cNvSpPr>
          <p:nvPr>
            <p:ph sz="quarter" idx="4"/>
          </p:nvPr>
        </p:nvSpPr>
        <p:spPr>
          <a:xfrm>
            <a:off x="4645026" y="1631156"/>
            <a:ext cx="4041775"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10" name="Espace réservé de la date 3"/>
          <p:cNvSpPr>
            <a:spLocks noGrp="1"/>
          </p:cNvSpPr>
          <p:nvPr>
            <p:ph type="dt" sz="half" idx="10"/>
          </p:nvPr>
        </p:nvSpPr>
        <p:spPr>
          <a:xfrm>
            <a:off x="2627784" y="4927959"/>
            <a:ext cx="792088" cy="215542"/>
          </a:xfrm>
          <a:prstGeom prst="rect">
            <a:avLst/>
          </a:prstGeom>
        </p:spPr>
        <p:txBody>
          <a:bodyPr vert="horz" lIns="91440" tIns="45720" rIns="91440" bIns="45720" rtlCol="0" anchor="ctr"/>
          <a:lstStyle>
            <a:lvl1pPr marL="0" marR="0" indent="0" algn="l" defTabSz="457200" rtl="0" eaLnBrk="1" fontAlgn="auto" latinLnBrk="0" hangingPunct="1">
              <a:lnSpc>
                <a:spcPct val="100000"/>
              </a:lnSpc>
              <a:spcBef>
                <a:spcPts val="0"/>
              </a:spcBef>
              <a:spcAft>
                <a:spcPts val="0"/>
              </a:spcAft>
              <a:buClrTx/>
              <a:buSzTx/>
              <a:buFontTx/>
              <a:buNone/>
              <a:tabLst/>
              <a:defRPr sz="800">
                <a:solidFill>
                  <a:srgbClr val="4E4E4E"/>
                </a:solidFill>
                <a:latin typeface="+mn-lt"/>
              </a:defRPr>
            </a:lvl1pPr>
          </a:lstStyle>
          <a:p>
            <a:fld id="{3DC734A8-2269-3D45-9502-7EEB83BE1B5E}" type="datetimeFigureOut">
              <a:rPr lang="fr-FR" smtClean="0"/>
              <a:pPr/>
              <a:t>04/01/2026</a:t>
            </a:fld>
            <a:endParaRPr lang="fr-FR" dirty="0"/>
          </a:p>
        </p:txBody>
      </p:sp>
      <p:sp>
        <p:nvSpPr>
          <p:cNvPr id="11" name="Espace réservé du pied de page 4"/>
          <p:cNvSpPr>
            <a:spLocks noGrp="1"/>
          </p:cNvSpPr>
          <p:nvPr>
            <p:ph type="ftr" sz="quarter" idx="11"/>
          </p:nvPr>
        </p:nvSpPr>
        <p:spPr>
          <a:xfrm>
            <a:off x="3419872" y="4927957"/>
            <a:ext cx="4623460" cy="215543"/>
          </a:xfrm>
          <a:prstGeom prst="rect">
            <a:avLst/>
          </a:prstGeom>
        </p:spPr>
        <p:txBody>
          <a:bodyPr vert="horz" lIns="91440" tIns="45720" rIns="91440" bIns="45720" rtlCol="0" anchor="ctr"/>
          <a:lstStyle>
            <a:lvl1pPr algn="l">
              <a:defRPr sz="800">
                <a:solidFill>
                  <a:srgbClr val="4E4E4E"/>
                </a:solidFill>
                <a:latin typeface="+mn-lt"/>
              </a:defRPr>
            </a:lvl1pPr>
          </a:lstStyle>
          <a:p>
            <a:endParaRPr lang="fr-FR" dirty="0"/>
          </a:p>
        </p:txBody>
      </p:sp>
      <p:sp>
        <p:nvSpPr>
          <p:cNvPr id="12" name="Espace réservé du numéro de diapositive 5"/>
          <p:cNvSpPr>
            <a:spLocks noGrp="1"/>
          </p:cNvSpPr>
          <p:nvPr>
            <p:ph type="sldNum" sz="quarter" idx="12"/>
          </p:nvPr>
        </p:nvSpPr>
        <p:spPr>
          <a:xfrm>
            <a:off x="8043334" y="4927958"/>
            <a:ext cx="829251" cy="216000"/>
          </a:xfrm>
          <a:prstGeom prst="rect">
            <a:avLst/>
          </a:prstGeom>
        </p:spPr>
        <p:txBody>
          <a:bodyPr vert="horz" lIns="91440" tIns="45720" rIns="0" bIns="45720" rtlCol="0" anchor="ctr"/>
          <a:lstStyle>
            <a:lvl1pPr algn="r">
              <a:defRPr sz="800">
                <a:solidFill>
                  <a:srgbClr val="4E4E4E"/>
                </a:solidFill>
              </a:defRPr>
            </a:lvl1pPr>
          </a:lstStyle>
          <a:p>
            <a:fld id="{7F86108E-6173-CC4E-81D1-D6419E4934EE}" type="slidenum">
              <a:rPr lang="fr-FR" smtClean="0"/>
              <a:pPr/>
              <a:t>‹N°›</a:t>
            </a:fld>
            <a:endParaRPr lang="fr-FR" dirty="0"/>
          </a:p>
        </p:txBody>
      </p:sp>
    </p:spTree>
    <p:extLst>
      <p:ext uri="{BB962C8B-B14F-4D97-AF65-F5344CB8AC3E}">
        <p14:creationId xmlns:p14="http://schemas.microsoft.com/office/powerpoint/2010/main" val="133881091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Cliquez et modifiez le titre</a:t>
            </a:r>
          </a:p>
        </p:txBody>
      </p:sp>
      <p:sp>
        <p:nvSpPr>
          <p:cNvPr id="6" name="Espace réservé de la date 3"/>
          <p:cNvSpPr>
            <a:spLocks noGrp="1"/>
          </p:cNvSpPr>
          <p:nvPr>
            <p:ph type="dt" sz="half" idx="2"/>
          </p:nvPr>
        </p:nvSpPr>
        <p:spPr>
          <a:xfrm>
            <a:off x="2627784" y="4927959"/>
            <a:ext cx="792088" cy="215542"/>
          </a:xfrm>
          <a:prstGeom prst="rect">
            <a:avLst/>
          </a:prstGeom>
        </p:spPr>
        <p:txBody>
          <a:bodyPr vert="horz" lIns="91440" tIns="45720" rIns="91440" bIns="45720" rtlCol="0" anchor="ctr"/>
          <a:lstStyle>
            <a:lvl1pPr marL="0" marR="0" indent="0" algn="l" defTabSz="457200" rtl="0" eaLnBrk="1" fontAlgn="auto" latinLnBrk="0" hangingPunct="1">
              <a:lnSpc>
                <a:spcPct val="100000"/>
              </a:lnSpc>
              <a:spcBef>
                <a:spcPts val="0"/>
              </a:spcBef>
              <a:spcAft>
                <a:spcPts val="0"/>
              </a:spcAft>
              <a:buClrTx/>
              <a:buSzTx/>
              <a:buFontTx/>
              <a:buNone/>
              <a:tabLst/>
              <a:defRPr sz="800">
                <a:solidFill>
                  <a:srgbClr val="4E4E4E"/>
                </a:solidFill>
                <a:latin typeface="+mn-lt"/>
              </a:defRPr>
            </a:lvl1pPr>
          </a:lstStyle>
          <a:p>
            <a:fld id="{3DC734A8-2269-3D45-9502-7EEB83BE1B5E}" type="datetimeFigureOut">
              <a:rPr lang="fr-FR" smtClean="0"/>
              <a:pPr/>
              <a:t>04/01/2026</a:t>
            </a:fld>
            <a:endParaRPr lang="fr-FR" dirty="0"/>
          </a:p>
        </p:txBody>
      </p:sp>
      <p:sp>
        <p:nvSpPr>
          <p:cNvPr id="7" name="Espace réservé du pied de page 4"/>
          <p:cNvSpPr>
            <a:spLocks noGrp="1"/>
          </p:cNvSpPr>
          <p:nvPr>
            <p:ph type="ftr" sz="quarter" idx="3"/>
          </p:nvPr>
        </p:nvSpPr>
        <p:spPr>
          <a:xfrm>
            <a:off x="3419872" y="4927957"/>
            <a:ext cx="4623460" cy="215543"/>
          </a:xfrm>
          <a:prstGeom prst="rect">
            <a:avLst/>
          </a:prstGeom>
        </p:spPr>
        <p:txBody>
          <a:bodyPr vert="horz" lIns="91440" tIns="45720" rIns="91440" bIns="45720" rtlCol="0" anchor="ctr"/>
          <a:lstStyle>
            <a:lvl1pPr algn="l">
              <a:defRPr sz="800">
                <a:solidFill>
                  <a:srgbClr val="4E4E4E"/>
                </a:solidFill>
                <a:latin typeface="+mn-lt"/>
              </a:defRPr>
            </a:lvl1pPr>
          </a:lstStyle>
          <a:p>
            <a:endParaRPr lang="fr-FR" dirty="0"/>
          </a:p>
        </p:txBody>
      </p:sp>
      <p:sp>
        <p:nvSpPr>
          <p:cNvPr id="8" name="Espace réservé du numéro de diapositive 5"/>
          <p:cNvSpPr>
            <a:spLocks noGrp="1"/>
          </p:cNvSpPr>
          <p:nvPr>
            <p:ph type="sldNum" sz="quarter" idx="4"/>
          </p:nvPr>
        </p:nvSpPr>
        <p:spPr>
          <a:xfrm>
            <a:off x="8043334" y="4927958"/>
            <a:ext cx="829251" cy="216000"/>
          </a:xfrm>
          <a:prstGeom prst="rect">
            <a:avLst/>
          </a:prstGeom>
        </p:spPr>
        <p:txBody>
          <a:bodyPr vert="horz" lIns="91440" tIns="45720" rIns="0" bIns="45720" rtlCol="0" anchor="ctr"/>
          <a:lstStyle>
            <a:lvl1pPr algn="r">
              <a:defRPr sz="800">
                <a:solidFill>
                  <a:srgbClr val="4E4E4E"/>
                </a:solidFill>
              </a:defRPr>
            </a:lvl1pPr>
          </a:lstStyle>
          <a:p>
            <a:fld id="{7F86108E-6173-CC4E-81D1-D6419E4934EE}" type="slidenum">
              <a:rPr lang="fr-FR" smtClean="0"/>
              <a:pPr/>
              <a:t>‹N°›</a:t>
            </a:fld>
            <a:endParaRPr lang="fr-FR" dirty="0"/>
          </a:p>
        </p:txBody>
      </p:sp>
    </p:spTree>
    <p:extLst>
      <p:ext uri="{BB962C8B-B14F-4D97-AF65-F5344CB8AC3E}">
        <p14:creationId xmlns:p14="http://schemas.microsoft.com/office/powerpoint/2010/main" val="4286470187"/>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3" name="Espace réservé de la date 3"/>
          <p:cNvSpPr>
            <a:spLocks noGrp="1"/>
          </p:cNvSpPr>
          <p:nvPr>
            <p:ph type="dt" sz="half" idx="2"/>
          </p:nvPr>
        </p:nvSpPr>
        <p:spPr>
          <a:xfrm>
            <a:off x="2627784" y="4927959"/>
            <a:ext cx="792088" cy="215542"/>
          </a:xfrm>
          <a:prstGeom prst="rect">
            <a:avLst/>
          </a:prstGeom>
        </p:spPr>
        <p:txBody>
          <a:bodyPr vert="horz" lIns="91440" tIns="45720" rIns="91440" bIns="45720" rtlCol="0" anchor="ctr"/>
          <a:lstStyle>
            <a:lvl1pPr marL="0" marR="0" indent="0" algn="l" defTabSz="457200" rtl="0" eaLnBrk="1" fontAlgn="auto" latinLnBrk="0" hangingPunct="1">
              <a:lnSpc>
                <a:spcPct val="100000"/>
              </a:lnSpc>
              <a:spcBef>
                <a:spcPts val="0"/>
              </a:spcBef>
              <a:spcAft>
                <a:spcPts val="0"/>
              </a:spcAft>
              <a:buClrTx/>
              <a:buSzTx/>
              <a:buFontTx/>
              <a:buNone/>
              <a:tabLst/>
              <a:defRPr sz="800">
                <a:solidFill>
                  <a:srgbClr val="4E4E4E"/>
                </a:solidFill>
                <a:latin typeface="+mn-lt"/>
              </a:defRPr>
            </a:lvl1pPr>
          </a:lstStyle>
          <a:p>
            <a:fld id="{3DC734A8-2269-3D45-9502-7EEB83BE1B5E}" type="datetimeFigureOut">
              <a:rPr lang="fr-FR" smtClean="0"/>
              <a:pPr/>
              <a:t>04/01/2026</a:t>
            </a:fld>
            <a:endParaRPr lang="fr-FR" dirty="0"/>
          </a:p>
        </p:txBody>
      </p:sp>
      <p:sp>
        <p:nvSpPr>
          <p:cNvPr id="4" name="Espace réservé du pied de page 4"/>
          <p:cNvSpPr>
            <a:spLocks noGrp="1"/>
          </p:cNvSpPr>
          <p:nvPr>
            <p:ph type="ftr" sz="quarter" idx="3"/>
          </p:nvPr>
        </p:nvSpPr>
        <p:spPr>
          <a:xfrm>
            <a:off x="3419872" y="4927957"/>
            <a:ext cx="4623460" cy="215543"/>
          </a:xfrm>
          <a:prstGeom prst="rect">
            <a:avLst/>
          </a:prstGeom>
        </p:spPr>
        <p:txBody>
          <a:bodyPr vert="horz" lIns="91440" tIns="45720" rIns="91440" bIns="45720" rtlCol="0" anchor="ctr"/>
          <a:lstStyle>
            <a:lvl1pPr algn="l">
              <a:defRPr sz="800">
                <a:solidFill>
                  <a:srgbClr val="4E4E4E"/>
                </a:solidFill>
                <a:latin typeface="+mn-lt"/>
              </a:defRPr>
            </a:lvl1pPr>
          </a:lstStyle>
          <a:p>
            <a:endParaRPr lang="fr-FR" dirty="0"/>
          </a:p>
        </p:txBody>
      </p:sp>
      <p:sp>
        <p:nvSpPr>
          <p:cNvPr id="5" name="Espace réservé du numéro de diapositive 5"/>
          <p:cNvSpPr>
            <a:spLocks noGrp="1"/>
          </p:cNvSpPr>
          <p:nvPr>
            <p:ph type="sldNum" sz="quarter" idx="4"/>
          </p:nvPr>
        </p:nvSpPr>
        <p:spPr>
          <a:xfrm>
            <a:off x="8043334" y="4927958"/>
            <a:ext cx="829251" cy="216000"/>
          </a:xfrm>
          <a:prstGeom prst="rect">
            <a:avLst/>
          </a:prstGeom>
        </p:spPr>
        <p:txBody>
          <a:bodyPr vert="horz" lIns="91440" tIns="45720" rIns="0" bIns="45720" rtlCol="0" anchor="ctr"/>
          <a:lstStyle>
            <a:lvl1pPr algn="r">
              <a:defRPr sz="800">
                <a:solidFill>
                  <a:srgbClr val="4E4E4E"/>
                </a:solidFill>
              </a:defRPr>
            </a:lvl1pPr>
          </a:lstStyle>
          <a:p>
            <a:fld id="{7F86108E-6173-CC4E-81D1-D6419E4934EE}" type="slidenum">
              <a:rPr lang="fr-FR" smtClean="0"/>
              <a:pPr/>
              <a:t>‹N°›</a:t>
            </a:fld>
            <a:endParaRPr lang="fr-FR" dirty="0"/>
          </a:p>
        </p:txBody>
      </p:sp>
    </p:spTree>
    <p:extLst>
      <p:ext uri="{BB962C8B-B14F-4D97-AF65-F5344CB8AC3E}">
        <p14:creationId xmlns:p14="http://schemas.microsoft.com/office/powerpoint/2010/main" val="2561710790"/>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457201" y="1131590"/>
            <a:ext cx="3008313" cy="907542"/>
          </a:xfrm>
        </p:spPr>
        <p:txBody>
          <a:bodyPr/>
          <a:lstStyle>
            <a:lvl1pPr algn="l">
              <a:defRPr sz="2000" b="1"/>
            </a:lvl1pPr>
          </a:lstStyle>
          <a:p>
            <a:r>
              <a:rPr lang="fr-FR"/>
              <a:t>Cliquez et modifiez le titre</a:t>
            </a:r>
            <a:endParaRPr lang="fr-FR" dirty="0"/>
          </a:p>
        </p:txBody>
      </p:sp>
      <p:sp>
        <p:nvSpPr>
          <p:cNvPr id="3" name="Espace réservé du contenu 2"/>
          <p:cNvSpPr>
            <a:spLocks noGrp="1"/>
          </p:cNvSpPr>
          <p:nvPr>
            <p:ph idx="1"/>
          </p:nvPr>
        </p:nvSpPr>
        <p:spPr>
          <a:xfrm>
            <a:off x="3575050" y="1131590"/>
            <a:ext cx="5111750" cy="346303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texte 3"/>
          <p:cNvSpPr>
            <a:spLocks noGrp="1"/>
          </p:cNvSpPr>
          <p:nvPr>
            <p:ph type="body" sz="half" idx="2"/>
          </p:nvPr>
        </p:nvSpPr>
        <p:spPr>
          <a:xfrm>
            <a:off x="457201" y="2085697"/>
            <a:ext cx="3008313" cy="250892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Cliquez pour modifier les styles du texte du masque</a:t>
            </a:r>
          </a:p>
        </p:txBody>
      </p:sp>
      <p:sp>
        <p:nvSpPr>
          <p:cNvPr id="6" name="Espace réservé de la date 3"/>
          <p:cNvSpPr>
            <a:spLocks noGrp="1"/>
          </p:cNvSpPr>
          <p:nvPr>
            <p:ph type="dt" sz="half" idx="10"/>
          </p:nvPr>
        </p:nvSpPr>
        <p:spPr>
          <a:xfrm>
            <a:off x="2627784" y="4927959"/>
            <a:ext cx="792088" cy="215542"/>
          </a:xfrm>
          <a:prstGeom prst="rect">
            <a:avLst/>
          </a:prstGeom>
        </p:spPr>
        <p:txBody>
          <a:bodyPr vert="horz" lIns="91440" tIns="45720" rIns="91440" bIns="45720" rtlCol="0" anchor="ctr"/>
          <a:lstStyle>
            <a:lvl1pPr marL="0" marR="0" indent="0" algn="l" defTabSz="457200" rtl="0" eaLnBrk="1" fontAlgn="auto" latinLnBrk="0" hangingPunct="1">
              <a:lnSpc>
                <a:spcPct val="100000"/>
              </a:lnSpc>
              <a:spcBef>
                <a:spcPts val="0"/>
              </a:spcBef>
              <a:spcAft>
                <a:spcPts val="0"/>
              </a:spcAft>
              <a:buClrTx/>
              <a:buSzTx/>
              <a:buFontTx/>
              <a:buNone/>
              <a:tabLst/>
              <a:defRPr sz="800">
                <a:solidFill>
                  <a:srgbClr val="4E4E4E"/>
                </a:solidFill>
                <a:latin typeface="+mn-lt"/>
              </a:defRPr>
            </a:lvl1pPr>
          </a:lstStyle>
          <a:p>
            <a:fld id="{3DC734A8-2269-3D45-9502-7EEB83BE1B5E}" type="datetimeFigureOut">
              <a:rPr lang="fr-FR" smtClean="0"/>
              <a:pPr/>
              <a:t>04/01/2026</a:t>
            </a:fld>
            <a:endParaRPr lang="fr-FR" dirty="0"/>
          </a:p>
        </p:txBody>
      </p:sp>
      <p:sp>
        <p:nvSpPr>
          <p:cNvPr id="7" name="Espace réservé du pied de page 4"/>
          <p:cNvSpPr>
            <a:spLocks noGrp="1"/>
          </p:cNvSpPr>
          <p:nvPr>
            <p:ph type="ftr" sz="quarter" idx="3"/>
          </p:nvPr>
        </p:nvSpPr>
        <p:spPr>
          <a:xfrm>
            <a:off x="3419872" y="4927957"/>
            <a:ext cx="4623460" cy="215543"/>
          </a:xfrm>
          <a:prstGeom prst="rect">
            <a:avLst/>
          </a:prstGeom>
        </p:spPr>
        <p:txBody>
          <a:bodyPr vert="horz" lIns="91440" tIns="45720" rIns="91440" bIns="45720" rtlCol="0" anchor="ctr"/>
          <a:lstStyle>
            <a:lvl1pPr algn="l">
              <a:defRPr sz="800">
                <a:solidFill>
                  <a:srgbClr val="4E4E4E"/>
                </a:solidFill>
                <a:latin typeface="+mn-lt"/>
              </a:defRPr>
            </a:lvl1pPr>
          </a:lstStyle>
          <a:p>
            <a:endParaRPr lang="fr-FR" dirty="0"/>
          </a:p>
        </p:txBody>
      </p:sp>
      <p:sp>
        <p:nvSpPr>
          <p:cNvPr id="8" name="Espace réservé du numéro de diapositive 5"/>
          <p:cNvSpPr>
            <a:spLocks noGrp="1"/>
          </p:cNvSpPr>
          <p:nvPr>
            <p:ph type="sldNum" sz="quarter" idx="4"/>
          </p:nvPr>
        </p:nvSpPr>
        <p:spPr>
          <a:xfrm>
            <a:off x="8043334" y="4927958"/>
            <a:ext cx="829251" cy="216000"/>
          </a:xfrm>
          <a:prstGeom prst="rect">
            <a:avLst/>
          </a:prstGeom>
        </p:spPr>
        <p:txBody>
          <a:bodyPr vert="horz" lIns="91440" tIns="45720" rIns="0" bIns="45720" rtlCol="0" anchor="ctr"/>
          <a:lstStyle>
            <a:lvl1pPr algn="r">
              <a:defRPr sz="800">
                <a:solidFill>
                  <a:srgbClr val="4E4E4E"/>
                </a:solidFill>
              </a:defRPr>
            </a:lvl1pPr>
          </a:lstStyle>
          <a:p>
            <a:fld id="{7F86108E-6173-CC4E-81D1-D6419E4934EE}" type="slidenum">
              <a:rPr lang="fr-FR" smtClean="0"/>
              <a:pPr/>
              <a:t>‹N°›</a:t>
            </a:fld>
            <a:endParaRPr lang="fr-FR" dirty="0"/>
          </a:p>
        </p:txBody>
      </p:sp>
    </p:spTree>
    <p:extLst>
      <p:ext uri="{BB962C8B-B14F-4D97-AF65-F5344CB8AC3E}">
        <p14:creationId xmlns:p14="http://schemas.microsoft.com/office/powerpoint/2010/main" val="4019780258"/>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1792288" y="3600450"/>
            <a:ext cx="5486400" cy="425054"/>
          </a:xfrm>
        </p:spPr>
        <p:txBody>
          <a:bodyPr/>
          <a:lstStyle>
            <a:lvl1pPr algn="l">
              <a:defRPr sz="2000" b="1"/>
            </a:lvl1pPr>
          </a:lstStyle>
          <a:p>
            <a:r>
              <a:rPr lang="fr-FR"/>
              <a:t>Cliquez et modifiez le titre</a:t>
            </a:r>
            <a:endParaRPr lang="fr-FR" dirty="0"/>
          </a:p>
        </p:txBody>
      </p:sp>
      <p:sp>
        <p:nvSpPr>
          <p:cNvPr id="3" name="Espace réservé pour une image  2"/>
          <p:cNvSpPr>
            <a:spLocks noGrp="1"/>
          </p:cNvSpPr>
          <p:nvPr>
            <p:ph type="pic" idx="1"/>
          </p:nvPr>
        </p:nvSpPr>
        <p:spPr>
          <a:xfrm>
            <a:off x="1792288" y="789552"/>
            <a:ext cx="5486400" cy="2756129"/>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fr-FR" noProof="0"/>
              <a:t>Faire glisser l'image vers l'espace réservé ou cliquer sur l'icône pour l'ajouter</a:t>
            </a:r>
          </a:p>
        </p:txBody>
      </p:sp>
      <p:sp>
        <p:nvSpPr>
          <p:cNvPr id="4" name="Espace réservé du texte 3"/>
          <p:cNvSpPr>
            <a:spLocks noGrp="1"/>
          </p:cNvSpPr>
          <p:nvPr>
            <p:ph type="body" sz="half" idx="2"/>
          </p:nvPr>
        </p:nvSpPr>
        <p:spPr>
          <a:xfrm>
            <a:off x="1792288" y="4025503"/>
            <a:ext cx="5486400" cy="60364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Cliquez pour modifier les styles du texte du masque</a:t>
            </a:r>
          </a:p>
        </p:txBody>
      </p:sp>
      <p:sp>
        <p:nvSpPr>
          <p:cNvPr id="6" name="Espace réservé de la date 3"/>
          <p:cNvSpPr>
            <a:spLocks noGrp="1"/>
          </p:cNvSpPr>
          <p:nvPr>
            <p:ph type="dt" sz="half" idx="10"/>
          </p:nvPr>
        </p:nvSpPr>
        <p:spPr>
          <a:xfrm>
            <a:off x="2627784" y="4927959"/>
            <a:ext cx="792088" cy="215542"/>
          </a:xfrm>
          <a:prstGeom prst="rect">
            <a:avLst/>
          </a:prstGeom>
        </p:spPr>
        <p:txBody>
          <a:bodyPr vert="horz" lIns="91440" tIns="45720" rIns="91440" bIns="45720" rtlCol="0" anchor="ctr"/>
          <a:lstStyle>
            <a:lvl1pPr marL="0" marR="0" indent="0" algn="l" defTabSz="457200" rtl="0" eaLnBrk="1" fontAlgn="auto" latinLnBrk="0" hangingPunct="1">
              <a:lnSpc>
                <a:spcPct val="100000"/>
              </a:lnSpc>
              <a:spcBef>
                <a:spcPts val="0"/>
              </a:spcBef>
              <a:spcAft>
                <a:spcPts val="0"/>
              </a:spcAft>
              <a:buClrTx/>
              <a:buSzTx/>
              <a:buFontTx/>
              <a:buNone/>
              <a:tabLst/>
              <a:defRPr sz="800">
                <a:solidFill>
                  <a:srgbClr val="4E4E4E"/>
                </a:solidFill>
                <a:latin typeface="+mn-lt"/>
              </a:defRPr>
            </a:lvl1pPr>
          </a:lstStyle>
          <a:p>
            <a:fld id="{3DC734A8-2269-3D45-9502-7EEB83BE1B5E}" type="datetimeFigureOut">
              <a:rPr lang="fr-FR" smtClean="0"/>
              <a:pPr/>
              <a:t>04/01/2026</a:t>
            </a:fld>
            <a:endParaRPr lang="fr-FR" dirty="0"/>
          </a:p>
        </p:txBody>
      </p:sp>
      <p:sp>
        <p:nvSpPr>
          <p:cNvPr id="7" name="Espace réservé du pied de page 4"/>
          <p:cNvSpPr>
            <a:spLocks noGrp="1"/>
          </p:cNvSpPr>
          <p:nvPr>
            <p:ph type="ftr" sz="quarter" idx="3"/>
          </p:nvPr>
        </p:nvSpPr>
        <p:spPr>
          <a:xfrm>
            <a:off x="3419872" y="4927957"/>
            <a:ext cx="4623460" cy="215543"/>
          </a:xfrm>
          <a:prstGeom prst="rect">
            <a:avLst/>
          </a:prstGeom>
        </p:spPr>
        <p:txBody>
          <a:bodyPr vert="horz" lIns="91440" tIns="45720" rIns="91440" bIns="45720" rtlCol="0" anchor="ctr"/>
          <a:lstStyle>
            <a:lvl1pPr algn="l">
              <a:defRPr sz="800">
                <a:solidFill>
                  <a:srgbClr val="4E4E4E"/>
                </a:solidFill>
                <a:latin typeface="+mn-lt"/>
              </a:defRPr>
            </a:lvl1pPr>
          </a:lstStyle>
          <a:p>
            <a:endParaRPr lang="fr-FR" dirty="0"/>
          </a:p>
        </p:txBody>
      </p:sp>
      <p:sp>
        <p:nvSpPr>
          <p:cNvPr id="8" name="Espace réservé du numéro de diapositive 5"/>
          <p:cNvSpPr>
            <a:spLocks noGrp="1"/>
          </p:cNvSpPr>
          <p:nvPr>
            <p:ph type="sldNum" sz="quarter" idx="4"/>
          </p:nvPr>
        </p:nvSpPr>
        <p:spPr>
          <a:xfrm>
            <a:off x="8043334" y="4927958"/>
            <a:ext cx="829251" cy="216000"/>
          </a:xfrm>
          <a:prstGeom prst="rect">
            <a:avLst/>
          </a:prstGeom>
        </p:spPr>
        <p:txBody>
          <a:bodyPr vert="horz" lIns="91440" tIns="45720" rIns="0" bIns="45720" rtlCol="0" anchor="ctr"/>
          <a:lstStyle>
            <a:lvl1pPr algn="r">
              <a:defRPr sz="800">
                <a:solidFill>
                  <a:srgbClr val="4E4E4E"/>
                </a:solidFill>
              </a:defRPr>
            </a:lvl1pPr>
          </a:lstStyle>
          <a:p>
            <a:fld id="{7F86108E-6173-CC4E-81D1-D6419E4934EE}" type="slidenum">
              <a:rPr lang="fr-FR" smtClean="0"/>
              <a:pPr/>
              <a:t>‹N°›</a:t>
            </a:fld>
            <a:endParaRPr lang="fr-FR" dirty="0"/>
          </a:p>
        </p:txBody>
      </p:sp>
    </p:spTree>
    <p:extLst>
      <p:ext uri="{BB962C8B-B14F-4D97-AF65-F5344CB8AC3E}">
        <p14:creationId xmlns:p14="http://schemas.microsoft.com/office/powerpoint/2010/main" val="1902870204"/>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obj">
  <p:cSld name="1_Titre et contenu">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Modifiez le style du titre</a:t>
            </a:r>
          </a:p>
        </p:txBody>
      </p:sp>
      <p:sp>
        <p:nvSpPr>
          <p:cNvPr id="3" name="Espace réservé du contenu 2"/>
          <p:cNvSpPr>
            <a:spLocks noGrp="1"/>
          </p:cNvSpPr>
          <p:nvPr>
            <p:ph idx="1"/>
          </p:nvPr>
        </p:nvSpPr>
        <p:spPr/>
        <p:txBody>
          <a:body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p:cNvSpPr>
            <a:spLocks noGrp="1"/>
          </p:cNvSpPr>
          <p:nvPr>
            <p:ph type="dt" sz="half" idx="10"/>
          </p:nvPr>
        </p:nvSpPr>
        <p:spPr>
          <a:xfrm>
            <a:off x="628650" y="4767263"/>
            <a:ext cx="2057400" cy="273844"/>
          </a:xfrm>
          <a:prstGeom prst="rect">
            <a:avLst/>
          </a:prstGeom>
        </p:spPr>
        <p:txBody>
          <a:bodyPr/>
          <a:lstStyle/>
          <a:p>
            <a:fld id="{915A1A6E-738D-469D-B235-C77BD94B88C9}" type="datetime1">
              <a:rPr lang="fr-FR" smtClean="0"/>
              <a:pPr/>
              <a:t>04/01/2026</a:t>
            </a:fld>
            <a:endParaRPr lang="fr-FR"/>
          </a:p>
        </p:txBody>
      </p:sp>
      <p:sp>
        <p:nvSpPr>
          <p:cNvPr id="5" name="Espace réservé du pied de page 4"/>
          <p:cNvSpPr>
            <a:spLocks noGrp="1"/>
          </p:cNvSpPr>
          <p:nvPr>
            <p:ph type="ftr" sz="quarter" idx="11"/>
          </p:nvPr>
        </p:nvSpPr>
        <p:spPr>
          <a:xfrm>
            <a:off x="3028950" y="4767263"/>
            <a:ext cx="3086100" cy="273844"/>
          </a:xfrm>
          <a:prstGeom prst="rect">
            <a:avLst/>
          </a:prstGeom>
        </p:spPr>
        <p:txBody>
          <a:bodyPr/>
          <a:lstStyle/>
          <a:p>
            <a:endParaRPr lang="fr-FR"/>
          </a:p>
        </p:txBody>
      </p:sp>
      <p:sp>
        <p:nvSpPr>
          <p:cNvPr id="6" name="Espace réservé du numéro de diapositive 5"/>
          <p:cNvSpPr>
            <a:spLocks noGrp="1"/>
          </p:cNvSpPr>
          <p:nvPr>
            <p:ph type="sldNum" sz="quarter" idx="12"/>
          </p:nvPr>
        </p:nvSpPr>
        <p:spPr/>
        <p:txBody>
          <a:bodyPr/>
          <a:lstStyle/>
          <a:p>
            <a:fld id="{0E0CB0B4-E462-4E7F-8C92-264360E24A74}" type="slidenum">
              <a:rPr lang="fr-FR" smtClean="0"/>
              <a:pPr/>
              <a:t>‹N°›</a:t>
            </a:fld>
            <a:endParaRPr lang="fr-FR"/>
          </a:p>
        </p:txBody>
      </p:sp>
    </p:spTree>
    <p:extLst>
      <p:ext uri="{BB962C8B-B14F-4D97-AF65-F5344CB8AC3E}">
        <p14:creationId xmlns:p14="http://schemas.microsoft.com/office/powerpoint/2010/main" val="411074368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3" Type="http://schemas.openxmlformats.org/officeDocument/2006/relationships/theme" Target="../theme/theme2.xml"/><Relationship Id="rId2" Type="http://schemas.openxmlformats.org/officeDocument/2006/relationships/slideLayout" Target="../slideLayouts/slideLayout12.xml"/><Relationship Id="rId1" Type="http://schemas.openxmlformats.org/officeDocument/2006/relationships/slideLayout" Target="../slideLayouts/slideLayout11.xml"/><Relationship Id="rId5" Type="http://schemas.openxmlformats.org/officeDocument/2006/relationships/image" Target="../media/image3.png"/><Relationship Id="rId4" Type="http://schemas.openxmlformats.org/officeDocument/2006/relationships/image" Target="../media/image2.jpeg"/></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20.xml"/><Relationship Id="rId13" Type="http://schemas.openxmlformats.org/officeDocument/2006/relationships/image" Target="../media/image1.png"/><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theme" Target="../theme/theme3.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4" name="Image 3"/>
          <p:cNvPicPr>
            <a:picLocks noChangeAspect="1"/>
          </p:cNvPicPr>
          <p:nvPr userDrawn="1"/>
        </p:nvPicPr>
        <p:blipFill>
          <a:blip r:embed="rId12" cstate="email">
            <a:extLst>
              <a:ext uri="{28A0092B-C50C-407E-A947-70E740481C1C}">
                <a14:useLocalDpi xmlns:a14="http://schemas.microsoft.com/office/drawing/2010/main" val="0"/>
              </a:ext>
            </a:extLst>
          </a:blip>
          <a:stretch>
            <a:fillRect/>
          </a:stretch>
        </p:blipFill>
        <p:spPr>
          <a:xfrm>
            <a:off x="0" y="0"/>
            <a:ext cx="9144000" cy="874058"/>
          </a:xfrm>
          <a:prstGeom prst="rect">
            <a:avLst/>
          </a:prstGeom>
        </p:spPr>
      </p:pic>
      <p:sp>
        <p:nvSpPr>
          <p:cNvPr id="1027" name="Espace réservé du titre 1"/>
          <p:cNvSpPr>
            <a:spLocks noGrp="1"/>
          </p:cNvSpPr>
          <p:nvPr>
            <p:ph type="title"/>
          </p:nvPr>
        </p:nvSpPr>
        <p:spPr bwMode="auto">
          <a:xfrm>
            <a:off x="2124075" y="287338"/>
            <a:ext cx="6480175" cy="3238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FAA26D3D-D897-4be2-8F04-BA451C77F1D7}">
              <ma14:placeholderFlag xmlns:ma14="http://schemas.microsoft.com/office/mac/drawingml/2011/main" xmlns="" val="1"/>
            </a:ext>
          </a:extLst>
        </p:spPr>
        <p:txBody>
          <a:bodyPr vert="horz" wrap="square" lIns="0" tIns="45720" rIns="36000" bIns="45720" numCol="1" anchor="ctr" anchorCtr="0" compatLnSpc="1">
            <a:prstTxWarp prst="textNoShape">
              <a:avLst/>
            </a:prstTxWarp>
          </a:bodyPr>
          <a:lstStyle/>
          <a:p>
            <a:pPr lvl="0"/>
            <a:r>
              <a:rPr lang="fr-FR" dirty="0"/>
              <a:t>CLIQUEZ POUR MODIFIER LE STYLE DU TITRE</a:t>
            </a:r>
          </a:p>
        </p:txBody>
      </p:sp>
      <p:sp>
        <p:nvSpPr>
          <p:cNvPr id="1028" name="Espace réservé du texte 2"/>
          <p:cNvSpPr>
            <a:spLocks noGrp="1"/>
          </p:cNvSpPr>
          <p:nvPr>
            <p:ph type="body" idx="1"/>
          </p:nvPr>
        </p:nvSpPr>
        <p:spPr bwMode="auto">
          <a:xfrm>
            <a:off x="457200" y="1200150"/>
            <a:ext cx="8229600" cy="33940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FAA26D3D-D897-4be2-8F04-BA451C77F1D7}">
              <ma14:placeholderFlag xmlns:ma14="http://schemas.microsoft.com/office/mac/drawingml/2011/main" xmlns="" val="1"/>
            </a:ext>
          </a:extLst>
        </p:spPr>
        <p:txBody>
          <a:bodyPr vert="horz" wrap="square" lIns="91440" tIns="45720" rIns="91440" bIns="45720" numCol="1" anchor="t" anchorCtr="0" compatLnSpc="1">
            <a:prstTxWarp prst="textNoShape">
              <a:avLst/>
            </a:prstTxWarp>
          </a:bodyPr>
          <a:lstStyle/>
          <a:p>
            <a:pPr lvl="0"/>
            <a:r>
              <a:rPr lang="fr-FR" dirty="0"/>
              <a:t>Cliquez pour modifier les styles du texte du masque</a:t>
            </a:r>
          </a:p>
          <a:p>
            <a:pPr lvl="1"/>
            <a:r>
              <a:rPr lang="fr-FR" dirty="0"/>
              <a:t>Deuxième niveau</a:t>
            </a:r>
          </a:p>
          <a:p>
            <a:pPr lvl="2"/>
            <a:r>
              <a:rPr lang="fr-FR" dirty="0"/>
              <a:t>Troisième niveau</a:t>
            </a:r>
          </a:p>
          <a:p>
            <a:pPr lvl="3"/>
            <a:r>
              <a:rPr lang="fr-FR" dirty="0"/>
              <a:t>Quatrième niveau</a:t>
            </a:r>
          </a:p>
        </p:txBody>
      </p:sp>
      <p:sp>
        <p:nvSpPr>
          <p:cNvPr id="14" name="Espace réservé de la date 3"/>
          <p:cNvSpPr>
            <a:spLocks noGrp="1"/>
          </p:cNvSpPr>
          <p:nvPr>
            <p:ph type="dt" sz="half" idx="2"/>
          </p:nvPr>
        </p:nvSpPr>
        <p:spPr>
          <a:xfrm>
            <a:off x="2627784" y="4927959"/>
            <a:ext cx="792088" cy="215542"/>
          </a:xfrm>
          <a:prstGeom prst="rect">
            <a:avLst/>
          </a:prstGeom>
        </p:spPr>
        <p:txBody>
          <a:bodyPr vert="horz" lIns="91440" tIns="45720" rIns="91440" bIns="45720" rtlCol="0" anchor="ctr"/>
          <a:lstStyle>
            <a:lvl1pPr marL="0" marR="0" indent="0" algn="l" defTabSz="457200" rtl="0" eaLnBrk="1" fontAlgn="auto" latinLnBrk="0" hangingPunct="1">
              <a:lnSpc>
                <a:spcPct val="100000"/>
              </a:lnSpc>
              <a:spcBef>
                <a:spcPts val="0"/>
              </a:spcBef>
              <a:spcAft>
                <a:spcPts val="0"/>
              </a:spcAft>
              <a:buClrTx/>
              <a:buSzTx/>
              <a:buFontTx/>
              <a:buNone/>
              <a:tabLst/>
              <a:defRPr sz="800">
                <a:solidFill>
                  <a:srgbClr val="4E4E4E"/>
                </a:solidFill>
                <a:latin typeface="+mn-lt"/>
              </a:defRPr>
            </a:lvl1pPr>
          </a:lstStyle>
          <a:p>
            <a:fld id="{3DC734A8-2269-3D45-9502-7EEB83BE1B5E}" type="datetimeFigureOut">
              <a:rPr lang="fr-FR" smtClean="0"/>
              <a:pPr/>
              <a:t>04/01/2026</a:t>
            </a:fld>
            <a:endParaRPr lang="fr-FR" dirty="0"/>
          </a:p>
        </p:txBody>
      </p:sp>
      <p:sp>
        <p:nvSpPr>
          <p:cNvPr id="15" name="Espace réservé du pied de page 4"/>
          <p:cNvSpPr>
            <a:spLocks noGrp="1"/>
          </p:cNvSpPr>
          <p:nvPr>
            <p:ph type="ftr" sz="quarter" idx="3"/>
          </p:nvPr>
        </p:nvSpPr>
        <p:spPr>
          <a:xfrm>
            <a:off x="3419872" y="4927957"/>
            <a:ext cx="4623460" cy="215543"/>
          </a:xfrm>
          <a:prstGeom prst="rect">
            <a:avLst/>
          </a:prstGeom>
        </p:spPr>
        <p:txBody>
          <a:bodyPr vert="horz" lIns="91440" tIns="45720" rIns="91440" bIns="45720" rtlCol="0" anchor="ctr"/>
          <a:lstStyle>
            <a:lvl1pPr algn="l">
              <a:defRPr sz="800">
                <a:solidFill>
                  <a:srgbClr val="4E4E4E"/>
                </a:solidFill>
                <a:latin typeface="+mn-lt"/>
              </a:defRPr>
            </a:lvl1pPr>
          </a:lstStyle>
          <a:p>
            <a:endParaRPr lang="fr-FR" dirty="0"/>
          </a:p>
        </p:txBody>
      </p:sp>
      <p:sp>
        <p:nvSpPr>
          <p:cNvPr id="16" name="Espace réservé du numéro de diapositive 5"/>
          <p:cNvSpPr>
            <a:spLocks noGrp="1"/>
          </p:cNvSpPr>
          <p:nvPr>
            <p:ph type="sldNum" sz="quarter" idx="4"/>
          </p:nvPr>
        </p:nvSpPr>
        <p:spPr>
          <a:xfrm>
            <a:off x="8043334" y="4927958"/>
            <a:ext cx="829251" cy="216000"/>
          </a:xfrm>
          <a:prstGeom prst="rect">
            <a:avLst/>
          </a:prstGeom>
        </p:spPr>
        <p:txBody>
          <a:bodyPr vert="horz" lIns="91440" tIns="45720" rIns="0" bIns="45720" rtlCol="0" anchor="ctr"/>
          <a:lstStyle>
            <a:lvl1pPr algn="r">
              <a:defRPr sz="800">
                <a:solidFill>
                  <a:srgbClr val="4E4E4E"/>
                </a:solidFill>
              </a:defRPr>
            </a:lvl1pPr>
          </a:lstStyle>
          <a:p>
            <a:fld id="{7F86108E-6173-CC4E-81D1-D6419E4934EE}" type="slidenum">
              <a:rPr lang="fr-FR" smtClean="0"/>
              <a:pPr/>
              <a:t>‹N°›</a:t>
            </a:fld>
            <a:endParaRPr lang="fr-FR" dirty="0"/>
          </a:p>
        </p:txBody>
      </p:sp>
    </p:spTree>
  </p:cSld>
  <p:clrMap bg1="lt1" tx1="dk1" bg2="lt2" tx2="dk2" accent1="accent1" accent2="accent2" accent3="accent3" accent4="accent4" accent5="accent5" accent6="accent6" hlink="hlink" folHlink="folHlink"/>
  <p:sldLayoutIdLst>
    <p:sldLayoutId id="2147485039" r:id="rId1"/>
    <p:sldLayoutId id="2147485040" r:id="rId2"/>
    <p:sldLayoutId id="2147485041" r:id="rId3"/>
    <p:sldLayoutId id="2147485042" r:id="rId4"/>
    <p:sldLayoutId id="2147485043" r:id="rId5"/>
    <p:sldLayoutId id="2147485049" r:id="rId6"/>
    <p:sldLayoutId id="2147485050" r:id="rId7"/>
    <p:sldLayoutId id="2147485044" r:id="rId8"/>
    <p:sldLayoutId id="2147485045" r:id="rId9"/>
    <p:sldLayoutId id="2147485046" r:id="rId10"/>
  </p:sldLayoutIdLst>
  <p:hf hdr="0" ftr="0" dt="0"/>
  <p:txStyles>
    <p:titleStyle>
      <a:lvl1pPr algn="r" defTabSz="457200" rtl="0" eaLnBrk="1" fontAlgn="base" hangingPunct="1">
        <a:spcBef>
          <a:spcPct val="0"/>
        </a:spcBef>
        <a:spcAft>
          <a:spcPct val="0"/>
        </a:spcAft>
        <a:defRPr sz="2000" b="1" kern="1200">
          <a:solidFill>
            <a:schemeClr val="bg1"/>
          </a:solidFill>
          <a:latin typeface="+mj-lt"/>
          <a:ea typeface="ＭＳ Ｐゴシック" panose="020B0600070205080204" pitchFamily="34" charset="-128"/>
          <a:cs typeface="ＭＳ Ｐゴシック" charset="0"/>
        </a:defRPr>
      </a:lvl1pPr>
      <a:lvl2pPr algn="r" defTabSz="457200" rtl="0" eaLnBrk="1" fontAlgn="base" hangingPunct="1">
        <a:spcBef>
          <a:spcPct val="0"/>
        </a:spcBef>
        <a:spcAft>
          <a:spcPct val="0"/>
        </a:spcAft>
        <a:defRPr sz="2000" b="1">
          <a:solidFill>
            <a:schemeClr val="bg1"/>
          </a:solidFill>
          <a:latin typeface="Calibri" charset="0"/>
          <a:ea typeface="ＭＳ Ｐゴシック" panose="020B0600070205080204" pitchFamily="34" charset="-128"/>
          <a:cs typeface="ＭＳ Ｐゴシック" charset="0"/>
        </a:defRPr>
      </a:lvl2pPr>
      <a:lvl3pPr algn="r" defTabSz="457200" rtl="0" eaLnBrk="1" fontAlgn="base" hangingPunct="1">
        <a:spcBef>
          <a:spcPct val="0"/>
        </a:spcBef>
        <a:spcAft>
          <a:spcPct val="0"/>
        </a:spcAft>
        <a:defRPr sz="2000" b="1">
          <a:solidFill>
            <a:schemeClr val="bg1"/>
          </a:solidFill>
          <a:latin typeface="Calibri" charset="0"/>
          <a:ea typeface="ＭＳ Ｐゴシック" panose="020B0600070205080204" pitchFamily="34" charset="-128"/>
          <a:cs typeface="ＭＳ Ｐゴシック" charset="0"/>
        </a:defRPr>
      </a:lvl3pPr>
      <a:lvl4pPr algn="r" defTabSz="457200" rtl="0" eaLnBrk="1" fontAlgn="base" hangingPunct="1">
        <a:spcBef>
          <a:spcPct val="0"/>
        </a:spcBef>
        <a:spcAft>
          <a:spcPct val="0"/>
        </a:spcAft>
        <a:defRPr sz="2000" b="1">
          <a:solidFill>
            <a:schemeClr val="bg1"/>
          </a:solidFill>
          <a:latin typeface="Calibri" charset="0"/>
          <a:ea typeface="ＭＳ Ｐゴシック" panose="020B0600070205080204" pitchFamily="34" charset="-128"/>
          <a:cs typeface="ＭＳ Ｐゴシック" charset="0"/>
        </a:defRPr>
      </a:lvl4pPr>
      <a:lvl5pPr algn="r" defTabSz="457200" rtl="0" eaLnBrk="1" fontAlgn="base" hangingPunct="1">
        <a:spcBef>
          <a:spcPct val="0"/>
        </a:spcBef>
        <a:spcAft>
          <a:spcPct val="0"/>
        </a:spcAft>
        <a:defRPr sz="2000" b="1">
          <a:solidFill>
            <a:schemeClr val="bg1"/>
          </a:solidFill>
          <a:latin typeface="Calibri" charset="0"/>
          <a:ea typeface="ＭＳ Ｐゴシック" panose="020B0600070205080204" pitchFamily="34" charset="-128"/>
          <a:cs typeface="ＭＳ Ｐゴシック" charset="0"/>
        </a:defRPr>
      </a:lvl5pPr>
      <a:lvl6pPr marL="457200" algn="r" defTabSz="457200" rtl="0" eaLnBrk="1" fontAlgn="base" hangingPunct="1">
        <a:spcBef>
          <a:spcPct val="0"/>
        </a:spcBef>
        <a:spcAft>
          <a:spcPct val="0"/>
        </a:spcAft>
        <a:defRPr sz="2200">
          <a:solidFill>
            <a:schemeClr val="tx2"/>
          </a:solidFill>
          <a:latin typeface="Calibri" charset="0"/>
          <a:ea typeface="ＭＳ Ｐゴシック" charset="0"/>
          <a:cs typeface="ＭＳ Ｐゴシック" charset="0"/>
        </a:defRPr>
      </a:lvl6pPr>
      <a:lvl7pPr marL="914400" algn="r" defTabSz="457200" rtl="0" eaLnBrk="1" fontAlgn="base" hangingPunct="1">
        <a:spcBef>
          <a:spcPct val="0"/>
        </a:spcBef>
        <a:spcAft>
          <a:spcPct val="0"/>
        </a:spcAft>
        <a:defRPr sz="2200">
          <a:solidFill>
            <a:schemeClr val="tx2"/>
          </a:solidFill>
          <a:latin typeface="Calibri" charset="0"/>
          <a:ea typeface="ＭＳ Ｐゴシック" charset="0"/>
          <a:cs typeface="ＭＳ Ｐゴシック" charset="0"/>
        </a:defRPr>
      </a:lvl7pPr>
      <a:lvl8pPr marL="1371600" algn="r" defTabSz="457200" rtl="0" eaLnBrk="1" fontAlgn="base" hangingPunct="1">
        <a:spcBef>
          <a:spcPct val="0"/>
        </a:spcBef>
        <a:spcAft>
          <a:spcPct val="0"/>
        </a:spcAft>
        <a:defRPr sz="2200">
          <a:solidFill>
            <a:schemeClr val="tx2"/>
          </a:solidFill>
          <a:latin typeface="Calibri" charset="0"/>
          <a:ea typeface="ＭＳ Ｐゴシック" charset="0"/>
          <a:cs typeface="ＭＳ Ｐゴシック" charset="0"/>
        </a:defRPr>
      </a:lvl8pPr>
      <a:lvl9pPr marL="1828800" algn="r" defTabSz="457200" rtl="0" eaLnBrk="1" fontAlgn="base" hangingPunct="1">
        <a:spcBef>
          <a:spcPct val="0"/>
        </a:spcBef>
        <a:spcAft>
          <a:spcPct val="0"/>
        </a:spcAft>
        <a:defRPr sz="2200">
          <a:solidFill>
            <a:schemeClr val="tx2"/>
          </a:solidFill>
          <a:latin typeface="Calibri" charset="0"/>
          <a:ea typeface="ＭＳ Ｐゴシック" charset="0"/>
          <a:cs typeface="ＭＳ Ｐゴシック" charset="0"/>
        </a:defRPr>
      </a:lvl9pPr>
    </p:titleStyle>
    <p:bodyStyle>
      <a:lvl1pPr marL="342900" indent="-342900" algn="l" defTabSz="457200" rtl="0" eaLnBrk="1" fontAlgn="base" hangingPunct="1">
        <a:spcBef>
          <a:spcPct val="20000"/>
        </a:spcBef>
        <a:spcAft>
          <a:spcPct val="0"/>
        </a:spcAft>
        <a:buClr>
          <a:srgbClr val="009DDF"/>
        </a:buClr>
        <a:buSzPct val="100000"/>
        <a:buFont typeface="Wingdings" charset="2"/>
        <a:buChar char="§"/>
        <a:defRPr sz="2200" b="1" kern="1200">
          <a:solidFill>
            <a:schemeClr val="tx1"/>
          </a:solidFill>
          <a:latin typeface="+mn-lt"/>
          <a:ea typeface="ＭＳ Ｐゴシック" panose="020B0600070205080204" pitchFamily="34" charset="-128"/>
          <a:cs typeface="ＭＳ Ｐゴシック" charset="0"/>
        </a:defRPr>
      </a:lvl1pPr>
      <a:lvl2pPr marL="742950" indent="-285750" algn="l" defTabSz="457200" rtl="0" eaLnBrk="1" fontAlgn="base" hangingPunct="1">
        <a:spcBef>
          <a:spcPct val="20000"/>
        </a:spcBef>
        <a:spcAft>
          <a:spcPct val="0"/>
        </a:spcAft>
        <a:buClr>
          <a:srgbClr val="009DDF"/>
        </a:buClr>
        <a:buSzPct val="80000"/>
        <a:buFont typeface="Arial"/>
        <a:buChar char="•"/>
        <a:defRPr kern="1200">
          <a:solidFill>
            <a:srgbClr val="5D6E75"/>
          </a:solidFill>
          <a:latin typeface="+mn-lt"/>
          <a:ea typeface="ＭＳ Ｐゴシック" panose="020B0600070205080204" pitchFamily="34" charset="-128"/>
          <a:cs typeface="+mn-cs"/>
        </a:defRPr>
      </a:lvl2pPr>
      <a:lvl3pPr marL="1143000" indent="-228600" algn="l" defTabSz="457200" rtl="0" eaLnBrk="1" fontAlgn="base" hangingPunct="1">
        <a:spcBef>
          <a:spcPct val="20000"/>
        </a:spcBef>
        <a:spcAft>
          <a:spcPct val="0"/>
        </a:spcAft>
        <a:buClr>
          <a:srgbClr val="009DDF"/>
        </a:buClr>
        <a:buSzPct val="60000"/>
        <a:buFont typeface="Courier New"/>
        <a:buChar char="o"/>
        <a:defRPr sz="1600" kern="1200">
          <a:solidFill>
            <a:srgbClr val="5D6E75"/>
          </a:solidFill>
          <a:latin typeface="+mn-lt"/>
          <a:ea typeface="ＭＳ Ｐゴシック" panose="020B0600070205080204" pitchFamily="34" charset="-128"/>
          <a:cs typeface="+mn-cs"/>
        </a:defRPr>
      </a:lvl3pPr>
      <a:lvl4pPr marL="1600200" indent="-228600" algn="l" defTabSz="457200" rtl="0" eaLnBrk="1" fontAlgn="base" hangingPunct="1">
        <a:spcBef>
          <a:spcPct val="20000"/>
        </a:spcBef>
        <a:spcAft>
          <a:spcPct val="0"/>
        </a:spcAft>
        <a:buClr>
          <a:srgbClr val="009DDF"/>
        </a:buClr>
        <a:buSzPct val="50000"/>
        <a:buFont typeface="Arial" charset="0"/>
        <a:buChar char="•"/>
        <a:defRPr sz="1400" kern="1200">
          <a:solidFill>
            <a:srgbClr val="5D6E75"/>
          </a:solidFill>
          <a:latin typeface="+mn-lt"/>
          <a:ea typeface="ＭＳ Ｐゴシック" panose="020B0600070205080204" pitchFamily="34" charset="-128"/>
          <a:cs typeface="+mn-cs"/>
        </a:defRPr>
      </a:lvl4pPr>
      <a:lvl5pPr marL="2057400" indent="-228600" algn="l" defTabSz="457200" rtl="0" eaLnBrk="1" fontAlgn="base" hangingPunct="1">
        <a:spcBef>
          <a:spcPct val="20000"/>
        </a:spcBef>
        <a:spcAft>
          <a:spcPct val="0"/>
        </a:spcAft>
        <a:buFont typeface="Arial" charset="0"/>
        <a:buChar char="»"/>
        <a:defRPr sz="2000" kern="1200">
          <a:solidFill>
            <a:srgbClr val="5D6E75"/>
          </a:solidFill>
          <a:latin typeface="+mn-lt"/>
          <a:ea typeface="ＭＳ Ｐゴシック" panose="020B0600070205080204" pitchFamily="34" charset="-128"/>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fr-FR"/>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13" name="Espace réservé de la date 3"/>
          <p:cNvSpPr>
            <a:spLocks noGrp="1"/>
          </p:cNvSpPr>
          <p:nvPr>
            <p:ph type="dt" sz="half" idx="2"/>
          </p:nvPr>
        </p:nvSpPr>
        <p:spPr>
          <a:xfrm>
            <a:off x="2627784" y="4927959"/>
            <a:ext cx="792088" cy="215542"/>
          </a:xfrm>
          <a:prstGeom prst="rect">
            <a:avLst/>
          </a:prstGeom>
        </p:spPr>
        <p:txBody>
          <a:bodyPr vert="horz" lIns="91440" tIns="45720" rIns="91440" bIns="45720" rtlCol="0" anchor="ctr"/>
          <a:lstStyle>
            <a:lvl1pPr marL="0" marR="0" indent="0" algn="l" defTabSz="457200" rtl="0" eaLnBrk="1" fontAlgn="auto" latinLnBrk="0" hangingPunct="1">
              <a:lnSpc>
                <a:spcPct val="100000"/>
              </a:lnSpc>
              <a:spcBef>
                <a:spcPts val="0"/>
              </a:spcBef>
              <a:spcAft>
                <a:spcPts val="0"/>
              </a:spcAft>
              <a:buClrTx/>
              <a:buSzTx/>
              <a:buFontTx/>
              <a:buNone/>
              <a:tabLst/>
              <a:defRPr sz="800">
                <a:solidFill>
                  <a:srgbClr val="4E4E4E"/>
                </a:solidFill>
                <a:latin typeface="+mn-lt"/>
              </a:defRPr>
            </a:lvl1pPr>
          </a:lstStyle>
          <a:p>
            <a:fld id="{3DC734A8-2269-3D45-9502-7EEB83BE1B5E}" type="datetimeFigureOut">
              <a:rPr lang="fr-FR" smtClean="0"/>
              <a:pPr/>
              <a:t>04/01/2026</a:t>
            </a:fld>
            <a:endParaRPr lang="fr-FR" dirty="0"/>
          </a:p>
        </p:txBody>
      </p:sp>
      <p:sp>
        <p:nvSpPr>
          <p:cNvPr id="14" name="Espace réservé du pied de page 4"/>
          <p:cNvSpPr>
            <a:spLocks noGrp="1"/>
          </p:cNvSpPr>
          <p:nvPr>
            <p:ph type="ftr" sz="quarter" idx="3"/>
          </p:nvPr>
        </p:nvSpPr>
        <p:spPr>
          <a:xfrm>
            <a:off x="3419872" y="4927957"/>
            <a:ext cx="4623460" cy="215543"/>
          </a:xfrm>
          <a:prstGeom prst="rect">
            <a:avLst/>
          </a:prstGeom>
        </p:spPr>
        <p:txBody>
          <a:bodyPr vert="horz" lIns="91440" tIns="45720" rIns="91440" bIns="45720" rtlCol="0" anchor="ctr"/>
          <a:lstStyle>
            <a:lvl1pPr algn="l">
              <a:defRPr sz="800">
                <a:solidFill>
                  <a:srgbClr val="4E4E4E"/>
                </a:solidFill>
                <a:latin typeface="+mn-lt"/>
              </a:defRPr>
            </a:lvl1pPr>
          </a:lstStyle>
          <a:p>
            <a:endParaRPr lang="fr-FR" dirty="0"/>
          </a:p>
        </p:txBody>
      </p:sp>
      <p:sp>
        <p:nvSpPr>
          <p:cNvPr id="15" name="Espace réservé du numéro de diapositive 5"/>
          <p:cNvSpPr>
            <a:spLocks noGrp="1"/>
          </p:cNvSpPr>
          <p:nvPr>
            <p:ph type="sldNum" sz="quarter" idx="4"/>
          </p:nvPr>
        </p:nvSpPr>
        <p:spPr>
          <a:xfrm>
            <a:off x="8043334" y="4927958"/>
            <a:ext cx="829251" cy="216000"/>
          </a:xfrm>
          <a:prstGeom prst="rect">
            <a:avLst/>
          </a:prstGeom>
        </p:spPr>
        <p:txBody>
          <a:bodyPr vert="horz" lIns="91440" tIns="45720" rIns="0" bIns="45720" rtlCol="0" anchor="ctr"/>
          <a:lstStyle>
            <a:lvl1pPr algn="r">
              <a:defRPr sz="800">
                <a:solidFill>
                  <a:srgbClr val="4E4E4E"/>
                </a:solidFill>
              </a:defRPr>
            </a:lvl1pPr>
          </a:lstStyle>
          <a:p>
            <a:fld id="{7F86108E-6173-CC4E-81D1-D6419E4934EE}" type="slidenum">
              <a:rPr lang="fr-FR" smtClean="0"/>
              <a:pPr/>
              <a:t>‹N°›</a:t>
            </a:fld>
            <a:endParaRPr lang="fr-FR" dirty="0"/>
          </a:p>
        </p:txBody>
      </p:sp>
      <p:pic>
        <p:nvPicPr>
          <p:cNvPr id="3" name="Image 2">
            <a:extLst>
              <a:ext uri="{FF2B5EF4-FFF2-40B4-BE49-F238E27FC236}">
                <a16:creationId xmlns:a16="http://schemas.microsoft.com/office/drawing/2014/main" id="{DB346E1A-95B8-B6A8-BFE1-5E0FB3BA71B0}"/>
              </a:ext>
            </a:extLst>
          </p:cNvPr>
          <p:cNvPicPr>
            <a:picLocks noChangeAspect="1"/>
          </p:cNvPicPr>
          <p:nvPr userDrawn="1"/>
        </p:nvPicPr>
        <p:blipFill>
          <a:blip r:embed="rId4" cstate="email">
            <a:extLst>
              <a:ext uri="{28A0092B-C50C-407E-A947-70E740481C1C}">
                <a14:useLocalDpi xmlns:a14="http://schemas.microsoft.com/office/drawing/2010/main" val="0"/>
              </a:ext>
            </a:extLst>
          </a:blip>
          <a:stretch>
            <a:fillRect/>
          </a:stretch>
        </p:blipFill>
        <p:spPr>
          <a:xfrm>
            <a:off x="-80874" y="-20538"/>
            <a:ext cx="9252520" cy="2043115"/>
          </a:xfrm>
          <a:prstGeom prst="rect">
            <a:avLst/>
          </a:prstGeom>
        </p:spPr>
      </p:pic>
      <p:pic>
        <p:nvPicPr>
          <p:cNvPr id="4" name="Image 3">
            <a:extLst>
              <a:ext uri="{FF2B5EF4-FFF2-40B4-BE49-F238E27FC236}">
                <a16:creationId xmlns:a16="http://schemas.microsoft.com/office/drawing/2014/main" id="{731870A9-2F33-8AF0-AA2D-88208E2FDE26}"/>
              </a:ext>
            </a:extLst>
          </p:cNvPr>
          <p:cNvPicPr>
            <a:picLocks noChangeAspect="1"/>
          </p:cNvPicPr>
          <p:nvPr userDrawn="1"/>
        </p:nvPicPr>
        <p:blipFill>
          <a:blip r:embed="rId5" cstate="email">
            <a:extLst>
              <a:ext uri="{28A0092B-C50C-407E-A947-70E740481C1C}">
                <a14:useLocalDpi xmlns:a14="http://schemas.microsoft.com/office/drawing/2010/main" val="0"/>
              </a:ext>
            </a:extLst>
          </a:blip>
          <a:srcRect/>
          <a:stretch/>
        </p:blipFill>
        <p:spPr>
          <a:xfrm>
            <a:off x="7452320" y="555526"/>
            <a:ext cx="966015" cy="948014"/>
          </a:xfrm>
          <a:prstGeom prst="rect">
            <a:avLst/>
          </a:prstGeom>
        </p:spPr>
      </p:pic>
    </p:spTree>
  </p:cSld>
  <p:clrMap bg1="lt1" tx1="dk1" bg2="lt2" tx2="dk2" accent1="accent1" accent2="accent2" accent3="accent3" accent4="accent4" accent5="accent5" accent6="accent6" hlink="hlink" folHlink="folHlink"/>
  <p:sldLayoutIdLst>
    <p:sldLayoutId id="2147485048" r:id="rId1"/>
    <p:sldLayoutId id="2147485051" r:id="rId2"/>
  </p:sldLayoutIdLst>
  <p:hf hdr="0" ftr="0" dt="0"/>
  <p:txStyles>
    <p:titleStyle>
      <a:lvl1pPr algn="ctr" defTabSz="457200" rtl="0" eaLnBrk="0" fontAlgn="base" hangingPunct="0">
        <a:spcBef>
          <a:spcPct val="0"/>
        </a:spcBef>
        <a:spcAft>
          <a:spcPct val="0"/>
        </a:spcAft>
        <a:defRPr sz="4400" kern="1200">
          <a:solidFill>
            <a:schemeClr val="tx1"/>
          </a:solidFill>
          <a:latin typeface="+mj-lt"/>
          <a:ea typeface="ＭＳ Ｐゴシック" panose="020B0600070205080204" pitchFamily="34" charset="-128"/>
          <a:cs typeface="ＭＳ Ｐゴシック" charset="0"/>
        </a:defRPr>
      </a:lvl1pPr>
      <a:lvl2pPr algn="ctr" defTabSz="457200" rtl="0" eaLnBrk="0" fontAlgn="base" hangingPunct="0">
        <a:spcBef>
          <a:spcPct val="0"/>
        </a:spcBef>
        <a:spcAft>
          <a:spcPct val="0"/>
        </a:spcAft>
        <a:defRPr sz="4400">
          <a:solidFill>
            <a:schemeClr val="tx1"/>
          </a:solidFill>
          <a:latin typeface="Calibri" charset="0"/>
          <a:ea typeface="ＭＳ Ｐゴシック" panose="020B0600070205080204" pitchFamily="34" charset="-128"/>
          <a:cs typeface="ＭＳ Ｐゴシック" charset="0"/>
        </a:defRPr>
      </a:lvl2pPr>
      <a:lvl3pPr algn="ctr" defTabSz="457200" rtl="0" eaLnBrk="0" fontAlgn="base" hangingPunct="0">
        <a:spcBef>
          <a:spcPct val="0"/>
        </a:spcBef>
        <a:spcAft>
          <a:spcPct val="0"/>
        </a:spcAft>
        <a:defRPr sz="4400">
          <a:solidFill>
            <a:schemeClr val="tx1"/>
          </a:solidFill>
          <a:latin typeface="Calibri" charset="0"/>
          <a:ea typeface="ＭＳ Ｐゴシック" panose="020B0600070205080204" pitchFamily="34" charset="-128"/>
          <a:cs typeface="ＭＳ Ｐゴシック" charset="0"/>
        </a:defRPr>
      </a:lvl3pPr>
      <a:lvl4pPr algn="ctr" defTabSz="457200" rtl="0" eaLnBrk="0" fontAlgn="base" hangingPunct="0">
        <a:spcBef>
          <a:spcPct val="0"/>
        </a:spcBef>
        <a:spcAft>
          <a:spcPct val="0"/>
        </a:spcAft>
        <a:defRPr sz="4400">
          <a:solidFill>
            <a:schemeClr val="tx1"/>
          </a:solidFill>
          <a:latin typeface="Calibri" charset="0"/>
          <a:ea typeface="ＭＳ Ｐゴシック" panose="020B0600070205080204" pitchFamily="34" charset="-128"/>
          <a:cs typeface="ＭＳ Ｐゴシック" charset="0"/>
        </a:defRPr>
      </a:lvl4pPr>
      <a:lvl5pPr algn="ctr" defTabSz="457200" rtl="0" eaLnBrk="0" fontAlgn="base" hangingPunct="0">
        <a:spcBef>
          <a:spcPct val="0"/>
        </a:spcBef>
        <a:spcAft>
          <a:spcPct val="0"/>
        </a:spcAft>
        <a:defRPr sz="4400">
          <a:solidFill>
            <a:schemeClr val="tx1"/>
          </a:solidFill>
          <a:latin typeface="Calibri" charset="0"/>
          <a:ea typeface="ＭＳ Ｐゴシック" panose="020B0600070205080204" pitchFamily="34" charset="-128"/>
          <a:cs typeface="ＭＳ Ｐゴシック" charset="0"/>
        </a:defRPr>
      </a:lvl5pPr>
      <a:lvl6pPr marL="457200" algn="ctr" defTabSz="457200" rtl="0" fontAlgn="base">
        <a:spcBef>
          <a:spcPct val="0"/>
        </a:spcBef>
        <a:spcAft>
          <a:spcPct val="0"/>
        </a:spcAft>
        <a:defRPr sz="4400">
          <a:solidFill>
            <a:schemeClr val="tx1"/>
          </a:solidFill>
          <a:latin typeface="Calibri" charset="0"/>
          <a:ea typeface="ＭＳ Ｐゴシック" charset="0"/>
          <a:cs typeface="ＭＳ Ｐゴシック" charset="0"/>
        </a:defRPr>
      </a:lvl6pPr>
      <a:lvl7pPr marL="914400" algn="ctr" defTabSz="457200" rtl="0" fontAlgn="base">
        <a:spcBef>
          <a:spcPct val="0"/>
        </a:spcBef>
        <a:spcAft>
          <a:spcPct val="0"/>
        </a:spcAft>
        <a:defRPr sz="4400">
          <a:solidFill>
            <a:schemeClr val="tx1"/>
          </a:solidFill>
          <a:latin typeface="Calibri" charset="0"/>
          <a:ea typeface="ＭＳ Ｐゴシック" charset="0"/>
          <a:cs typeface="ＭＳ Ｐゴシック" charset="0"/>
        </a:defRPr>
      </a:lvl7pPr>
      <a:lvl8pPr marL="1371600" algn="ctr" defTabSz="457200" rtl="0" fontAlgn="base">
        <a:spcBef>
          <a:spcPct val="0"/>
        </a:spcBef>
        <a:spcAft>
          <a:spcPct val="0"/>
        </a:spcAft>
        <a:defRPr sz="4400">
          <a:solidFill>
            <a:schemeClr val="tx1"/>
          </a:solidFill>
          <a:latin typeface="Calibri" charset="0"/>
          <a:ea typeface="ＭＳ Ｐゴシック" charset="0"/>
          <a:cs typeface="ＭＳ Ｐゴシック" charset="0"/>
        </a:defRPr>
      </a:lvl8pPr>
      <a:lvl9pPr marL="1828800" algn="ctr" defTabSz="457200" rtl="0" fontAlgn="base">
        <a:spcBef>
          <a:spcPct val="0"/>
        </a:spcBef>
        <a:spcAft>
          <a:spcPct val="0"/>
        </a:spcAft>
        <a:defRPr sz="4400">
          <a:solidFill>
            <a:schemeClr val="tx1"/>
          </a:solidFill>
          <a:latin typeface="Calibri" charset="0"/>
          <a:ea typeface="ＭＳ Ｐゴシック" charset="0"/>
          <a:cs typeface="ＭＳ Ｐゴシック" charset="0"/>
        </a:defRPr>
      </a:lvl9pPr>
    </p:titleStyle>
    <p:bodyStyle>
      <a:lvl1pPr marL="342900" indent="-342900" algn="l" defTabSz="457200" rtl="0" eaLnBrk="0" fontAlgn="base" hangingPunct="0">
        <a:spcBef>
          <a:spcPct val="20000"/>
        </a:spcBef>
        <a:spcAft>
          <a:spcPct val="0"/>
        </a:spcAft>
        <a:buFont typeface="Arial" charset="0"/>
        <a:buChar char="•"/>
        <a:defRPr sz="3200" kern="1200">
          <a:solidFill>
            <a:schemeClr val="tx1"/>
          </a:solidFill>
          <a:latin typeface="+mn-lt"/>
          <a:ea typeface="ＭＳ Ｐゴシック" panose="020B0600070205080204" pitchFamily="34" charset="-128"/>
          <a:cs typeface="ＭＳ Ｐゴシック" charset="0"/>
        </a:defRPr>
      </a:lvl1pPr>
      <a:lvl2pPr marL="742950" indent="-285750" algn="l" defTabSz="457200" rtl="0" eaLnBrk="0" fontAlgn="base" hangingPunct="0">
        <a:spcBef>
          <a:spcPct val="20000"/>
        </a:spcBef>
        <a:spcAft>
          <a:spcPct val="0"/>
        </a:spcAft>
        <a:buFont typeface="Arial" charset="0"/>
        <a:buChar char="–"/>
        <a:defRPr sz="2800" kern="1200">
          <a:solidFill>
            <a:schemeClr val="tx1"/>
          </a:solidFill>
          <a:latin typeface="+mn-lt"/>
          <a:ea typeface="ＭＳ Ｐゴシック" panose="020B0600070205080204" pitchFamily="34" charset="-128"/>
          <a:cs typeface="+mn-cs"/>
        </a:defRPr>
      </a:lvl2pPr>
      <a:lvl3pPr marL="1143000" indent="-228600" algn="l" defTabSz="457200" rtl="0" eaLnBrk="0" fontAlgn="base" hangingPunct="0">
        <a:spcBef>
          <a:spcPct val="20000"/>
        </a:spcBef>
        <a:spcAft>
          <a:spcPct val="0"/>
        </a:spcAft>
        <a:buFont typeface="Arial" charset="0"/>
        <a:buChar char="•"/>
        <a:defRPr sz="2400" kern="1200">
          <a:solidFill>
            <a:schemeClr val="tx1"/>
          </a:solidFill>
          <a:latin typeface="+mn-lt"/>
          <a:ea typeface="ＭＳ Ｐゴシック" panose="020B0600070205080204" pitchFamily="34" charset="-128"/>
          <a:cs typeface="+mn-cs"/>
        </a:defRPr>
      </a:lvl3pPr>
      <a:lvl4pPr marL="1600200" indent="-228600" algn="l" defTabSz="457200" rtl="0" eaLnBrk="0" fontAlgn="base" hangingPunct="0">
        <a:spcBef>
          <a:spcPct val="20000"/>
        </a:spcBef>
        <a:spcAft>
          <a:spcPct val="0"/>
        </a:spcAft>
        <a:buFont typeface="Arial" charset="0"/>
        <a:buChar char="–"/>
        <a:defRPr sz="2000" kern="1200">
          <a:solidFill>
            <a:schemeClr val="tx1"/>
          </a:solidFill>
          <a:latin typeface="+mn-lt"/>
          <a:ea typeface="ＭＳ Ｐゴシック" panose="020B0600070205080204" pitchFamily="34" charset="-128"/>
          <a:cs typeface="+mn-cs"/>
        </a:defRPr>
      </a:lvl4pPr>
      <a:lvl5pPr marL="2057400" indent="-228600" algn="l" defTabSz="457200" rtl="0" eaLnBrk="0" fontAlgn="base" hangingPunct="0">
        <a:spcBef>
          <a:spcPct val="20000"/>
        </a:spcBef>
        <a:spcAft>
          <a:spcPct val="0"/>
        </a:spcAft>
        <a:buFont typeface="Arial" charset="0"/>
        <a:buChar char="»"/>
        <a:defRPr sz="2000" kern="1200">
          <a:solidFill>
            <a:schemeClr val="tx1"/>
          </a:solidFill>
          <a:latin typeface="+mn-lt"/>
          <a:ea typeface="ＭＳ Ｐゴシック" panose="020B0600070205080204" pitchFamily="34" charset="-128"/>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fr-FR"/>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4" name="Image 3"/>
          <p:cNvPicPr>
            <a:picLocks noChangeAspect="1"/>
          </p:cNvPicPr>
          <p:nvPr userDrawn="1"/>
        </p:nvPicPr>
        <p:blipFill>
          <a:blip r:embed="rId13" cstate="email">
            <a:extLst>
              <a:ext uri="{28A0092B-C50C-407E-A947-70E740481C1C}">
                <a14:useLocalDpi xmlns:a14="http://schemas.microsoft.com/office/drawing/2010/main" val="0"/>
              </a:ext>
            </a:extLst>
          </a:blip>
          <a:stretch>
            <a:fillRect/>
          </a:stretch>
        </p:blipFill>
        <p:spPr>
          <a:xfrm>
            <a:off x="0" y="0"/>
            <a:ext cx="9144000" cy="874058"/>
          </a:xfrm>
          <a:prstGeom prst="rect">
            <a:avLst/>
          </a:prstGeom>
        </p:spPr>
      </p:pic>
      <p:sp>
        <p:nvSpPr>
          <p:cNvPr id="1027" name="Espace réservé du titre 1"/>
          <p:cNvSpPr>
            <a:spLocks noGrp="1"/>
          </p:cNvSpPr>
          <p:nvPr>
            <p:ph type="title"/>
          </p:nvPr>
        </p:nvSpPr>
        <p:spPr bwMode="auto">
          <a:xfrm>
            <a:off x="2124075" y="287338"/>
            <a:ext cx="6480175" cy="3238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FAA26D3D-D897-4be2-8F04-BA451C77F1D7}">
              <ma14:placeholderFlag xmlns:ma14="http://schemas.microsoft.com/office/mac/drawingml/2011/main" xmlns="" val="1"/>
            </a:ext>
          </a:extLst>
        </p:spPr>
        <p:txBody>
          <a:bodyPr vert="horz" wrap="square" lIns="0" tIns="45720" rIns="36000" bIns="45720" numCol="1" anchor="ctr" anchorCtr="0" compatLnSpc="1">
            <a:prstTxWarp prst="textNoShape">
              <a:avLst/>
            </a:prstTxWarp>
          </a:bodyPr>
          <a:lstStyle/>
          <a:p>
            <a:pPr lvl="0"/>
            <a:r>
              <a:rPr lang="fr-FR" dirty="0"/>
              <a:t>CLIQUEZ POUR MODIFIER LE STYLE DU TITRE</a:t>
            </a:r>
          </a:p>
        </p:txBody>
      </p:sp>
      <p:sp>
        <p:nvSpPr>
          <p:cNvPr id="1028" name="Espace réservé du texte 2"/>
          <p:cNvSpPr>
            <a:spLocks noGrp="1"/>
          </p:cNvSpPr>
          <p:nvPr>
            <p:ph type="body" idx="1"/>
          </p:nvPr>
        </p:nvSpPr>
        <p:spPr bwMode="auto">
          <a:xfrm>
            <a:off x="457200" y="1200150"/>
            <a:ext cx="8229600" cy="33940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FAA26D3D-D897-4be2-8F04-BA451C77F1D7}">
              <ma14:placeholderFlag xmlns:ma14="http://schemas.microsoft.com/office/mac/drawingml/2011/main" xmlns="" val="1"/>
            </a:ext>
          </a:extLst>
        </p:spPr>
        <p:txBody>
          <a:bodyPr vert="horz" wrap="square" lIns="91440" tIns="45720" rIns="91440" bIns="45720" numCol="1" anchor="t" anchorCtr="0" compatLnSpc="1">
            <a:prstTxWarp prst="textNoShape">
              <a:avLst/>
            </a:prstTxWarp>
          </a:bodyPr>
          <a:lstStyle/>
          <a:p>
            <a:pPr lvl="0"/>
            <a:r>
              <a:rPr lang="fr-FR" dirty="0"/>
              <a:t>Cliquez pour modifier les styles du texte du masque</a:t>
            </a:r>
          </a:p>
          <a:p>
            <a:pPr lvl="1"/>
            <a:r>
              <a:rPr lang="fr-FR" dirty="0"/>
              <a:t>Deuxième niveau</a:t>
            </a:r>
          </a:p>
          <a:p>
            <a:pPr lvl="2"/>
            <a:r>
              <a:rPr lang="fr-FR" dirty="0"/>
              <a:t>Troisième niveau</a:t>
            </a:r>
          </a:p>
          <a:p>
            <a:pPr lvl="3"/>
            <a:r>
              <a:rPr lang="fr-FR" dirty="0"/>
              <a:t>Quatrième niveau</a:t>
            </a:r>
          </a:p>
        </p:txBody>
      </p:sp>
      <p:sp>
        <p:nvSpPr>
          <p:cNvPr id="14" name="Espace réservé de la date 3"/>
          <p:cNvSpPr>
            <a:spLocks noGrp="1"/>
          </p:cNvSpPr>
          <p:nvPr>
            <p:ph type="dt" sz="half" idx="2"/>
          </p:nvPr>
        </p:nvSpPr>
        <p:spPr>
          <a:xfrm>
            <a:off x="2627784" y="4927959"/>
            <a:ext cx="792088" cy="215542"/>
          </a:xfrm>
          <a:prstGeom prst="rect">
            <a:avLst/>
          </a:prstGeom>
        </p:spPr>
        <p:txBody>
          <a:bodyPr vert="horz" lIns="91440" tIns="45720" rIns="91440" bIns="45720" rtlCol="0" anchor="ctr"/>
          <a:lstStyle>
            <a:lvl1pPr marL="0" marR="0" indent="0" algn="l" defTabSz="457200" rtl="0" eaLnBrk="1" fontAlgn="auto" latinLnBrk="0" hangingPunct="1">
              <a:lnSpc>
                <a:spcPct val="100000"/>
              </a:lnSpc>
              <a:spcBef>
                <a:spcPts val="0"/>
              </a:spcBef>
              <a:spcAft>
                <a:spcPts val="0"/>
              </a:spcAft>
              <a:buClrTx/>
              <a:buSzTx/>
              <a:buFontTx/>
              <a:buNone/>
              <a:tabLst/>
              <a:defRPr sz="800">
                <a:solidFill>
                  <a:srgbClr val="4E4E4E"/>
                </a:solidFill>
                <a:latin typeface="+mn-lt"/>
              </a:defRPr>
            </a:lvl1pPr>
          </a:lstStyle>
          <a:p>
            <a:fld id="{3DC734A8-2269-3D45-9502-7EEB83BE1B5E}" type="datetimeFigureOut">
              <a:rPr lang="fr-FR" smtClean="0"/>
              <a:pPr/>
              <a:t>04/01/2026</a:t>
            </a:fld>
            <a:endParaRPr lang="fr-FR" dirty="0"/>
          </a:p>
        </p:txBody>
      </p:sp>
      <p:sp>
        <p:nvSpPr>
          <p:cNvPr id="15" name="Espace réservé du pied de page 4"/>
          <p:cNvSpPr>
            <a:spLocks noGrp="1"/>
          </p:cNvSpPr>
          <p:nvPr>
            <p:ph type="ftr" sz="quarter" idx="3"/>
          </p:nvPr>
        </p:nvSpPr>
        <p:spPr>
          <a:xfrm>
            <a:off x="3419872" y="4927957"/>
            <a:ext cx="4623460" cy="215543"/>
          </a:xfrm>
          <a:prstGeom prst="rect">
            <a:avLst/>
          </a:prstGeom>
        </p:spPr>
        <p:txBody>
          <a:bodyPr vert="horz" lIns="91440" tIns="45720" rIns="91440" bIns="45720" rtlCol="0" anchor="ctr"/>
          <a:lstStyle>
            <a:lvl1pPr algn="l">
              <a:defRPr sz="800">
                <a:solidFill>
                  <a:srgbClr val="4E4E4E"/>
                </a:solidFill>
                <a:latin typeface="+mn-lt"/>
              </a:defRPr>
            </a:lvl1pPr>
          </a:lstStyle>
          <a:p>
            <a:endParaRPr lang="fr-FR" dirty="0"/>
          </a:p>
        </p:txBody>
      </p:sp>
      <p:sp>
        <p:nvSpPr>
          <p:cNvPr id="16" name="Espace réservé du numéro de diapositive 5"/>
          <p:cNvSpPr>
            <a:spLocks noGrp="1"/>
          </p:cNvSpPr>
          <p:nvPr>
            <p:ph type="sldNum" sz="quarter" idx="4"/>
          </p:nvPr>
        </p:nvSpPr>
        <p:spPr>
          <a:xfrm>
            <a:off x="8043334" y="4927958"/>
            <a:ext cx="829251" cy="216000"/>
          </a:xfrm>
          <a:prstGeom prst="rect">
            <a:avLst/>
          </a:prstGeom>
        </p:spPr>
        <p:txBody>
          <a:bodyPr vert="horz" lIns="91440" tIns="45720" rIns="0" bIns="45720" rtlCol="0" anchor="ctr"/>
          <a:lstStyle>
            <a:lvl1pPr algn="r">
              <a:defRPr sz="800">
                <a:solidFill>
                  <a:srgbClr val="4E4E4E"/>
                </a:solidFill>
              </a:defRPr>
            </a:lvl1pPr>
          </a:lstStyle>
          <a:p>
            <a:fld id="{7F86108E-6173-CC4E-81D1-D6419E4934EE}" type="slidenum">
              <a:rPr lang="fr-FR" smtClean="0"/>
              <a:pPr/>
              <a:t>‹N°›</a:t>
            </a:fld>
            <a:endParaRPr lang="fr-FR" dirty="0"/>
          </a:p>
        </p:txBody>
      </p:sp>
    </p:spTree>
    <p:extLst>
      <p:ext uri="{BB962C8B-B14F-4D97-AF65-F5344CB8AC3E}">
        <p14:creationId xmlns:p14="http://schemas.microsoft.com/office/powerpoint/2010/main" val="2681801045"/>
      </p:ext>
    </p:extLst>
  </p:cSld>
  <p:clrMap bg1="lt1" tx1="dk1" bg2="lt2" tx2="dk2" accent1="accent1" accent2="accent2" accent3="accent3" accent4="accent4" accent5="accent5" accent6="accent6" hlink="hlink" folHlink="folHlink"/>
  <p:sldLayoutIdLst>
    <p:sldLayoutId id="2147485054" r:id="rId1"/>
    <p:sldLayoutId id="2147485055" r:id="rId2"/>
    <p:sldLayoutId id="2147485056" r:id="rId3"/>
    <p:sldLayoutId id="2147485057" r:id="rId4"/>
    <p:sldLayoutId id="2147485058" r:id="rId5"/>
    <p:sldLayoutId id="2147485059" r:id="rId6"/>
    <p:sldLayoutId id="2147485060" r:id="rId7"/>
    <p:sldLayoutId id="2147485061" r:id="rId8"/>
    <p:sldLayoutId id="2147485062" r:id="rId9"/>
    <p:sldLayoutId id="2147485063" r:id="rId10"/>
    <p:sldLayoutId id="2147485064" r:id="rId11"/>
  </p:sldLayoutIdLst>
  <p:hf hdr="0" ftr="0" dt="0"/>
  <p:txStyles>
    <p:titleStyle>
      <a:lvl1pPr algn="r" defTabSz="457200" rtl="0" eaLnBrk="1" fontAlgn="base" hangingPunct="1">
        <a:spcBef>
          <a:spcPct val="0"/>
        </a:spcBef>
        <a:spcAft>
          <a:spcPct val="0"/>
        </a:spcAft>
        <a:defRPr sz="2000" b="1" kern="1200">
          <a:solidFill>
            <a:schemeClr val="bg1"/>
          </a:solidFill>
          <a:latin typeface="+mj-lt"/>
          <a:ea typeface="ＭＳ Ｐゴシック" panose="020B0600070205080204" pitchFamily="34" charset="-128"/>
          <a:cs typeface="ＭＳ Ｐゴシック" charset="0"/>
        </a:defRPr>
      </a:lvl1pPr>
      <a:lvl2pPr algn="r" defTabSz="457200" rtl="0" eaLnBrk="1" fontAlgn="base" hangingPunct="1">
        <a:spcBef>
          <a:spcPct val="0"/>
        </a:spcBef>
        <a:spcAft>
          <a:spcPct val="0"/>
        </a:spcAft>
        <a:defRPr sz="2000" b="1">
          <a:solidFill>
            <a:schemeClr val="bg1"/>
          </a:solidFill>
          <a:latin typeface="Calibri" charset="0"/>
          <a:ea typeface="ＭＳ Ｐゴシック" panose="020B0600070205080204" pitchFamily="34" charset="-128"/>
          <a:cs typeface="ＭＳ Ｐゴシック" charset="0"/>
        </a:defRPr>
      </a:lvl2pPr>
      <a:lvl3pPr algn="r" defTabSz="457200" rtl="0" eaLnBrk="1" fontAlgn="base" hangingPunct="1">
        <a:spcBef>
          <a:spcPct val="0"/>
        </a:spcBef>
        <a:spcAft>
          <a:spcPct val="0"/>
        </a:spcAft>
        <a:defRPr sz="2000" b="1">
          <a:solidFill>
            <a:schemeClr val="bg1"/>
          </a:solidFill>
          <a:latin typeface="Calibri" charset="0"/>
          <a:ea typeface="ＭＳ Ｐゴシック" panose="020B0600070205080204" pitchFamily="34" charset="-128"/>
          <a:cs typeface="ＭＳ Ｐゴシック" charset="0"/>
        </a:defRPr>
      </a:lvl3pPr>
      <a:lvl4pPr algn="r" defTabSz="457200" rtl="0" eaLnBrk="1" fontAlgn="base" hangingPunct="1">
        <a:spcBef>
          <a:spcPct val="0"/>
        </a:spcBef>
        <a:spcAft>
          <a:spcPct val="0"/>
        </a:spcAft>
        <a:defRPr sz="2000" b="1">
          <a:solidFill>
            <a:schemeClr val="bg1"/>
          </a:solidFill>
          <a:latin typeface="Calibri" charset="0"/>
          <a:ea typeface="ＭＳ Ｐゴシック" panose="020B0600070205080204" pitchFamily="34" charset="-128"/>
          <a:cs typeface="ＭＳ Ｐゴシック" charset="0"/>
        </a:defRPr>
      </a:lvl4pPr>
      <a:lvl5pPr algn="r" defTabSz="457200" rtl="0" eaLnBrk="1" fontAlgn="base" hangingPunct="1">
        <a:spcBef>
          <a:spcPct val="0"/>
        </a:spcBef>
        <a:spcAft>
          <a:spcPct val="0"/>
        </a:spcAft>
        <a:defRPr sz="2000" b="1">
          <a:solidFill>
            <a:schemeClr val="bg1"/>
          </a:solidFill>
          <a:latin typeface="Calibri" charset="0"/>
          <a:ea typeface="ＭＳ Ｐゴシック" panose="020B0600070205080204" pitchFamily="34" charset="-128"/>
          <a:cs typeface="ＭＳ Ｐゴシック" charset="0"/>
        </a:defRPr>
      </a:lvl5pPr>
      <a:lvl6pPr marL="457200" algn="r" defTabSz="457200" rtl="0" eaLnBrk="1" fontAlgn="base" hangingPunct="1">
        <a:spcBef>
          <a:spcPct val="0"/>
        </a:spcBef>
        <a:spcAft>
          <a:spcPct val="0"/>
        </a:spcAft>
        <a:defRPr sz="2200">
          <a:solidFill>
            <a:schemeClr val="tx2"/>
          </a:solidFill>
          <a:latin typeface="Calibri" charset="0"/>
          <a:ea typeface="ＭＳ Ｐゴシック" charset="0"/>
          <a:cs typeface="ＭＳ Ｐゴシック" charset="0"/>
        </a:defRPr>
      </a:lvl6pPr>
      <a:lvl7pPr marL="914400" algn="r" defTabSz="457200" rtl="0" eaLnBrk="1" fontAlgn="base" hangingPunct="1">
        <a:spcBef>
          <a:spcPct val="0"/>
        </a:spcBef>
        <a:spcAft>
          <a:spcPct val="0"/>
        </a:spcAft>
        <a:defRPr sz="2200">
          <a:solidFill>
            <a:schemeClr val="tx2"/>
          </a:solidFill>
          <a:latin typeface="Calibri" charset="0"/>
          <a:ea typeface="ＭＳ Ｐゴシック" charset="0"/>
          <a:cs typeface="ＭＳ Ｐゴシック" charset="0"/>
        </a:defRPr>
      </a:lvl7pPr>
      <a:lvl8pPr marL="1371600" algn="r" defTabSz="457200" rtl="0" eaLnBrk="1" fontAlgn="base" hangingPunct="1">
        <a:spcBef>
          <a:spcPct val="0"/>
        </a:spcBef>
        <a:spcAft>
          <a:spcPct val="0"/>
        </a:spcAft>
        <a:defRPr sz="2200">
          <a:solidFill>
            <a:schemeClr val="tx2"/>
          </a:solidFill>
          <a:latin typeface="Calibri" charset="0"/>
          <a:ea typeface="ＭＳ Ｐゴシック" charset="0"/>
          <a:cs typeface="ＭＳ Ｐゴシック" charset="0"/>
        </a:defRPr>
      </a:lvl8pPr>
      <a:lvl9pPr marL="1828800" algn="r" defTabSz="457200" rtl="0" eaLnBrk="1" fontAlgn="base" hangingPunct="1">
        <a:spcBef>
          <a:spcPct val="0"/>
        </a:spcBef>
        <a:spcAft>
          <a:spcPct val="0"/>
        </a:spcAft>
        <a:defRPr sz="2200">
          <a:solidFill>
            <a:schemeClr val="tx2"/>
          </a:solidFill>
          <a:latin typeface="Calibri" charset="0"/>
          <a:ea typeface="ＭＳ Ｐゴシック" charset="0"/>
          <a:cs typeface="ＭＳ Ｐゴシック" charset="0"/>
        </a:defRPr>
      </a:lvl9pPr>
    </p:titleStyle>
    <p:bodyStyle>
      <a:lvl1pPr marL="342900" indent="-342900" algn="l" defTabSz="457200" rtl="0" eaLnBrk="1" fontAlgn="base" hangingPunct="1">
        <a:spcBef>
          <a:spcPct val="20000"/>
        </a:spcBef>
        <a:spcAft>
          <a:spcPct val="0"/>
        </a:spcAft>
        <a:buClr>
          <a:srgbClr val="009DDF"/>
        </a:buClr>
        <a:buSzPct val="100000"/>
        <a:buFont typeface="Wingdings" charset="2"/>
        <a:buChar char="§"/>
        <a:defRPr sz="2200" b="1" kern="1200">
          <a:solidFill>
            <a:schemeClr val="tx1"/>
          </a:solidFill>
          <a:latin typeface="+mn-lt"/>
          <a:ea typeface="ＭＳ Ｐゴシック" panose="020B0600070205080204" pitchFamily="34" charset="-128"/>
          <a:cs typeface="ＭＳ Ｐゴシック" charset="0"/>
        </a:defRPr>
      </a:lvl1pPr>
      <a:lvl2pPr marL="742950" indent="-285750" algn="l" defTabSz="457200" rtl="0" eaLnBrk="1" fontAlgn="base" hangingPunct="1">
        <a:spcBef>
          <a:spcPct val="20000"/>
        </a:spcBef>
        <a:spcAft>
          <a:spcPct val="0"/>
        </a:spcAft>
        <a:buClr>
          <a:srgbClr val="009DDF"/>
        </a:buClr>
        <a:buSzPct val="80000"/>
        <a:buFont typeface="Arial"/>
        <a:buChar char="•"/>
        <a:defRPr kern="1200">
          <a:solidFill>
            <a:srgbClr val="5D6E75"/>
          </a:solidFill>
          <a:latin typeface="+mn-lt"/>
          <a:ea typeface="ＭＳ Ｐゴシック" panose="020B0600070205080204" pitchFamily="34" charset="-128"/>
          <a:cs typeface="+mn-cs"/>
        </a:defRPr>
      </a:lvl2pPr>
      <a:lvl3pPr marL="1143000" indent="-228600" algn="l" defTabSz="457200" rtl="0" eaLnBrk="1" fontAlgn="base" hangingPunct="1">
        <a:spcBef>
          <a:spcPct val="20000"/>
        </a:spcBef>
        <a:spcAft>
          <a:spcPct val="0"/>
        </a:spcAft>
        <a:buClr>
          <a:srgbClr val="009DDF"/>
        </a:buClr>
        <a:buSzPct val="60000"/>
        <a:buFont typeface="Courier New"/>
        <a:buChar char="o"/>
        <a:defRPr sz="1600" kern="1200">
          <a:solidFill>
            <a:srgbClr val="5D6E75"/>
          </a:solidFill>
          <a:latin typeface="+mn-lt"/>
          <a:ea typeface="ＭＳ Ｐゴシック" panose="020B0600070205080204" pitchFamily="34" charset="-128"/>
          <a:cs typeface="+mn-cs"/>
        </a:defRPr>
      </a:lvl3pPr>
      <a:lvl4pPr marL="1600200" indent="-228600" algn="l" defTabSz="457200" rtl="0" eaLnBrk="1" fontAlgn="base" hangingPunct="1">
        <a:spcBef>
          <a:spcPct val="20000"/>
        </a:spcBef>
        <a:spcAft>
          <a:spcPct val="0"/>
        </a:spcAft>
        <a:buClr>
          <a:srgbClr val="009DDF"/>
        </a:buClr>
        <a:buSzPct val="50000"/>
        <a:buFont typeface="Arial" charset="0"/>
        <a:buChar char="•"/>
        <a:defRPr sz="1400" kern="1200">
          <a:solidFill>
            <a:srgbClr val="5D6E75"/>
          </a:solidFill>
          <a:latin typeface="+mn-lt"/>
          <a:ea typeface="ＭＳ Ｐゴシック" panose="020B0600070205080204" pitchFamily="34" charset="-128"/>
          <a:cs typeface="+mn-cs"/>
        </a:defRPr>
      </a:lvl4pPr>
      <a:lvl5pPr marL="2057400" indent="-228600" algn="l" defTabSz="457200" rtl="0" eaLnBrk="1" fontAlgn="base" hangingPunct="1">
        <a:spcBef>
          <a:spcPct val="20000"/>
        </a:spcBef>
        <a:spcAft>
          <a:spcPct val="0"/>
        </a:spcAft>
        <a:buFont typeface="Arial" charset="0"/>
        <a:buChar char="»"/>
        <a:defRPr sz="2000" kern="1200">
          <a:solidFill>
            <a:srgbClr val="5D6E75"/>
          </a:solidFill>
          <a:latin typeface="+mn-lt"/>
          <a:ea typeface="ＭＳ Ｐゴシック" panose="020B0600070205080204" pitchFamily="34" charset="-128"/>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fr-FR"/>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5.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image" Target="../media/image21.png"/><Relationship Id="rId1" Type="http://schemas.openxmlformats.org/officeDocument/2006/relationships/slideLayout" Target="../slideLayouts/slideLayout2.xml"/><Relationship Id="rId5" Type="http://schemas.openxmlformats.org/officeDocument/2006/relationships/image" Target="../media/image24.jpeg"/><Relationship Id="rId4" Type="http://schemas.openxmlformats.org/officeDocument/2006/relationships/image" Target="../media/image23.png"/></Relationships>
</file>

<file path=ppt/slides/_rels/slide8.xml.rels><?xml version="1.0" encoding="UTF-8" standalone="yes"?>
<Relationships xmlns="http://schemas.openxmlformats.org/package/2006/relationships"><Relationship Id="rId3" Type="http://schemas.openxmlformats.org/officeDocument/2006/relationships/image" Target="../media/image26.jpeg"/><Relationship Id="rId7" Type="http://schemas.openxmlformats.org/officeDocument/2006/relationships/image" Target="../media/image30.jfif"/><Relationship Id="rId2" Type="http://schemas.openxmlformats.org/officeDocument/2006/relationships/image" Target="../media/image25.jfif"/><Relationship Id="rId1" Type="http://schemas.openxmlformats.org/officeDocument/2006/relationships/slideLayout" Target="../slideLayouts/slideLayout2.xml"/><Relationship Id="rId6" Type="http://schemas.openxmlformats.org/officeDocument/2006/relationships/image" Target="../media/image29.gif"/><Relationship Id="rId5" Type="http://schemas.openxmlformats.org/officeDocument/2006/relationships/image" Target="../media/image28.wmf"/><Relationship Id="rId4" Type="http://schemas.openxmlformats.org/officeDocument/2006/relationships/image" Target="../media/image27.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31.emf"/><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32.emf"/><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34.emf"/><Relationship Id="rId2" Type="http://schemas.openxmlformats.org/officeDocument/2006/relationships/image" Target="../media/image33.emf"/><Relationship Id="rId1" Type="http://schemas.openxmlformats.org/officeDocument/2006/relationships/slideLayout" Target="../slideLayouts/slideLayout2.xml"/><Relationship Id="rId5" Type="http://schemas.openxmlformats.org/officeDocument/2006/relationships/image" Target="../media/image36.png"/><Relationship Id="rId4" Type="http://schemas.openxmlformats.org/officeDocument/2006/relationships/image" Target="../media/image35.png"/></Relationships>
</file>

<file path=ppt/slides/_rels/slide14.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38.emf"/><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39.emf"/><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40.jpe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41.png"/><Relationship Id="rId1" Type="http://schemas.openxmlformats.org/officeDocument/2006/relationships/slideLayout" Target="../slideLayouts/slideLayout2.xml"/><Relationship Id="rId6" Type="http://schemas.openxmlformats.org/officeDocument/2006/relationships/image" Target="../media/image33.png"/><Relationship Id="rId5" Type="http://schemas.openxmlformats.org/officeDocument/2006/relationships/image" Target="../media/image44.png"/><Relationship Id="rId4" Type="http://schemas.openxmlformats.org/officeDocument/2006/relationships/image" Target="../media/image43.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46.emf"/><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28.xml.rels><?xml version="1.0" encoding="UTF-8" standalone="yes"?>
<Relationships xmlns="http://schemas.openxmlformats.org/package/2006/relationships"><Relationship Id="rId3" Type="http://schemas.openxmlformats.org/officeDocument/2006/relationships/image" Target="../media/image48.emf"/><Relationship Id="rId2" Type="http://schemas.openxmlformats.org/officeDocument/2006/relationships/image" Target="../media/image47.emf"/><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49.emf"/><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49.emf"/><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50.emf"/><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52.emf"/><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40.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54.emf"/><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45.xml.rels><?xml version="1.0" encoding="UTF-8" standalone="yes"?>
<Relationships xmlns="http://schemas.openxmlformats.org/package/2006/relationships"><Relationship Id="rId3" Type="http://schemas.openxmlformats.org/officeDocument/2006/relationships/image" Target="../media/image56.jfif"/><Relationship Id="rId2" Type="http://schemas.openxmlformats.org/officeDocument/2006/relationships/image" Target="../media/image55.jfif"/><Relationship Id="rId1" Type="http://schemas.openxmlformats.org/officeDocument/2006/relationships/slideLayout" Target="../slideLayouts/slideLayout14.xml"/><Relationship Id="rId4" Type="http://schemas.openxmlformats.org/officeDocument/2006/relationships/image" Target="../media/image57.jpg"/></Relationships>
</file>

<file path=ppt/slides/_rels/slide46.xml.rels><?xml version="1.0" encoding="UTF-8" standalone="yes"?>
<Relationships xmlns="http://schemas.openxmlformats.org/package/2006/relationships"><Relationship Id="rId2" Type="http://schemas.openxmlformats.org/officeDocument/2006/relationships/image" Target="../media/image58.emf"/><Relationship Id="rId1" Type="http://schemas.openxmlformats.org/officeDocument/2006/relationships/slideLayout" Target="../slideLayouts/slideLayout14.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50.xml.rels><?xml version="1.0" encoding="UTF-8" standalone="yes"?>
<Relationships xmlns="http://schemas.openxmlformats.org/package/2006/relationships"><Relationship Id="rId3" Type="http://schemas.openxmlformats.org/officeDocument/2006/relationships/image" Target="../media/image59.emf"/><Relationship Id="rId2" Type="http://schemas.openxmlformats.org/officeDocument/2006/relationships/notesSlide" Target="../notesSlides/notesSlide1.xml"/><Relationship Id="rId1" Type="http://schemas.openxmlformats.org/officeDocument/2006/relationships/slideLayout" Target="../slideLayouts/slideLayout14.xml"/><Relationship Id="rId4" Type="http://schemas.openxmlformats.org/officeDocument/2006/relationships/image" Target="../media/image60.emf"/></Relationships>
</file>

<file path=ppt/slides/_rels/slide51.xml.rels><?xml version="1.0" encoding="UTF-8" standalone="yes"?>
<Relationships xmlns="http://schemas.openxmlformats.org/package/2006/relationships"><Relationship Id="rId2" Type="http://schemas.openxmlformats.org/officeDocument/2006/relationships/image" Target="../media/image61.emf"/><Relationship Id="rId1" Type="http://schemas.openxmlformats.org/officeDocument/2006/relationships/slideLayout" Target="../slideLayouts/slideLayout14.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53.xml.rels><?xml version="1.0" encoding="UTF-8" standalone="yes"?>
<Relationships xmlns="http://schemas.openxmlformats.org/package/2006/relationships"><Relationship Id="rId3" Type="http://schemas.openxmlformats.org/officeDocument/2006/relationships/image" Target="../media/image56.jfif"/><Relationship Id="rId2" Type="http://schemas.openxmlformats.org/officeDocument/2006/relationships/image" Target="../media/image62.png"/><Relationship Id="rId1" Type="http://schemas.openxmlformats.org/officeDocument/2006/relationships/slideLayout" Target="../slideLayouts/slideLayout14.xml"/></Relationships>
</file>

<file path=ppt/slides/_rels/slide54.xml.rels><?xml version="1.0" encoding="UTF-8" standalone="yes"?>
<Relationships xmlns="http://schemas.openxmlformats.org/package/2006/relationships"><Relationship Id="rId2" Type="http://schemas.openxmlformats.org/officeDocument/2006/relationships/image" Target="../media/image63.emf"/><Relationship Id="rId1" Type="http://schemas.openxmlformats.org/officeDocument/2006/relationships/slideLayout" Target="../slideLayouts/slideLayout14.xml"/></Relationships>
</file>

<file path=ppt/slides/_rels/slide55.xml.rels><?xml version="1.0" encoding="UTF-8" standalone="yes"?>
<Relationships xmlns="http://schemas.openxmlformats.org/package/2006/relationships"><Relationship Id="rId2" Type="http://schemas.openxmlformats.org/officeDocument/2006/relationships/image" Target="../media/image64.png"/><Relationship Id="rId1" Type="http://schemas.openxmlformats.org/officeDocument/2006/relationships/slideLayout" Target="../slideLayouts/slideLayout14.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57.xml.rels><?xml version="1.0" encoding="UTF-8" standalone="yes"?>
<Relationships xmlns="http://schemas.openxmlformats.org/package/2006/relationships"><Relationship Id="rId2" Type="http://schemas.openxmlformats.org/officeDocument/2006/relationships/image" Target="../media/image65.jpeg"/><Relationship Id="rId1" Type="http://schemas.openxmlformats.org/officeDocument/2006/relationships/slideLayout" Target="../slideLayouts/slideLayout14.xml"/></Relationships>
</file>

<file path=ppt/slides/_rels/slide58.xml.rels><?xml version="1.0" encoding="UTF-8" standalone="yes"?>
<Relationships xmlns="http://schemas.openxmlformats.org/package/2006/relationships"><Relationship Id="rId3" Type="http://schemas.openxmlformats.org/officeDocument/2006/relationships/image" Target="../media/image67.png"/><Relationship Id="rId2" Type="http://schemas.openxmlformats.org/officeDocument/2006/relationships/image" Target="../media/image66.png"/><Relationship Id="rId1" Type="http://schemas.openxmlformats.org/officeDocument/2006/relationships/slideLayout" Target="../slideLayouts/slideLayout14.xml"/></Relationships>
</file>

<file path=ppt/slides/_rels/slide59.xml.rels><?xml version="1.0" encoding="UTF-8" standalone="yes"?>
<Relationships xmlns="http://schemas.openxmlformats.org/package/2006/relationships"><Relationship Id="rId2" Type="http://schemas.openxmlformats.org/officeDocument/2006/relationships/image" Target="../media/image68.emf"/><Relationship Id="rId1" Type="http://schemas.openxmlformats.org/officeDocument/2006/relationships/slideLayout" Target="../slideLayouts/slideLayout14.xml"/></Relationships>
</file>

<file path=ppt/slides/_rels/slide60.xml.rels><?xml version="1.0" encoding="UTF-8" standalone="yes"?>
<Relationships xmlns="http://schemas.openxmlformats.org/package/2006/relationships"><Relationship Id="rId2" Type="http://schemas.openxmlformats.org/officeDocument/2006/relationships/image" Target="../media/image69.png"/><Relationship Id="rId1" Type="http://schemas.openxmlformats.org/officeDocument/2006/relationships/slideLayout" Target="../slideLayouts/slideLayout14.xml"/></Relationships>
</file>

<file path=ppt/slides/_rels/slide61.xml.rels><?xml version="1.0" encoding="UTF-8" standalone="yes"?>
<Relationships xmlns="http://schemas.openxmlformats.org/package/2006/relationships"><Relationship Id="rId2" Type="http://schemas.openxmlformats.org/officeDocument/2006/relationships/image" Target="../media/image70.emf"/><Relationship Id="rId1" Type="http://schemas.openxmlformats.org/officeDocument/2006/relationships/slideLayout" Target="../slideLayouts/slideLayout14.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63.xml.rels><?xml version="1.0" encoding="UTF-8" standalone="yes"?>
<Relationships xmlns="http://schemas.openxmlformats.org/package/2006/relationships"><Relationship Id="rId2" Type="http://schemas.openxmlformats.org/officeDocument/2006/relationships/image" Target="../media/image71.png"/><Relationship Id="rId1" Type="http://schemas.openxmlformats.org/officeDocument/2006/relationships/slideLayout" Target="../slideLayouts/slideLayout14.xml"/></Relationships>
</file>

<file path=ppt/slides/_rels/slide64.xml.rels><?xml version="1.0" encoding="UTF-8" standalone="yes"?>
<Relationships xmlns="http://schemas.openxmlformats.org/package/2006/relationships"><Relationship Id="rId2" Type="http://schemas.openxmlformats.org/officeDocument/2006/relationships/image" Target="../media/image72.png"/><Relationship Id="rId1" Type="http://schemas.openxmlformats.org/officeDocument/2006/relationships/slideLayout" Target="../slideLayouts/slideLayout23.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66.xml.rels><?xml version="1.0" encoding="UTF-8" standalone="yes"?>
<Relationships xmlns="http://schemas.openxmlformats.org/package/2006/relationships"><Relationship Id="rId2" Type="http://schemas.openxmlformats.org/officeDocument/2006/relationships/image" Target="../media/image73.emf"/><Relationship Id="rId1" Type="http://schemas.openxmlformats.org/officeDocument/2006/relationships/slideLayout" Target="../slideLayouts/slideLayout14.xml"/></Relationships>
</file>

<file path=ppt/slides/_rels/slide67.xml.rels><?xml version="1.0" encoding="UTF-8" standalone="yes"?>
<Relationships xmlns="http://schemas.openxmlformats.org/package/2006/relationships"><Relationship Id="rId3" Type="http://schemas.openxmlformats.org/officeDocument/2006/relationships/image" Target="../media/image74.emf"/><Relationship Id="rId2" Type="http://schemas.openxmlformats.org/officeDocument/2006/relationships/oleObject" Target="../embeddings/oleObject1.bin"/><Relationship Id="rId1" Type="http://schemas.openxmlformats.org/officeDocument/2006/relationships/slideLayout" Target="../slideLayouts/slideLayout14.xml"/><Relationship Id="rId5" Type="http://schemas.openxmlformats.org/officeDocument/2006/relationships/image" Target="../media/image75.emf"/><Relationship Id="rId4" Type="http://schemas.openxmlformats.org/officeDocument/2006/relationships/oleObject" Target="../embeddings/oleObject2.bin"/></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69.xml.rels><?xml version="1.0" encoding="UTF-8" standalone="yes"?>
<Relationships xmlns="http://schemas.openxmlformats.org/package/2006/relationships"><Relationship Id="rId2" Type="http://schemas.openxmlformats.org/officeDocument/2006/relationships/image" Target="../media/image76.png"/><Relationship Id="rId1" Type="http://schemas.openxmlformats.org/officeDocument/2006/relationships/slideLayout" Target="../slideLayouts/slideLayout14.xml"/></Relationships>
</file>

<file path=ppt/slides/_rels/slide70.xml.rels><?xml version="1.0" encoding="UTF-8" standalone="yes"?>
<Relationships xmlns="http://schemas.openxmlformats.org/package/2006/relationships"><Relationship Id="rId2" Type="http://schemas.openxmlformats.org/officeDocument/2006/relationships/image" Target="../media/image77.emf"/><Relationship Id="rId1" Type="http://schemas.openxmlformats.org/officeDocument/2006/relationships/slideLayout" Target="../slideLayouts/slideLayout14.xml"/></Relationships>
</file>

<file path=ppt/slides/_rels/slide71.xml.rels><?xml version="1.0" encoding="UTF-8" standalone="yes"?>
<Relationships xmlns="http://schemas.openxmlformats.org/package/2006/relationships"><Relationship Id="rId2" Type="http://schemas.openxmlformats.org/officeDocument/2006/relationships/image" Target="../media/image78.emf"/><Relationship Id="rId1" Type="http://schemas.openxmlformats.org/officeDocument/2006/relationships/slideLayout" Target="../slideLayouts/slideLayout14.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73.xml.rels><?xml version="1.0" encoding="UTF-8" standalone="yes"?>
<Relationships xmlns="http://schemas.openxmlformats.org/package/2006/relationships"><Relationship Id="rId2" Type="http://schemas.openxmlformats.org/officeDocument/2006/relationships/image" Target="../media/image79.png"/><Relationship Id="rId1" Type="http://schemas.openxmlformats.org/officeDocument/2006/relationships/slideLayout" Target="../slideLayouts/slideLayout14.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contenu 1"/>
          <p:cNvSpPr>
            <a:spLocks noGrp="1"/>
          </p:cNvSpPr>
          <p:nvPr>
            <p:ph sz="quarter" idx="10"/>
          </p:nvPr>
        </p:nvSpPr>
        <p:spPr>
          <a:xfrm>
            <a:off x="1115616" y="1923678"/>
            <a:ext cx="7200900" cy="1079971"/>
          </a:xfrm>
        </p:spPr>
        <p:txBody>
          <a:bodyPr/>
          <a:lstStyle/>
          <a:p>
            <a:r>
              <a:rPr lang="en-US" dirty="0">
                <a:latin typeface="Calibri" charset="0"/>
                <a:ea typeface="ＭＳ Ｐゴシック" charset="0"/>
              </a:rPr>
              <a:t>Wireless Networks</a:t>
            </a:r>
          </a:p>
        </p:txBody>
      </p:sp>
      <p:sp>
        <p:nvSpPr>
          <p:cNvPr id="3" name="Espace réservé du texte 2"/>
          <p:cNvSpPr>
            <a:spLocks noGrp="1"/>
          </p:cNvSpPr>
          <p:nvPr>
            <p:ph type="body" sz="quarter" idx="11"/>
          </p:nvPr>
        </p:nvSpPr>
        <p:spPr>
          <a:xfrm>
            <a:off x="1115617" y="3003650"/>
            <a:ext cx="7272337" cy="1295828"/>
          </a:xfrm>
        </p:spPr>
        <p:txBody>
          <a:bodyPr/>
          <a:lstStyle/>
          <a:p>
            <a:r>
              <a:rPr lang="fr-FR" dirty="0"/>
              <a:t>Ines Ben </a:t>
            </a:r>
            <a:r>
              <a:rPr lang="fr-FR" dirty="0" err="1"/>
              <a:t>Jemaa</a:t>
            </a:r>
            <a:endParaRPr lang="fr-FR" dirty="0"/>
          </a:p>
          <a:p>
            <a:r>
              <a:rPr lang="en-US" dirty="0"/>
              <a:t>Research Engineer </a:t>
            </a:r>
            <a:r>
              <a:rPr lang="fr-CA" dirty="0"/>
              <a:t>IRT-</a:t>
            </a:r>
            <a:r>
              <a:rPr lang="fr-CA" dirty="0" err="1"/>
              <a:t>SystemX</a:t>
            </a:r>
            <a:endParaRPr lang="fr-FR" dirty="0"/>
          </a:p>
        </p:txBody>
      </p:sp>
    </p:spTree>
    <p:extLst>
      <p:ext uri="{BB962C8B-B14F-4D97-AF65-F5344CB8AC3E}">
        <p14:creationId xmlns:p14="http://schemas.microsoft.com/office/powerpoint/2010/main" val="136529540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CA" dirty="0"/>
              <a:t>Agenda</a:t>
            </a:r>
            <a:endParaRPr lang="fr-FR" dirty="0"/>
          </a:p>
        </p:txBody>
      </p:sp>
      <p:sp>
        <p:nvSpPr>
          <p:cNvPr id="3" name="Espace réservé du contenu 2"/>
          <p:cNvSpPr>
            <a:spLocks noGrp="1"/>
          </p:cNvSpPr>
          <p:nvPr>
            <p:ph idx="1"/>
          </p:nvPr>
        </p:nvSpPr>
        <p:spPr/>
        <p:txBody>
          <a:bodyPr/>
          <a:lstStyle/>
          <a:p>
            <a:r>
              <a:rPr lang="en-US" dirty="0"/>
              <a:t>PART 1 : Wireless Networks</a:t>
            </a:r>
          </a:p>
          <a:p>
            <a:pPr lvl="1"/>
            <a:r>
              <a:rPr lang="en-US" dirty="0"/>
              <a:t>Context</a:t>
            </a:r>
          </a:p>
          <a:p>
            <a:pPr lvl="1"/>
            <a:r>
              <a:rPr lang="en-US" dirty="0"/>
              <a:t>Types</a:t>
            </a:r>
          </a:p>
          <a:p>
            <a:pPr lvl="1"/>
            <a:r>
              <a:rPr lang="en-US" dirty="0"/>
              <a:t>Architectures</a:t>
            </a:r>
          </a:p>
          <a:p>
            <a:pPr lvl="1"/>
            <a:r>
              <a:rPr lang="en-US" b="1" dirty="0"/>
              <a:t>The 802.11 standard</a:t>
            </a:r>
          </a:p>
          <a:p>
            <a:pPr lvl="1"/>
            <a:r>
              <a:rPr lang="en-US" dirty="0"/>
              <a:t>The cellular networks</a:t>
            </a:r>
          </a:p>
          <a:p>
            <a:r>
              <a:rPr lang="en-US" dirty="0"/>
              <a:t>PART 2 : V2X Access Technologies</a:t>
            </a:r>
          </a:p>
          <a:p>
            <a:pPr lvl="1"/>
            <a:r>
              <a:rPr lang="en-US" dirty="0"/>
              <a:t>Overview</a:t>
            </a:r>
          </a:p>
          <a:p>
            <a:pPr lvl="1"/>
            <a:r>
              <a:rPr lang="en-US" dirty="0"/>
              <a:t>The 802.11P standard</a:t>
            </a:r>
          </a:p>
          <a:p>
            <a:pPr lvl="1"/>
            <a:r>
              <a:rPr lang="en-US" dirty="0"/>
              <a:t>The Cellular V2X</a:t>
            </a:r>
          </a:p>
          <a:p>
            <a:endParaRPr lang="en-US" dirty="0"/>
          </a:p>
        </p:txBody>
      </p:sp>
      <p:sp>
        <p:nvSpPr>
          <p:cNvPr id="4" name="Espace réservé du texte 3"/>
          <p:cNvSpPr>
            <a:spLocks noGrp="1"/>
          </p:cNvSpPr>
          <p:nvPr>
            <p:ph type="body" sz="quarter" idx="11"/>
          </p:nvPr>
        </p:nvSpPr>
        <p:spPr/>
        <p:txBody>
          <a:bodyPr/>
          <a:lstStyle/>
          <a:p>
            <a:endParaRPr lang="fr-FR"/>
          </a:p>
        </p:txBody>
      </p:sp>
      <p:sp>
        <p:nvSpPr>
          <p:cNvPr id="5" name="Espace réservé du numéro de diapositive 4"/>
          <p:cNvSpPr>
            <a:spLocks noGrp="1"/>
          </p:cNvSpPr>
          <p:nvPr>
            <p:ph type="sldNum" sz="quarter" idx="4"/>
          </p:nvPr>
        </p:nvSpPr>
        <p:spPr>
          <a:xfrm>
            <a:off x="6516688" y="4917567"/>
            <a:ext cx="2133600" cy="204788"/>
          </a:xfrm>
        </p:spPr>
        <p:txBody>
          <a:bodyPr/>
          <a:lstStyle/>
          <a:p>
            <a:pPr>
              <a:defRPr/>
            </a:pPr>
            <a:fld id="{912CE98F-775D-0F48-B752-A04A0D0FD28A}" type="slidenum">
              <a:rPr lang="fr-FR" smtClean="0"/>
              <a:pPr>
                <a:defRPr/>
              </a:pPr>
              <a:t>2</a:t>
            </a:fld>
            <a:endParaRPr lang="fr-FR"/>
          </a:p>
        </p:txBody>
      </p:sp>
    </p:spTree>
    <p:extLst>
      <p:ext uri="{BB962C8B-B14F-4D97-AF65-F5344CB8AC3E}">
        <p14:creationId xmlns:p14="http://schemas.microsoft.com/office/powerpoint/2010/main" val="107270491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CA" dirty="0"/>
              <a:t>Agenda</a:t>
            </a:r>
            <a:endParaRPr lang="fr-FR" dirty="0"/>
          </a:p>
        </p:txBody>
      </p:sp>
      <p:sp>
        <p:nvSpPr>
          <p:cNvPr id="3" name="Espace réservé du contenu 2"/>
          <p:cNvSpPr>
            <a:spLocks noGrp="1"/>
          </p:cNvSpPr>
          <p:nvPr>
            <p:ph idx="1"/>
          </p:nvPr>
        </p:nvSpPr>
        <p:spPr/>
        <p:txBody>
          <a:bodyPr/>
          <a:lstStyle/>
          <a:p>
            <a:r>
              <a:rPr lang="en-US" dirty="0"/>
              <a:t>PART 3 : V2X services</a:t>
            </a:r>
          </a:p>
          <a:p>
            <a:pPr lvl="1"/>
            <a:r>
              <a:rPr lang="en-US" dirty="0"/>
              <a:t>Context</a:t>
            </a:r>
          </a:p>
          <a:p>
            <a:pPr lvl="1"/>
            <a:r>
              <a:rPr lang="en-US" dirty="0"/>
              <a:t>Types</a:t>
            </a:r>
          </a:p>
          <a:p>
            <a:pPr lvl="1"/>
            <a:r>
              <a:rPr lang="en-US" dirty="0"/>
              <a:t>Examples</a:t>
            </a:r>
          </a:p>
          <a:p>
            <a:r>
              <a:rPr lang="en-US" dirty="0"/>
              <a:t>PART 4 : V2X Security</a:t>
            </a:r>
          </a:p>
          <a:p>
            <a:pPr lvl="1"/>
            <a:r>
              <a:rPr lang="en-US" dirty="0"/>
              <a:t>PKI</a:t>
            </a:r>
          </a:p>
          <a:p>
            <a:pPr lvl="1"/>
            <a:r>
              <a:rPr lang="en-US" dirty="0"/>
              <a:t>Misbehavior Detection</a:t>
            </a:r>
          </a:p>
          <a:p>
            <a:pPr lvl="1"/>
            <a:r>
              <a:rPr lang="en-US" dirty="0"/>
              <a:t>Privacy</a:t>
            </a:r>
          </a:p>
          <a:p>
            <a:r>
              <a:rPr lang="en-US" dirty="0"/>
              <a:t>PART 5 : Practical examples</a:t>
            </a:r>
          </a:p>
          <a:p>
            <a:pPr lvl="1"/>
            <a:r>
              <a:rPr lang="en-US" dirty="0"/>
              <a:t>Simulation Platform</a:t>
            </a:r>
          </a:p>
          <a:p>
            <a:pPr lvl="1"/>
            <a:r>
              <a:rPr lang="en-US" dirty="0"/>
              <a:t>Examples</a:t>
            </a:r>
          </a:p>
        </p:txBody>
      </p:sp>
      <p:sp>
        <p:nvSpPr>
          <p:cNvPr id="4" name="Espace réservé du texte 3"/>
          <p:cNvSpPr>
            <a:spLocks noGrp="1"/>
          </p:cNvSpPr>
          <p:nvPr>
            <p:ph type="body" sz="quarter" idx="11"/>
          </p:nvPr>
        </p:nvSpPr>
        <p:spPr/>
        <p:txBody>
          <a:bodyPr/>
          <a:lstStyle/>
          <a:p>
            <a:endParaRPr lang="fr-FR"/>
          </a:p>
        </p:txBody>
      </p:sp>
      <p:sp>
        <p:nvSpPr>
          <p:cNvPr id="5" name="Espace réservé du numéro de diapositive 4"/>
          <p:cNvSpPr>
            <a:spLocks noGrp="1"/>
          </p:cNvSpPr>
          <p:nvPr>
            <p:ph type="sldNum" sz="quarter" idx="4"/>
          </p:nvPr>
        </p:nvSpPr>
        <p:spPr>
          <a:xfrm>
            <a:off x="6516688" y="4917567"/>
            <a:ext cx="2133600" cy="204788"/>
          </a:xfrm>
        </p:spPr>
        <p:txBody>
          <a:bodyPr/>
          <a:lstStyle/>
          <a:p>
            <a:pPr>
              <a:defRPr/>
            </a:pPr>
            <a:fld id="{912CE98F-775D-0F48-B752-A04A0D0FD28A}" type="slidenum">
              <a:rPr lang="fr-FR" smtClean="0"/>
              <a:pPr>
                <a:defRPr/>
              </a:pPr>
              <a:t>3</a:t>
            </a:fld>
            <a:endParaRPr lang="fr-FR"/>
          </a:p>
        </p:txBody>
      </p:sp>
    </p:spTree>
    <p:extLst>
      <p:ext uri="{BB962C8B-B14F-4D97-AF65-F5344CB8AC3E}">
        <p14:creationId xmlns:p14="http://schemas.microsoft.com/office/powerpoint/2010/main" val="66126314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contenu 1"/>
          <p:cNvSpPr>
            <a:spLocks noGrp="1"/>
          </p:cNvSpPr>
          <p:nvPr>
            <p:ph sz="quarter" idx="10"/>
          </p:nvPr>
        </p:nvSpPr>
        <p:spPr>
          <a:xfrm>
            <a:off x="1115616" y="1923678"/>
            <a:ext cx="7200900" cy="1079971"/>
          </a:xfrm>
        </p:spPr>
        <p:txBody>
          <a:bodyPr/>
          <a:lstStyle/>
          <a:p>
            <a:r>
              <a:rPr lang="en-US" dirty="0">
                <a:latin typeface="Calibri" charset="0"/>
                <a:ea typeface="ＭＳ Ｐゴシック" charset="0"/>
              </a:rPr>
              <a:t>Part 1 : Wireless Networks: Architecture, Protocols, Examples</a:t>
            </a:r>
          </a:p>
        </p:txBody>
      </p:sp>
      <p:sp>
        <p:nvSpPr>
          <p:cNvPr id="3" name="Espace réservé du texte 2"/>
          <p:cNvSpPr>
            <a:spLocks noGrp="1"/>
          </p:cNvSpPr>
          <p:nvPr>
            <p:ph type="body" sz="quarter" idx="11"/>
          </p:nvPr>
        </p:nvSpPr>
        <p:spPr>
          <a:xfrm>
            <a:off x="1115617" y="3003650"/>
            <a:ext cx="7272337" cy="1295828"/>
          </a:xfrm>
        </p:spPr>
        <p:txBody>
          <a:bodyPr/>
          <a:lstStyle/>
          <a:p>
            <a:r>
              <a:rPr lang="fr-FR" dirty="0"/>
              <a:t>Ines Ben </a:t>
            </a:r>
            <a:r>
              <a:rPr lang="fr-FR" dirty="0" err="1"/>
              <a:t>Jemaa</a:t>
            </a:r>
            <a:endParaRPr lang="fr-FR" dirty="0"/>
          </a:p>
          <a:p>
            <a:r>
              <a:rPr lang="en-US" dirty="0"/>
              <a:t>Research Engineer </a:t>
            </a:r>
            <a:r>
              <a:rPr lang="fr-CA" dirty="0"/>
              <a:t>IRT-</a:t>
            </a:r>
            <a:r>
              <a:rPr lang="fr-CA" dirty="0" err="1"/>
              <a:t>SystemX</a:t>
            </a:r>
            <a:endParaRPr lang="fr-FR"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CA" dirty="0"/>
              <a:t>Introduction</a:t>
            </a:r>
            <a:endParaRPr lang="fr-FR" dirty="0"/>
          </a:p>
        </p:txBody>
      </p:sp>
      <p:sp>
        <p:nvSpPr>
          <p:cNvPr id="3" name="Espace réservé du contenu 2"/>
          <p:cNvSpPr>
            <a:spLocks noGrp="1"/>
          </p:cNvSpPr>
          <p:nvPr>
            <p:ph idx="1"/>
          </p:nvPr>
        </p:nvSpPr>
        <p:spPr/>
        <p:txBody>
          <a:bodyPr/>
          <a:lstStyle/>
          <a:p>
            <a:r>
              <a:rPr lang="en-US" sz="1800" dirty="0"/>
              <a:t>Wireless networks </a:t>
            </a:r>
            <a:r>
              <a:rPr lang="en-US" sz="1800" b="0" dirty="0"/>
              <a:t>are networks that use radio waves to connect devices, without the necessity of using cables of any kind</a:t>
            </a:r>
          </a:p>
          <a:p>
            <a:pPr lvl="1"/>
            <a:r>
              <a:rPr lang="en-US" sz="1200" dirty="0"/>
              <a:t>Example : Portable computers, desktop computers, hand-held computers, personal digital assistants (PDAs), cellular phones</a:t>
            </a:r>
          </a:p>
          <a:p>
            <a:pPr lvl="1"/>
            <a:endParaRPr lang="en-US" sz="1400" b="0" dirty="0"/>
          </a:p>
          <a:p>
            <a:endParaRPr lang="fr-FR" sz="1800" dirty="0"/>
          </a:p>
        </p:txBody>
      </p:sp>
      <p:sp>
        <p:nvSpPr>
          <p:cNvPr id="4" name="Espace réservé du texte 3"/>
          <p:cNvSpPr>
            <a:spLocks noGrp="1"/>
          </p:cNvSpPr>
          <p:nvPr>
            <p:ph type="body" sz="quarter" idx="11"/>
          </p:nvPr>
        </p:nvSpPr>
        <p:spPr/>
        <p:txBody>
          <a:bodyPr/>
          <a:lstStyle/>
          <a:p>
            <a:endParaRPr lang="fr-FR"/>
          </a:p>
        </p:txBody>
      </p:sp>
      <p:sp>
        <p:nvSpPr>
          <p:cNvPr id="5" name="Espace réservé du numéro de diapositive 4"/>
          <p:cNvSpPr>
            <a:spLocks noGrp="1"/>
          </p:cNvSpPr>
          <p:nvPr>
            <p:ph type="sldNum" sz="quarter" idx="4"/>
          </p:nvPr>
        </p:nvSpPr>
        <p:spPr/>
        <p:txBody>
          <a:bodyPr/>
          <a:lstStyle/>
          <a:p>
            <a:fld id="{7F86108E-6173-CC4E-81D1-D6419E4934EE}" type="slidenum">
              <a:rPr lang="fr-FR" smtClean="0"/>
              <a:pPr/>
              <a:t>5</a:t>
            </a:fld>
            <a:endParaRPr lang="fr-FR" dirty="0"/>
          </a:p>
        </p:txBody>
      </p:sp>
      <p:pic>
        <p:nvPicPr>
          <p:cNvPr id="7" name="Image 6"/>
          <p:cNvPicPr>
            <a:picLocks noChangeAspect="1"/>
          </p:cNvPicPr>
          <p:nvPr/>
        </p:nvPicPr>
        <p:blipFill>
          <a:blip r:embed="rId2" cstate="email">
            <a:extLst>
              <a:ext uri="{28A0092B-C50C-407E-A947-70E740481C1C}">
                <a14:useLocalDpi xmlns:a14="http://schemas.microsoft.com/office/drawing/2010/main" val="0"/>
              </a:ext>
            </a:extLst>
          </a:blip>
          <a:stretch>
            <a:fillRect/>
          </a:stretch>
        </p:blipFill>
        <p:spPr>
          <a:xfrm>
            <a:off x="2843808" y="2281582"/>
            <a:ext cx="3528392" cy="2861918"/>
          </a:xfrm>
          <a:prstGeom prst="rect">
            <a:avLst/>
          </a:prstGeom>
        </p:spPr>
      </p:pic>
    </p:spTree>
    <p:extLst>
      <p:ext uri="{BB962C8B-B14F-4D97-AF65-F5344CB8AC3E}">
        <p14:creationId xmlns:p14="http://schemas.microsoft.com/office/powerpoint/2010/main" val="341903708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CA" dirty="0" err="1"/>
              <a:t>Context</a:t>
            </a:r>
            <a:endParaRPr lang="fr-FR" dirty="0"/>
          </a:p>
        </p:txBody>
      </p:sp>
      <p:sp>
        <p:nvSpPr>
          <p:cNvPr id="3" name="Espace réservé du contenu 2"/>
          <p:cNvSpPr>
            <a:spLocks noGrp="1"/>
          </p:cNvSpPr>
          <p:nvPr>
            <p:ph idx="1"/>
          </p:nvPr>
        </p:nvSpPr>
        <p:spPr>
          <a:xfrm>
            <a:off x="179512" y="1313904"/>
            <a:ext cx="3600400" cy="3612615"/>
          </a:xfrm>
        </p:spPr>
        <p:txBody>
          <a:bodyPr/>
          <a:lstStyle/>
          <a:p>
            <a:r>
              <a:rPr lang="en-US" sz="2000" dirty="0"/>
              <a:t>Growth of wireless devices </a:t>
            </a:r>
          </a:p>
          <a:p>
            <a:r>
              <a:rPr lang="en-US" sz="2000" dirty="0"/>
              <a:t>New/smart services </a:t>
            </a:r>
          </a:p>
          <a:p>
            <a:r>
              <a:rPr lang="en-US" sz="2000" dirty="0"/>
              <a:t>Need for mobility</a:t>
            </a:r>
          </a:p>
          <a:p>
            <a:r>
              <a:rPr lang="en-US" sz="2000" dirty="0"/>
              <a:t>The « everywhere » network</a:t>
            </a:r>
          </a:p>
          <a:p>
            <a:endParaRPr lang="fr-CA" sz="2000" dirty="0"/>
          </a:p>
          <a:p>
            <a:endParaRPr lang="fr-FR" sz="2000" dirty="0"/>
          </a:p>
        </p:txBody>
      </p:sp>
      <p:sp>
        <p:nvSpPr>
          <p:cNvPr id="4" name="Espace réservé du texte 3"/>
          <p:cNvSpPr>
            <a:spLocks noGrp="1"/>
          </p:cNvSpPr>
          <p:nvPr>
            <p:ph type="body" sz="quarter" idx="11"/>
          </p:nvPr>
        </p:nvSpPr>
        <p:spPr/>
        <p:txBody>
          <a:bodyPr/>
          <a:lstStyle/>
          <a:p>
            <a:endParaRPr lang="fr-FR"/>
          </a:p>
        </p:txBody>
      </p:sp>
      <p:sp>
        <p:nvSpPr>
          <p:cNvPr id="5" name="Espace réservé du numéro de diapositive 4"/>
          <p:cNvSpPr>
            <a:spLocks noGrp="1"/>
          </p:cNvSpPr>
          <p:nvPr>
            <p:ph type="sldNum" sz="quarter" idx="4"/>
          </p:nvPr>
        </p:nvSpPr>
        <p:spPr/>
        <p:txBody>
          <a:bodyPr/>
          <a:lstStyle/>
          <a:p>
            <a:fld id="{7F86108E-6173-CC4E-81D1-D6419E4934EE}" type="slidenum">
              <a:rPr lang="fr-FR" smtClean="0"/>
              <a:pPr/>
              <a:t>6</a:t>
            </a:fld>
            <a:endParaRPr lang="fr-FR" dirty="0"/>
          </a:p>
        </p:txBody>
      </p:sp>
      <p:pic>
        <p:nvPicPr>
          <p:cNvPr id="6" name="Image 5"/>
          <p:cNvPicPr>
            <a:picLocks noChangeAspect="1"/>
          </p:cNvPicPr>
          <p:nvPr/>
        </p:nvPicPr>
        <p:blipFill>
          <a:blip r:embed="rId2" cstate="email">
            <a:extLst>
              <a:ext uri="{28A0092B-C50C-407E-A947-70E740481C1C}">
                <a14:useLocalDpi xmlns:a14="http://schemas.microsoft.com/office/drawing/2010/main" val="0"/>
              </a:ext>
            </a:extLst>
          </a:blip>
          <a:stretch>
            <a:fillRect/>
          </a:stretch>
        </p:blipFill>
        <p:spPr>
          <a:xfrm>
            <a:off x="3893733" y="1590386"/>
            <a:ext cx="5238534" cy="3062528"/>
          </a:xfrm>
          <a:prstGeom prst="rect">
            <a:avLst/>
          </a:prstGeom>
        </p:spPr>
      </p:pic>
    </p:spTree>
    <p:extLst>
      <p:ext uri="{BB962C8B-B14F-4D97-AF65-F5344CB8AC3E}">
        <p14:creationId xmlns:p14="http://schemas.microsoft.com/office/powerpoint/2010/main" val="34983738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en-US" dirty="0"/>
              <a:t>“Smart” Services Examples</a:t>
            </a:r>
          </a:p>
        </p:txBody>
      </p:sp>
      <p:pic>
        <p:nvPicPr>
          <p:cNvPr id="8" name="Espace réservé du contenu 7"/>
          <p:cNvPicPr>
            <a:picLocks noGrp="1" noChangeAspect="1"/>
          </p:cNvPicPr>
          <p:nvPr>
            <p:ph idx="1"/>
          </p:nvPr>
        </p:nvPicPr>
        <p:blipFill>
          <a:blip r:embed="rId2" cstate="email">
            <a:extLst>
              <a:ext uri="{28A0092B-C50C-407E-A947-70E740481C1C}">
                <a14:useLocalDpi xmlns:a14="http://schemas.microsoft.com/office/drawing/2010/main" val="0"/>
              </a:ext>
            </a:extLst>
          </a:blip>
          <a:stretch>
            <a:fillRect/>
          </a:stretch>
        </p:blipFill>
        <p:spPr>
          <a:xfrm>
            <a:off x="539552" y="1113876"/>
            <a:ext cx="2304256" cy="1631102"/>
          </a:xfrm>
        </p:spPr>
      </p:pic>
      <p:sp>
        <p:nvSpPr>
          <p:cNvPr id="4" name="Espace réservé du texte 3"/>
          <p:cNvSpPr>
            <a:spLocks noGrp="1"/>
          </p:cNvSpPr>
          <p:nvPr>
            <p:ph type="body" sz="quarter" idx="11"/>
          </p:nvPr>
        </p:nvSpPr>
        <p:spPr/>
        <p:txBody>
          <a:bodyPr/>
          <a:lstStyle/>
          <a:p>
            <a:endParaRPr lang="en-US"/>
          </a:p>
        </p:txBody>
      </p:sp>
      <p:sp>
        <p:nvSpPr>
          <p:cNvPr id="5" name="Espace réservé du numéro de diapositive 4"/>
          <p:cNvSpPr>
            <a:spLocks noGrp="1"/>
          </p:cNvSpPr>
          <p:nvPr>
            <p:ph type="sldNum" sz="quarter" idx="4"/>
          </p:nvPr>
        </p:nvSpPr>
        <p:spPr/>
        <p:txBody>
          <a:bodyPr/>
          <a:lstStyle/>
          <a:p>
            <a:fld id="{7F86108E-6173-CC4E-81D1-D6419E4934EE}" type="slidenum">
              <a:rPr lang="fr-FR" smtClean="0"/>
              <a:pPr/>
              <a:t>7</a:t>
            </a:fld>
            <a:endParaRPr lang="fr-FR" dirty="0"/>
          </a:p>
        </p:txBody>
      </p:sp>
      <p:sp>
        <p:nvSpPr>
          <p:cNvPr id="6" name="Rectangle 5"/>
          <p:cNvSpPr/>
          <p:nvPr/>
        </p:nvSpPr>
        <p:spPr>
          <a:xfrm>
            <a:off x="7015184" y="1453162"/>
            <a:ext cx="1307383" cy="430887"/>
          </a:xfrm>
          <a:prstGeom prst="rect">
            <a:avLst/>
          </a:prstGeom>
        </p:spPr>
        <p:txBody>
          <a:bodyPr wrap="square">
            <a:spAutoFit/>
          </a:bodyPr>
          <a:lstStyle/>
          <a:p>
            <a:pPr algn="ctr"/>
            <a:r>
              <a:rPr lang="en-US" sz="1100" dirty="0"/>
              <a:t>Public transit mapping </a:t>
            </a:r>
          </a:p>
        </p:txBody>
      </p:sp>
      <p:pic>
        <p:nvPicPr>
          <p:cNvPr id="7" name="Picture 17"/>
          <p:cNvPicPr>
            <a:picLocks noChangeAspect="1"/>
          </p:cNvPicPr>
          <p:nvPr/>
        </p:nvPicPr>
        <p:blipFill rotWithShape="1">
          <a:blip r:embed="rId3" cstate="email">
            <a:extLst>
              <a:ext uri="{28A0092B-C50C-407E-A947-70E740481C1C}">
                <a14:useLocalDpi xmlns:a14="http://schemas.microsoft.com/office/drawing/2010/main" val="0"/>
              </a:ext>
            </a:extLst>
          </a:blip>
          <a:srcRect l="20039" r="9824"/>
          <a:stretch/>
        </p:blipFill>
        <p:spPr>
          <a:xfrm>
            <a:off x="7020271" y="1907807"/>
            <a:ext cx="1337767" cy="1907336"/>
          </a:xfrm>
          <a:prstGeom prst="rect">
            <a:avLst/>
          </a:prstGeom>
        </p:spPr>
      </p:pic>
      <p:pic>
        <p:nvPicPr>
          <p:cNvPr id="9" name="Image 8">
            <a:extLst>
              <a:ext uri="{FF2B5EF4-FFF2-40B4-BE49-F238E27FC236}">
                <a16:creationId xmlns:a16="http://schemas.microsoft.com/office/drawing/2014/main" id="{A0E6BA9C-FAE9-432D-AA9F-B823B508C4E7}"/>
              </a:ext>
            </a:extLst>
          </p:cNvPr>
          <p:cNvPicPr>
            <a:picLocks noChangeAspect="1"/>
          </p:cNvPicPr>
          <p:nvPr/>
        </p:nvPicPr>
        <p:blipFill>
          <a:blip r:embed="rId4"/>
          <a:stretch>
            <a:fillRect/>
          </a:stretch>
        </p:blipFill>
        <p:spPr>
          <a:xfrm>
            <a:off x="337851" y="3363838"/>
            <a:ext cx="2707657" cy="1496171"/>
          </a:xfrm>
          <a:prstGeom prst="rect">
            <a:avLst/>
          </a:prstGeom>
        </p:spPr>
      </p:pic>
      <p:pic>
        <p:nvPicPr>
          <p:cNvPr id="10" name="Picture 2"/>
          <p:cNvPicPr>
            <a:picLocks noChangeAspect="1" noChangeArrowheads="1"/>
          </p:cNvPicPr>
          <p:nvPr/>
        </p:nvPicPr>
        <p:blipFill>
          <a:blip r:embed="rId5" cstate="email">
            <a:extLst>
              <a:ext uri="{28A0092B-C50C-407E-A947-70E740481C1C}">
                <a14:useLocalDpi xmlns:a14="http://schemas.microsoft.com/office/drawing/2010/main" val="0"/>
              </a:ext>
            </a:extLst>
          </a:blip>
          <a:srcRect/>
          <a:stretch>
            <a:fillRect/>
          </a:stretch>
        </p:blipFill>
        <p:spPr bwMode="auto">
          <a:xfrm>
            <a:off x="3802780" y="2643758"/>
            <a:ext cx="2477928" cy="15494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1" name="ZoneTexte 10"/>
          <p:cNvSpPr txBox="1"/>
          <p:nvPr/>
        </p:nvSpPr>
        <p:spPr bwMode="auto">
          <a:xfrm>
            <a:off x="337851" y="2942990"/>
            <a:ext cx="2520280" cy="43088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FAA26D3D-D897-4be2-8F04-BA451C77F1D7}">
              <ma14:placeholderFlag xmlns:ma14="http://schemas.microsoft.com/office/mac/drawingml/2011/main" xmlns="" val="1"/>
            </a:ext>
          </a:extLst>
        </p:spPr>
        <p:txBody>
          <a:bodyPr vert="horz" wrap="square" lIns="0" tIns="45720" rIns="36000" bIns="45720" numCol="1" rtlCol="0" anchor="b" anchorCtr="0" compatLnSpc="1">
            <a:prstTxWarp prst="textNoShape">
              <a:avLst/>
            </a:prstTxWarp>
            <a:spAutoFit/>
          </a:bodyPr>
          <a:lstStyle/>
          <a:p>
            <a:pPr algn="ctr"/>
            <a:r>
              <a:rPr lang="en-US" sz="1100" dirty="0"/>
              <a:t>Cooperative Intelligent Transport Systems</a:t>
            </a:r>
          </a:p>
        </p:txBody>
      </p:sp>
      <p:sp>
        <p:nvSpPr>
          <p:cNvPr id="12" name="ZoneTexte 11"/>
          <p:cNvSpPr txBox="1"/>
          <p:nvPr/>
        </p:nvSpPr>
        <p:spPr bwMode="auto">
          <a:xfrm>
            <a:off x="3793925" y="2140863"/>
            <a:ext cx="2362251" cy="43088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FAA26D3D-D897-4be2-8F04-BA451C77F1D7}">
              <ma14:placeholderFlag xmlns:ma14="http://schemas.microsoft.com/office/mac/drawingml/2011/main" xmlns="" val="1"/>
            </a:ext>
          </a:extLst>
        </p:spPr>
        <p:txBody>
          <a:bodyPr vert="horz" wrap="square" lIns="0" tIns="45720" rIns="36000" bIns="45720" numCol="1" rtlCol="0" anchor="b" anchorCtr="0" compatLnSpc="1">
            <a:prstTxWarp prst="textNoShape">
              <a:avLst/>
            </a:prstTxWarp>
            <a:spAutoFit/>
          </a:bodyPr>
          <a:lstStyle/>
          <a:p>
            <a:pPr algn="ctr"/>
            <a:r>
              <a:rPr lang="en-US" sz="1100" dirty="0" err="1"/>
              <a:t>ZebraNet</a:t>
            </a:r>
            <a:r>
              <a:rPr lang="en-US" sz="1100" dirty="0"/>
              <a:t>: Tracking animals location and resources</a:t>
            </a:r>
          </a:p>
        </p:txBody>
      </p:sp>
    </p:spTree>
    <p:extLst>
      <p:ext uri="{BB962C8B-B14F-4D97-AF65-F5344CB8AC3E}">
        <p14:creationId xmlns:p14="http://schemas.microsoft.com/office/powerpoint/2010/main" val="174783656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en-US" dirty="0"/>
              <a:t>Several Wireless Networks </a:t>
            </a:r>
          </a:p>
        </p:txBody>
      </p:sp>
      <p:sp>
        <p:nvSpPr>
          <p:cNvPr id="4" name="Espace réservé du texte 3"/>
          <p:cNvSpPr>
            <a:spLocks noGrp="1"/>
          </p:cNvSpPr>
          <p:nvPr>
            <p:ph type="body" sz="quarter" idx="11"/>
          </p:nvPr>
        </p:nvSpPr>
        <p:spPr/>
        <p:txBody>
          <a:bodyPr/>
          <a:lstStyle/>
          <a:p>
            <a:endParaRPr lang="en-US"/>
          </a:p>
        </p:txBody>
      </p:sp>
      <p:sp>
        <p:nvSpPr>
          <p:cNvPr id="5" name="Espace réservé du numéro de diapositive 4"/>
          <p:cNvSpPr>
            <a:spLocks noGrp="1"/>
          </p:cNvSpPr>
          <p:nvPr>
            <p:ph type="sldNum" sz="quarter" idx="4"/>
          </p:nvPr>
        </p:nvSpPr>
        <p:spPr/>
        <p:txBody>
          <a:bodyPr/>
          <a:lstStyle/>
          <a:p>
            <a:fld id="{7F86108E-6173-CC4E-81D1-D6419E4934EE}" type="slidenum">
              <a:rPr lang="fr-FR" smtClean="0"/>
              <a:pPr/>
              <a:t>8</a:t>
            </a:fld>
            <a:endParaRPr lang="fr-FR" dirty="0"/>
          </a:p>
        </p:txBody>
      </p:sp>
      <p:pic>
        <p:nvPicPr>
          <p:cNvPr id="6" name="Imag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98355" y="1585855"/>
            <a:ext cx="2247900" cy="2038350"/>
          </a:xfrm>
          <a:prstGeom prst="rect">
            <a:avLst/>
          </a:prstGeom>
          <a:ln w="15875">
            <a:solidFill>
              <a:schemeClr val="accent1"/>
            </a:solidFill>
          </a:ln>
        </p:spPr>
      </p:pic>
      <p:sp>
        <p:nvSpPr>
          <p:cNvPr id="7" name="ZoneTexte 6"/>
          <p:cNvSpPr txBox="1"/>
          <p:nvPr/>
        </p:nvSpPr>
        <p:spPr bwMode="auto">
          <a:xfrm>
            <a:off x="819963" y="3699680"/>
            <a:ext cx="1959868" cy="30777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FAA26D3D-D897-4be2-8F04-BA451C77F1D7}">
              <ma14:placeholderFlag xmlns:ma14="http://schemas.microsoft.com/office/mac/drawingml/2011/main" xmlns="" val="1"/>
            </a:ext>
          </a:extLst>
        </p:spPr>
        <p:txBody>
          <a:bodyPr vert="horz" wrap="square" lIns="0" tIns="45720" rIns="36000" bIns="45720" numCol="1" rtlCol="0" anchor="b" anchorCtr="0" compatLnSpc="1">
            <a:prstTxWarp prst="textNoShape">
              <a:avLst/>
            </a:prstTxWarp>
            <a:spAutoFit/>
          </a:bodyPr>
          <a:lstStyle/>
          <a:p>
            <a:r>
              <a:rPr lang="en-US" sz="1400" dirty="0"/>
              <a:t>Cellular Networks</a:t>
            </a:r>
          </a:p>
        </p:txBody>
      </p:sp>
      <p:grpSp>
        <p:nvGrpSpPr>
          <p:cNvPr id="56" name="Groupe 55"/>
          <p:cNvGrpSpPr/>
          <p:nvPr/>
        </p:nvGrpSpPr>
        <p:grpSpPr>
          <a:xfrm>
            <a:off x="3028677" y="1662542"/>
            <a:ext cx="3127499" cy="1884976"/>
            <a:chOff x="1660525" y="2492896"/>
            <a:chExt cx="6656338" cy="4263089"/>
          </a:xfrm>
        </p:grpSpPr>
        <p:pic>
          <p:nvPicPr>
            <p:cNvPr id="8" name="Picture 2" descr="images"/>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6783660" y="2492896"/>
              <a:ext cx="1028700" cy="771525"/>
            </a:xfrm>
            <a:prstGeom prst="rect">
              <a:avLst/>
            </a:prstGeom>
            <a:noFill/>
            <a:ln>
              <a:solidFill>
                <a:srgbClr val="000000"/>
              </a:solid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FAA26D3D-D897-4be2-8F04-BA451C77F1D7}">
                <ma14:placeholderFlag xmlns:ma14="http://schemas.microsoft.com/office/mac/drawingml/2011/main" xmlns="" val="1"/>
              </a:ext>
            </a:extLst>
          </p:spPr>
        </p:pic>
        <p:pic>
          <p:nvPicPr>
            <p:cNvPr id="9" name="Picture 4"/>
            <p:cNvPicPr>
              <a:picLocks noChangeAspect="1" noChangeArrowheads="1"/>
            </p:cNvPicPr>
            <p:nvPr/>
          </p:nvPicPr>
          <p:blipFill>
            <a:blip r:embed="rId4" cstate="email">
              <a:extLst>
                <a:ext uri="{28A0092B-C50C-407E-A947-70E740481C1C}">
                  <a14:useLocalDpi xmlns:a14="http://schemas.microsoft.com/office/drawing/2010/main" val="0"/>
                </a:ext>
              </a:extLst>
            </a:blip>
            <a:srcRect/>
            <a:stretch>
              <a:fillRect/>
            </a:stretch>
          </p:blipFill>
          <p:spPr bwMode="auto">
            <a:xfrm>
              <a:off x="6007521" y="4639394"/>
              <a:ext cx="219075" cy="219075"/>
            </a:xfrm>
            <a:prstGeom prst="rect">
              <a:avLst/>
            </a:prstGeom>
            <a:noFill/>
            <a:ln>
              <a:solidFill>
                <a:srgbClr val="000000"/>
              </a:solid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FAA26D3D-D897-4be2-8F04-BA451C77F1D7}">
                <ma14:placeholderFlag xmlns:ma14="http://schemas.microsoft.com/office/mac/drawingml/2011/main" xmlns="" val="1"/>
              </a:ext>
            </a:extLst>
          </p:spPr>
        </p:pic>
        <p:pic>
          <p:nvPicPr>
            <p:cNvPr id="10" name="Picture 5"/>
            <p:cNvPicPr>
              <a:picLocks noChangeAspect="1" noChangeArrowheads="1"/>
            </p:cNvPicPr>
            <p:nvPr/>
          </p:nvPicPr>
          <p:blipFill>
            <a:blip r:embed="rId4" cstate="email">
              <a:extLst>
                <a:ext uri="{28A0092B-C50C-407E-A947-70E740481C1C}">
                  <a14:useLocalDpi xmlns:a14="http://schemas.microsoft.com/office/drawing/2010/main" val="0"/>
                </a:ext>
              </a:extLst>
            </a:blip>
            <a:srcRect/>
            <a:stretch>
              <a:fillRect/>
            </a:stretch>
          </p:blipFill>
          <p:spPr bwMode="auto">
            <a:xfrm>
              <a:off x="6725071" y="4858469"/>
              <a:ext cx="219075" cy="219075"/>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pic>
        <p:pic>
          <p:nvPicPr>
            <p:cNvPr id="11" name="Picture 6"/>
            <p:cNvPicPr>
              <a:picLocks noChangeAspect="1" noChangeArrowheads="1"/>
            </p:cNvPicPr>
            <p:nvPr/>
          </p:nvPicPr>
          <p:blipFill>
            <a:blip r:embed="rId4" cstate="email">
              <a:extLst>
                <a:ext uri="{28A0092B-C50C-407E-A947-70E740481C1C}">
                  <a14:useLocalDpi xmlns:a14="http://schemas.microsoft.com/office/drawing/2010/main" val="0"/>
                </a:ext>
              </a:extLst>
            </a:blip>
            <a:srcRect/>
            <a:stretch>
              <a:fillRect/>
            </a:stretch>
          </p:blipFill>
          <p:spPr bwMode="auto">
            <a:xfrm>
              <a:off x="6367884" y="4350469"/>
              <a:ext cx="219075" cy="219075"/>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pic>
        <p:pic>
          <p:nvPicPr>
            <p:cNvPr id="12" name="Picture 7"/>
            <p:cNvPicPr>
              <a:picLocks noChangeAspect="1" noChangeArrowheads="1"/>
            </p:cNvPicPr>
            <p:nvPr/>
          </p:nvPicPr>
          <p:blipFill>
            <a:blip r:embed="rId4" cstate="email">
              <a:extLst>
                <a:ext uri="{28A0092B-C50C-407E-A947-70E740481C1C}">
                  <a14:useLocalDpi xmlns:a14="http://schemas.microsoft.com/office/drawing/2010/main" val="0"/>
                </a:ext>
              </a:extLst>
            </a:blip>
            <a:srcRect/>
            <a:stretch>
              <a:fillRect/>
            </a:stretch>
          </p:blipFill>
          <p:spPr bwMode="auto">
            <a:xfrm>
              <a:off x="6871121" y="4423494"/>
              <a:ext cx="219075" cy="219075"/>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pic>
        <p:pic>
          <p:nvPicPr>
            <p:cNvPr id="13" name="Picture 8"/>
            <p:cNvPicPr>
              <a:picLocks noChangeAspect="1" noChangeArrowheads="1"/>
            </p:cNvPicPr>
            <p:nvPr/>
          </p:nvPicPr>
          <p:blipFill>
            <a:blip r:embed="rId4" cstate="email">
              <a:extLst>
                <a:ext uri="{28A0092B-C50C-407E-A947-70E740481C1C}">
                  <a14:useLocalDpi xmlns:a14="http://schemas.microsoft.com/office/drawing/2010/main" val="0"/>
                </a:ext>
              </a:extLst>
            </a:blip>
            <a:srcRect/>
            <a:stretch>
              <a:fillRect/>
            </a:stretch>
          </p:blipFill>
          <p:spPr bwMode="auto">
            <a:xfrm>
              <a:off x="5502696" y="5502994"/>
              <a:ext cx="219075" cy="219075"/>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pic>
        <p:pic>
          <p:nvPicPr>
            <p:cNvPr id="14" name="Picture 9"/>
            <p:cNvPicPr>
              <a:picLocks noChangeAspect="1" noChangeArrowheads="1"/>
            </p:cNvPicPr>
            <p:nvPr/>
          </p:nvPicPr>
          <p:blipFill>
            <a:blip r:embed="rId4" cstate="email">
              <a:extLst>
                <a:ext uri="{28A0092B-C50C-407E-A947-70E740481C1C}">
                  <a14:useLocalDpi xmlns:a14="http://schemas.microsoft.com/office/drawing/2010/main" val="0"/>
                </a:ext>
              </a:extLst>
            </a:blip>
            <a:srcRect/>
            <a:stretch>
              <a:fillRect/>
            </a:stretch>
          </p:blipFill>
          <p:spPr bwMode="auto">
            <a:xfrm>
              <a:off x="6078959" y="4134569"/>
              <a:ext cx="219075" cy="219075"/>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pic>
        <p:pic>
          <p:nvPicPr>
            <p:cNvPr id="15" name="Picture 10"/>
            <p:cNvPicPr>
              <a:picLocks noChangeAspect="1" noChangeArrowheads="1"/>
            </p:cNvPicPr>
            <p:nvPr/>
          </p:nvPicPr>
          <p:blipFill>
            <a:blip r:embed="rId4" cstate="email">
              <a:extLst>
                <a:ext uri="{28A0092B-C50C-407E-A947-70E740481C1C}">
                  <a14:useLocalDpi xmlns:a14="http://schemas.microsoft.com/office/drawing/2010/main" val="0"/>
                </a:ext>
              </a:extLst>
            </a:blip>
            <a:srcRect/>
            <a:stretch>
              <a:fillRect/>
            </a:stretch>
          </p:blipFill>
          <p:spPr bwMode="auto">
            <a:xfrm>
              <a:off x="5502696" y="4350469"/>
              <a:ext cx="219075" cy="219075"/>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pic>
        <p:pic>
          <p:nvPicPr>
            <p:cNvPr id="16" name="Picture 11"/>
            <p:cNvPicPr>
              <a:picLocks noChangeAspect="1" noChangeArrowheads="1"/>
            </p:cNvPicPr>
            <p:nvPr/>
          </p:nvPicPr>
          <p:blipFill>
            <a:blip r:embed="rId4" cstate="email">
              <a:extLst>
                <a:ext uri="{28A0092B-C50C-407E-A947-70E740481C1C}">
                  <a14:useLocalDpi xmlns:a14="http://schemas.microsoft.com/office/drawing/2010/main" val="0"/>
                </a:ext>
              </a:extLst>
            </a:blip>
            <a:srcRect/>
            <a:stretch>
              <a:fillRect/>
            </a:stretch>
          </p:blipFill>
          <p:spPr bwMode="auto">
            <a:xfrm>
              <a:off x="5791621" y="5142631"/>
              <a:ext cx="219075" cy="219075"/>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pic>
        <p:pic>
          <p:nvPicPr>
            <p:cNvPr id="17" name="Picture 12"/>
            <p:cNvPicPr>
              <a:picLocks noChangeAspect="1" noChangeArrowheads="1"/>
            </p:cNvPicPr>
            <p:nvPr/>
          </p:nvPicPr>
          <p:blipFill>
            <a:blip r:embed="rId4" cstate="email">
              <a:extLst>
                <a:ext uri="{28A0092B-C50C-407E-A947-70E740481C1C}">
                  <a14:useLocalDpi xmlns:a14="http://schemas.microsoft.com/office/drawing/2010/main" val="0"/>
                </a:ext>
              </a:extLst>
            </a:blip>
            <a:srcRect/>
            <a:stretch>
              <a:fillRect/>
            </a:stretch>
          </p:blipFill>
          <p:spPr bwMode="auto">
            <a:xfrm>
              <a:off x="5575721" y="4782269"/>
              <a:ext cx="219075" cy="219075"/>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pic>
        <p:pic>
          <p:nvPicPr>
            <p:cNvPr id="18" name="Picture 13"/>
            <p:cNvPicPr>
              <a:picLocks noChangeAspect="1" noChangeArrowheads="1"/>
            </p:cNvPicPr>
            <p:nvPr/>
          </p:nvPicPr>
          <p:blipFill>
            <a:blip r:embed="rId4" cstate="email">
              <a:extLst>
                <a:ext uri="{28A0092B-C50C-407E-A947-70E740481C1C}">
                  <a14:useLocalDpi xmlns:a14="http://schemas.microsoft.com/office/drawing/2010/main" val="0"/>
                </a:ext>
              </a:extLst>
            </a:blip>
            <a:srcRect/>
            <a:stretch>
              <a:fillRect/>
            </a:stretch>
          </p:blipFill>
          <p:spPr bwMode="auto">
            <a:xfrm>
              <a:off x="5720184" y="3991694"/>
              <a:ext cx="219075" cy="219075"/>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pic>
        <p:pic>
          <p:nvPicPr>
            <p:cNvPr id="19" name="Picture 14"/>
            <p:cNvPicPr>
              <a:picLocks noChangeAspect="1" noChangeArrowheads="1"/>
            </p:cNvPicPr>
            <p:nvPr/>
          </p:nvPicPr>
          <p:blipFill>
            <a:blip r:embed="rId4" cstate="email">
              <a:extLst>
                <a:ext uri="{28A0092B-C50C-407E-A947-70E740481C1C}">
                  <a14:useLocalDpi xmlns:a14="http://schemas.microsoft.com/office/drawing/2010/main" val="0"/>
                </a:ext>
              </a:extLst>
            </a:blip>
            <a:srcRect/>
            <a:stretch>
              <a:fillRect/>
            </a:stretch>
          </p:blipFill>
          <p:spPr bwMode="auto">
            <a:xfrm>
              <a:off x="6223421" y="5502994"/>
              <a:ext cx="219075" cy="219075"/>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pic>
        <p:pic>
          <p:nvPicPr>
            <p:cNvPr id="20" name="Picture 15"/>
            <p:cNvPicPr>
              <a:picLocks noChangeAspect="1" noChangeArrowheads="1"/>
            </p:cNvPicPr>
            <p:nvPr/>
          </p:nvPicPr>
          <p:blipFill>
            <a:blip r:embed="rId4" cstate="email">
              <a:extLst>
                <a:ext uri="{28A0092B-C50C-407E-A947-70E740481C1C}">
                  <a14:useLocalDpi xmlns:a14="http://schemas.microsoft.com/office/drawing/2010/main" val="0"/>
                </a:ext>
              </a:extLst>
            </a:blip>
            <a:srcRect/>
            <a:stretch>
              <a:fillRect/>
            </a:stretch>
          </p:blipFill>
          <p:spPr bwMode="auto">
            <a:xfrm>
              <a:off x="8025333" y="5287094"/>
              <a:ext cx="219075" cy="219075"/>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pic>
        <p:pic>
          <p:nvPicPr>
            <p:cNvPr id="21" name="Picture 16"/>
            <p:cNvPicPr>
              <a:picLocks noChangeAspect="1" noChangeArrowheads="1"/>
            </p:cNvPicPr>
            <p:nvPr/>
          </p:nvPicPr>
          <p:blipFill>
            <a:blip r:embed="rId4" cstate="email">
              <a:extLst>
                <a:ext uri="{28A0092B-C50C-407E-A947-70E740481C1C}">
                  <a14:useLocalDpi xmlns:a14="http://schemas.microsoft.com/office/drawing/2010/main" val="0"/>
                </a:ext>
              </a:extLst>
            </a:blip>
            <a:srcRect/>
            <a:stretch>
              <a:fillRect/>
            </a:stretch>
          </p:blipFill>
          <p:spPr bwMode="auto">
            <a:xfrm>
              <a:off x="5258220" y="4968725"/>
              <a:ext cx="219075" cy="219075"/>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pic>
        <p:pic>
          <p:nvPicPr>
            <p:cNvPr id="22" name="Picture 17"/>
            <p:cNvPicPr>
              <a:picLocks noChangeAspect="1" noChangeArrowheads="1"/>
            </p:cNvPicPr>
            <p:nvPr/>
          </p:nvPicPr>
          <p:blipFill>
            <a:blip r:embed="rId4" cstate="email">
              <a:extLst>
                <a:ext uri="{28A0092B-C50C-407E-A947-70E740481C1C}">
                  <a14:useLocalDpi xmlns:a14="http://schemas.microsoft.com/office/drawing/2010/main" val="0"/>
                </a:ext>
              </a:extLst>
            </a:blip>
            <a:srcRect/>
            <a:stretch>
              <a:fillRect/>
            </a:stretch>
          </p:blipFill>
          <p:spPr bwMode="auto">
            <a:xfrm>
              <a:off x="7447384" y="5142631"/>
              <a:ext cx="219075" cy="219075"/>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pic>
        <p:pic>
          <p:nvPicPr>
            <p:cNvPr id="23" name="Picture 18"/>
            <p:cNvPicPr>
              <a:picLocks noChangeAspect="1" noChangeArrowheads="1"/>
            </p:cNvPicPr>
            <p:nvPr/>
          </p:nvPicPr>
          <p:blipFill>
            <a:blip r:embed="rId4" cstate="email">
              <a:extLst>
                <a:ext uri="{28A0092B-C50C-407E-A947-70E740481C1C}">
                  <a14:useLocalDpi xmlns:a14="http://schemas.microsoft.com/office/drawing/2010/main" val="0"/>
                </a:ext>
              </a:extLst>
            </a:blip>
            <a:srcRect/>
            <a:stretch>
              <a:fillRect/>
            </a:stretch>
          </p:blipFill>
          <p:spPr bwMode="auto">
            <a:xfrm>
              <a:off x="7736309" y="4063131"/>
              <a:ext cx="219075" cy="219075"/>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pic>
        <p:pic>
          <p:nvPicPr>
            <p:cNvPr id="24" name="Picture 19"/>
            <p:cNvPicPr>
              <a:picLocks noChangeAspect="1" noChangeArrowheads="1"/>
            </p:cNvPicPr>
            <p:nvPr/>
          </p:nvPicPr>
          <p:blipFill>
            <a:blip r:embed="rId4" cstate="email">
              <a:extLst>
                <a:ext uri="{28A0092B-C50C-407E-A947-70E740481C1C}">
                  <a14:useLocalDpi xmlns:a14="http://schemas.microsoft.com/office/drawing/2010/main" val="0"/>
                </a:ext>
              </a:extLst>
            </a:blip>
            <a:srcRect/>
            <a:stretch>
              <a:fillRect/>
            </a:stretch>
          </p:blipFill>
          <p:spPr bwMode="auto">
            <a:xfrm>
              <a:off x="7375946" y="4639394"/>
              <a:ext cx="219075" cy="219075"/>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pic>
        <p:pic>
          <p:nvPicPr>
            <p:cNvPr id="25" name="Picture 20"/>
            <p:cNvPicPr>
              <a:picLocks noChangeAspect="1" noChangeArrowheads="1"/>
            </p:cNvPicPr>
            <p:nvPr/>
          </p:nvPicPr>
          <p:blipFill>
            <a:blip r:embed="rId4" cstate="email">
              <a:extLst>
                <a:ext uri="{28A0092B-C50C-407E-A947-70E740481C1C}">
                  <a14:useLocalDpi xmlns:a14="http://schemas.microsoft.com/office/drawing/2010/main" val="0"/>
                </a:ext>
              </a:extLst>
            </a:blip>
            <a:srcRect/>
            <a:stretch>
              <a:fillRect/>
            </a:stretch>
          </p:blipFill>
          <p:spPr bwMode="auto">
            <a:xfrm>
              <a:off x="7807746" y="4494931"/>
              <a:ext cx="219075" cy="219075"/>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pic>
        <p:pic>
          <p:nvPicPr>
            <p:cNvPr id="26" name="Picture 21"/>
            <p:cNvPicPr>
              <a:picLocks noChangeAspect="1" noChangeArrowheads="1"/>
            </p:cNvPicPr>
            <p:nvPr/>
          </p:nvPicPr>
          <p:blipFill>
            <a:blip r:embed="rId4" cstate="email">
              <a:extLst>
                <a:ext uri="{28A0092B-C50C-407E-A947-70E740481C1C}">
                  <a14:useLocalDpi xmlns:a14="http://schemas.microsoft.com/office/drawing/2010/main" val="0"/>
                </a:ext>
              </a:extLst>
            </a:blip>
            <a:srcRect/>
            <a:stretch>
              <a:fillRect/>
            </a:stretch>
          </p:blipFill>
          <p:spPr bwMode="auto">
            <a:xfrm>
              <a:off x="6583784" y="5215656"/>
              <a:ext cx="219075" cy="219075"/>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pic>
        <p:pic>
          <p:nvPicPr>
            <p:cNvPr id="27" name="Picture 22"/>
            <p:cNvPicPr>
              <a:picLocks noChangeAspect="1" noChangeArrowheads="1"/>
            </p:cNvPicPr>
            <p:nvPr/>
          </p:nvPicPr>
          <p:blipFill>
            <a:blip r:embed="rId4" cstate="email">
              <a:extLst>
                <a:ext uri="{28A0092B-C50C-407E-A947-70E740481C1C}">
                  <a14:useLocalDpi xmlns:a14="http://schemas.microsoft.com/office/drawing/2010/main" val="0"/>
                </a:ext>
              </a:extLst>
            </a:blip>
            <a:srcRect/>
            <a:stretch>
              <a:fillRect/>
            </a:stretch>
          </p:blipFill>
          <p:spPr bwMode="auto">
            <a:xfrm>
              <a:off x="7156871" y="4063131"/>
              <a:ext cx="219075" cy="219075"/>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pic>
        <p:pic>
          <p:nvPicPr>
            <p:cNvPr id="28" name="Picture 23"/>
            <p:cNvPicPr>
              <a:picLocks noChangeAspect="1" noChangeArrowheads="1"/>
            </p:cNvPicPr>
            <p:nvPr/>
          </p:nvPicPr>
          <p:blipFill>
            <a:blip r:embed="rId4" cstate="email">
              <a:extLst>
                <a:ext uri="{28A0092B-C50C-407E-A947-70E740481C1C}">
                  <a14:useLocalDpi xmlns:a14="http://schemas.microsoft.com/office/drawing/2010/main" val="0"/>
                </a:ext>
              </a:extLst>
            </a:blip>
            <a:srcRect/>
            <a:stretch>
              <a:fillRect/>
            </a:stretch>
          </p:blipFill>
          <p:spPr bwMode="auto">
            <a:xfrm>
              <a:off x="7952209" y="4855294"/>
              <a:ext cx="219075" cy="219075"/>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pic>
        <p:pic>
          <p:nvPicPr>
            <p:cNvPr id="29" name="Picture 24"/>
            <p:cNvPicPr>
              <a:picLocks noChangeAspect="1" noChangeArrowheads="1"/>
            </p:cNvPicPr>
            <p:nvPr/>
          </p:nvPicPr>
          <p:blipFill>
            <a:blip r:embed="rId4" cstate="email">
              <a:extLst>
                <a:ext uri="{28A0092B-C50C-407E-A947-70E740481C1C}">
                  <a14:useLocalDpi xmlns:a14="http://schemas.microsoft.com/office/drawing/2010/main" val="0"/>
                </a:ext>
              </a:extLst>
            </a:blip>
            <a:srcRect/>
            <a:stretch>
              <a:fillRect/>
            </a:stretch>
          </p:blipFill>
          <p:spPr bwMode="auto">
            <a:xfrm>
              <a:off x="6944146" y="5574431"/>
              <a:ext cx="219075" cy="219075"/>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pic>
        <p:pic>
          <p:nvPicPr>
            <p:cNvPr id="30" name="Picture 25"/>
            <p:cNvPicPr>
              <a:picLocks noChangeAspect="1" noChangeArrowheads="1"/>
            </p:cNvPicPr>
            <p:nvPr/>
          </p:nvPicPr>
          <p:blipFill>
            <a:blip r:embed="rId4" cstate="email">
              <a:extLst>
                <a:ext uri="{28A0092B-C50C-407E-A947-70E740481C1C}">
                  <a14:useLocalDpi xmlns:a14="http://schemas.microsoft.com/office/drawing/2010/main" val="0"/>
                </a:ext>
              </a:extLst>
            </a:blip>
            <a:srcRect/>
            <a:stretch>
              <a:fillRect/>
            </a:stretch>
          </p:blipFill>
          <p:spPr bwMode="auto">
            <a:xfrm>
              <a:off x="7520409" y="5574431"/>
              <a:ext cx="219075" cy="219075"/>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pic>
        <p:pic>
          <p:nvPicPr>
            <p:cNvPr id="31" name="Picture 26"/>
            <p:cNvPicPr>
              <a:picLocks noChangeAspect="1" noChangeArrowheads="1"/>
            </p:cNvPicPr>
            <p:nvPr/>
          </p:nvPicPr>
          <p:blipFill>
            <a:blip r:embed="rId4" cstate="email">
              <a:extLst>
                <a:ext uri="{28A0092B-C50C-407E-A947-70E740481C1C}">
                  <a14:useLocalDpi xmlns:a14="http://schemas.microsoft.com/office/drawing/2010/main" val="0"/>
                </a:ext>
              </a:extLst>
            </a:blip>
            <a:srcRect/>
            <a:stretch>
              <a:fillRect/>
            </a:stretch>
          </p:blipFill>
          <p:spPr bwMode="auto">
            <a:xfrm>
              <a:off x="6512346" y="3991694"/>
              <a:ext cx="219075" cy="219075"/>
            </a:xfrm>
            <a:prstGeom prst="rect">
              <a:avLst/>
            </a:prstGeom>
            <a:noFill/>
            <a:ln>
              <a:solidFill>
                <a:srgbClr val="000000"/>
              </a:solid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FAA26D3D-D897-4be2-8F04-BA451C77F1D7}">
                <ma14:placeholderFlag xmlns:ma14="http://schemas.microsoft.com/office/mac/drawingml/2011/main" xmlns="" val="1"/>
              </a:ext>
            </a:extLst>
          </p:spPr>
        </p:pic>
        <p:sp>
          <p:nvSpPr>
            <p:cNvPr id="32" name="Text Box 27"/>
            <p:cNvSpPr txBox="1">
              <a:spLocks noChangeArrowheads="1"/>
            </p:cNvSpPr>
            <p:nvPr/>
          </p:nvSpPr>
          <p:spPr bwMode="auto">
            <a:xfrm>
              <a:off x="3635375" y="4891806"/>
              <a:ext cx="936625" cy="522053"/>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spcBef>
                  <a:spcPct val="50000"/>
                </a:spcBef>
              </a:pPr>
              <a:r>
                <a:rPr lang="fr-FR" sz="900" dirty="0" err="1"/>
                <a:t>Sink</a:t>
              </a:r>
              <a:endParaRPr lang="fr-FR" sz="900" dirty="0"/>
            </a:p>
          </p:txBody>
        </p:sp>
        <p:sp>
          <p:nvSpPr>
            <p:cNvPr id="33" name="Line 28"/>
            <p:cNvSpPr>
              <a:spLocks noChangeShapeType="1"/>
            </p:cNvSpPr>
            <p:nvPr/>
          </p:nvSpPr>
          <p:spPr bwMode="auto">
            <a:xfrm flipH="1" flipV="1">
              <a:off x="7460083" y="5287093"/>
              <a:ext cx="601661" cy="109538"/>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fr-FR"/>
            </a:p>
          </p:txBody>
        </p:sp>
        <p:sp>
          <p:nvSpPr>
            <p:cNvPr id="34" name="Text Box 29"/>
            <p:cNvSpPr txBox="1">
              <a:spLocks noChangeArrowheads="1"/>
            </p:cNvSpPr>
            <p:nvPr/>
          </p:nvSpPr>
          <p:spPr bwMode="auto">
            <a:xfrm>
              <a:off x="1692275" y="5876925"/>
              <a:ext cx="955674" cy="487251"/>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spcBef>
                  <a:spcPct val="50000"/>
                </a:spcBef>
              </a:pPr>
              <a:r>
                <a:rPr lang="fr-FR" sz="800" dirty="0"/>
                <a:t>User</a:t>
              </a:r>
            </a:p>
          </p:txBody>
        </p:sp>
        <p:grpSp>
          <p:nvGrpSpPr>
            <p:cNvPr id="35" name="Group 30"/>
            <p:cNvGrpSpPr>
              <a:grpSpLocks/>
            </p:cNvGrpSpPr>
            <p:nvPr/>
          </p:nvGrpSpPr>
          <p:grpSpPr bwMode="auto">
            <a:xfrm>
              <a:off x="1660525" y="2592388"/>
              <a:ext cx="1974850" cy="1484312"/>
              <a:chOff x="910" y="1497"/>
              <a:chExt cx="1244" cy="935"/>
            </a:xfrm>
          </p:grpSpPr>
          <p:pic>
            <p:nvPicPr>
              <p:cNvPr id="36" name="Picture 31" descr="BD18185_"/>
              <p:cNvPicPr>
                <a:picLocks noChangeAspect="1" noChangeArrowheads="1"/>
              </p:cNvPicPr>
              <p:nvPr/>
            </p:nvPicPr>
            <p:blipFill>
              <a:blip r:embed="rId5" cstate="email">
                <a:grayscl/>
                <a:biLevel thresh="50000"/>
                <a:extLst>
                  <a:ext uri="{28A0092B-C50C-407E-A947-70E740481C1C}">
                    <a14:useLocalDpi xmlns:a14="http://schemas.microsoft.com/office/drawing/2010/main" val="0"/>
                  </a:ext>
                </a:extLst>
              </a:blip>
              <a:srcRect/>
              <a:stretch>
                <a:fillRect/>
              </a:stretch>
            </p:blipFill>
            <p:spPr bwMode="auto">
              <a:xfrm>
                <a:off x="910" y="1497"/>
                <a:ext cx="1244" cy="935"/>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pic>
          <p:sp>
            <p:nvSpPr>
              <p:cNvPr id="37" name="Text Box 32"/>
              <p:cNvSpPr txBox="1">
                <a:spLocks noChangeArrowheads="1"/>
              </p:cNvSpPr>
              <p:nvPr/>
            </p:nvSpPr>
            <p:spPr bwMode="auto">
              <a:xfrm>
                <a:off x="1144" y="1690"/>
                <a:ext cx="913" cy="375"/>
              </a:xfrm>
              <a:prstGeom prst="rect">
                <a:avLst/>
              </a:prstGeom>
              <a:solidFill>
                <a:srgbClr val="FFFFFF"/>
              </a:solidFill>
              <a:ln w="9525">
                <a:solidFill>
                  <a:srgbClr val="000000"/>
                </a:solidFill>
                <a:miter lim="800000"/>
                <a:headEnd/>
                <a:tailEnd/>
              </a:ln>
            </p:spPr>
            <p:txBody>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r>
                  <a:rPr lang="fr-FR" sz="800" dirty="0">
                    <a:latin typeface="Times New Roman" pitchFamily="18" charset="0"/>
                  </a:rPr>
                  <a:t>Internet or satellite</a:t>
                </a:r>
                <a:endParaRPr lang="fr-FR" sz="800" dirty="0"/>
              </a:p>
            </p:txBody>
          </p:sp>
        </p:grpSp>
        <p:sp>
          <p:nvSpPr>
            <p:cNvPr id="38" name="Line 33"/>
            <p:cNvSpPr>
              <a:spLocks noChangeShapeType="1"/>
            </p:cNvSpPr>
            <p:nvPr/>
          </p:nvSpPr>
          <p:spPr bwMode="auto">
            <a:xfrm flipH="1" flipV="1">
              <a:off x="5502696" y="4458419"/>
              <a:ext cx="683419" cy="32385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fr-FR"/>
            </a:p>
          </p:txBody>
        </p:sp>
        <p:sp>
          <p:nvSpPr>
            <p:cNvPr id="39" name="Line 34"/>
            <p:cNvSpPr>
              <a:spLocks noChangeShapeType="1"/>
            </p:cNvSpPr>
            <p:nvPr/>
          </p:nvSpPr>
          <p:spPr bwMode="auto">
            <a:xfrm flipH="1">
              <a:off x="2124075" y="3932238"/>
              <a:ext cx="360363" cy="1296987"/>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fr-FR"/>
            </a:p>
          </p:txBody>
        </p:sp>
        <p:pic>
          <p:nvPicPr>
            <p:cNvPr id="40" name="Picture 35" descr="235"/>
            <p:cNvPicPr>
              <a:picLocks noChangeAspect="1" noChangeArrowheads="1" noCrop="1"/>
            </p:cNvPicPr>
            <p:nvPr/>
          </p:nvPicPr>
          <p:blipFill>
            <a:blip r:embed="rId6" cstate="email">
              <a:extLst>
                <a:ext uri="{28A0092B-C50C-407E-A947-70E740481C1C}">
                  <a14:useLocalDpi xmlns:a14="http://schemas.microsoft.com/office/drawing/2010/main" val="0"/>
                </a:ext>
              </a:extLst>
            </a:blip>
            <a:srcRect/>
            <a:stretch>
              <a:fillRect/>
            </a:stretch>
          </p:blipFill>
          <p:spPr bwMode="auto">
            <a:xfrm>
              <a:off x="1660525" y="5429172"/>
              <a:ext cx="679450" cy="341391"/>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pic>
        <p:sp>
          <p:nvSpPr>
            <p:cNvPr id="41" name="tower"/>
            <p:cNvSpPr>
              <a:spLocks noEditPoints="1" noChangeArrowheads="1"/>
            </p:cNvSpPr>
            <p:nvPr/>
          </p:nvSpPr>
          <p:spPr bwMode="auto">
            <a:xfrm>
              <a:off x="4087813" y="4096468"/>
              <a:ext cx="288925" cy="617538"/>
            </a:xfrm>
            <a:custGeom>
              <a:avLst/>
              <a:gdLst>
                <a:gd name="T0" fmla="*/ 0 w 21600"/>
                <a:gd name="T1" fmla="*/ 51036710 h 21600"/>
                <a:gd name="T2" fmla="*/ 15948888 w 21600"/>
                <a:gd name="T3" fmla="*/ 0 h 21600"/>
                <a:gd name="T4" fmla="*/ 25847549 w 21600"/>
                <a:gd name="T5" fmla="*/ 0 h 21600"/>
                <a:gd name="T6" fmla="*/ 51694910 w 21600"/>
                <a:gd name="T7" fmla="*/ 0 h 21600"/>
                <a:gd name="T8" fmla="*/ 51694910 w 21600"/>
                <a:gd name="T9" fmla="*/ 272219229 h 21600"/>
                <a:gd name="T10" fmla="*/ 51694910 w 21600"/>
                <a:gd name="T11" fmla="*/ 453721587 h 21600"/>
                <a:gd name="T12" fmla="*/ 36296551 w 21600"/>
                <a:gd name="T13" fmla="*/ 504758225 h 21600"/>
                <a:gd name="T14" fmla="*/ 25297013 w 21600"/>
                <a:gd name="T15" fmla="*/ 504758225 h 21600"/>
                <a:gd name="T16" fmla="*/ 0 w 21600"/>
                <a:gd name="T17" fmla="*/ 504758225 h 21600"/>
                <a:gd name="T18" fmla="*/ 0 w 21600"/>
                <a:gd name="T19" fmla="*/ 269391135 h 2160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459 w 21600"/>
                <a:gd name="T31" fmla="*/ 22540 h 21600"/>
                <a:gd name="T32" fmla="*/ 21485 w 21600"/>
                <a:gd name="T33" fmla="*/ 27000 h 21600"/>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21600" h="21600" extrusionOk="0">
                  <a:moveTo>
                    <a:pt x="0" y="2184"/>
                  </a:moveTo>
                  <a:lnTo>
                    <a:pt x="6664" y="0"/>
                  </a:lnTo>
                  <a:lnTo>
                    <a:pt x="10800" y="0"/>
                  </a:lnTo>
                  <a:lnTo>
                    <a:pt x="21600" y="0"/>
                  </a:lnTo>
                  <a:lnTo>
                    <a:pt x="21600" y="11649"/>
                  </a:lnTo>
                  <a:lnTo>
                    <a:pt x="21600" y="19416"/>
                  </a:lnTo>
                  <a:lnTo>
                    <a:pt x="15166" y="21600"/>
                  </a:lnTo>
                  <a:lnTo>
                    <a:pt x="10570" y="21600"/>
                  </a:lnTo>
                  <a:lnTo>
                    <a:pt x="0" y="21600"/>
                  </a:lnTo>
                  <a:lnTo>
                    <a:pt x="0" y="11528"/>
                  </a:lnTo>
                  <a:lnTo>
                    <a:pt x="0" y="2184"/>
                  </a:lnTo>
                  <a:close/>
                </a:path>
                <a:path w="21600" h="21600" extrusionOk="0">
                  <a:moveTo>
                    <a:pt x="0" y="2184"/>
                  </a:moveTo>
                  <a:lnTo>
                    <a:pt x="0" y="2184"/>
                  </a:lnTo>
                  <a:lnTo>
                    <a:pt x="14706" y="2184"/>
                  </a:lnTo>
                  <a:lnTo>
                    <a:pt x="21600" y="0"/>
                  </a:lnTo>
                  <a:moveTo>
                    <a:pt x="0" y="2184"/>
                  </a:moveTo>
                  <a:lnTo>
                    <a:pt x="14706" y="2184"/>
                  </a:lnTo>
                  <a:lnTo>
                    <a:pt x="14706" y="5339"/>
                  </a:lnTo>
                  <a:lnTo>
                    <a:pt x="14706" y="17474"/>
                  </a:lnTo>
                  <a:lnTo>
                    <a:pt x="14706" y="21600"/>
                  </a:lnTo>
                  <a:moveTo>
                    <a:pt x="1149" y="3034"/>
                  </a:moveTo>
                  <a:lnTo>
                    <a:pt x="13328" y="3034"/>
                  </a:lnTo>
                  <a:lnTo>
                    <a:pt x="13328" y="3519"/>
                  </a:lnTo>
                  <a:lnTo>
                    <a:pt x="1149" y="3519"/>
                  </a:lnTo>
                  <a:lnTo>
                    <a:pt x="1149" y="3034"/>
                  </a:lnTo>
                  <a:moveTo>
                    <a:pt x="1149" y="4490"/>
                  </a:moveTo>
                  <a:lnTo>
                    <a:pt x="13328" y="4490"/>
                  </a:lnTo>
                  <a:lnTo>
                    <a:pt x="13328" y="4854"/>
                  </a:lnTo>
                  <a:lnTo>
                    <a:pt x="1149" y="4854"/>
                  </a:lnTo>
                  <a:lnTo>
                    <a:pt x="1149" y="4490"/>
                  </a:lnTo>
                  <a:moveTo>
                    <a:pt x="1149" y="5946"/>
                  </a:moveTo>
                  <a:lnTo>
                    <a:pt x="13328" y="5946"/>
                  </a:lnTo>
                  <a:lnTo>
                    <a:pt x="13328" y="6310"/>
                  </a:lnTo>
                  <a:lnTo>
                    <a:pt x="1149" y="6310"/>
                  </a:lnTo>
                  <a:lnTo>
                    <a:pt x="1149" y="5946"/>
                  </a:lnTo>
                </a:path>
              </a:pathLst>
            </a:custGeom>
            <a:solidFill>
              <a:srgbClr val="FFFFCC"/>
            </a:solidFill>
            <a:ln w="9525">
              <a:solidFill>
                <a:srgbClr val="000000"/>
              </a:solidFill>
              <a:miter lim="800000"/>
              <a:headEnd/>
              <a:tailEnd/>
            </a:ln>
          </p:spPr>
          <p:txBody>
            <a:bodyPr/>
            <a:lstStyle/>
            <a:p>
              <a:endParaRPr lang="fr-FR"/>
            </a:p>
          </p:txBody>
        </p:sp>
        <p:sp>
          <p:nvSpPr>
            <p:cNvPr id="42" name="Rectangle 39"/>
            <p:cNvSpPr>
              <a:spLocks noChangeArrowheads="1"/>
            </p:cNvSpPr>
            <p:nvPr/>
          </p:nvSpPr>
          <p:spPr bwMode="auto">
            <a:xfrm>
              <a:off x="8172400" y="5517803"/>
              <a:ext cx="144463" cy="71437"/>
            </a:xfrm>
            <a:prstGeom prst="rect">
              <a:avLst/>
            </a:prstGeom>
            <a:solidFill>
              <a:srgbClr val="FF0000"/>
            </a:solidFill>
            <a:ln w="9525">
              <a:solidFill>
                <a:srgbClr val="000000"/>
              </a:solidFill>
              <a:miter lim="800000"/>
              <a:headEnd/>
              <a:tailEnd/>
            </a:ln>
          </p:spPr>
          <p:txBody>
            <a:bodyPr wrap="none" anchor="ctr"/>
            <a:lstStyle/>
            <a:p>
              <a:endParaRPr lang="fr-FR"/>
            </a:p>
          </p:txBody>
        </p:sp>
        <p:sp>
          <p:nvSpPr>
            <p:cNvPr id="43" name="Text Box 50"/>
            <p:cNvSpPr txBox="1">
              <a:spLocks noChangeArrowheads="1"/>
            </p:cNvSpPr>
            <p:nvPr/>
          </p:nvSpPr>
          <p:spPr bwMode="auto">
            <a:xfrm>
              <a:off x="6005139" y="6181725"/>
              <a:ext cx="1439864" cy="57426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spcBef>
                  <a:spcPct val="50000"/>
                </a:spcBef>
              </a:pPr>
              <a:r>
                <a:rPr lang="fr-FR" sz="1000" dirty="0" err="1"/>
                <a:t>Sensors</a:t>
              </a:r>
              <a:endParaRPr lang="fr-FR" sz="1000" dirty="0"/>
            </a:p>
          </p:txBody>
        </p:sp>
        <p:cxnSp>
          <p:nvCxnSpPr>
            <p:cNvPr id="44" name="Straight Connector 3"/>
            <p:cNvCxnSpPr/>
            <p:nvPr/>
          </p:nvCxnSpPr>
          <p:spPr>
            <a:xfrm flipV="1">
              <a:off x="6769769" y="3302794"/>
              <a:ext cx="1037977" cy="688906"/>
            </a:xfrm>
            <a:prstGeom prst="line">
              <a:avLst/>
            </a:prstGeom>
            <a:ln w="28575">
              <a:solidFill>
                <a:srgbClr val="000000"/>
              </a:solidFill>
              <a:prstDash val="dash"/>
            </a:ln>
          </p:spPr>
          <p:style>
            <a:lnRef idx="1">
              <a:schemeClr val="accent1"/>
            </a:lnRef>
            <a:fillRef idx="0">
              <a:schemeClr val="accent1"/>
            </a:fillRef>
            <a:effectRef idx="0">
              <a:schemeClr val="accent1"/>
            </a:effectRef>
            <a:fontRef idx="minor">
              <a:schemeClr val="tx1"/>
            </a:fontRef>
          </p:style>
        </p:cxnSp>
        <p:cxnSp>
          <p:nvCxnSpPr>
            <p:cNvPr id="45" name="Straight Connector 55"/>
            <p:cNvCxnSpPr>
              <a:stCxn id="31" idx="0"/>
            </p:cNvCxnSpPr>
            <p:nvPr/>
          </p:nvCxnSpPr>
          <p:spPr>
            <a:xfrm flipV="1">
              <a:off x="6621884" y="3334544"/>
              <a:ext cx="147885" cy="657150"/>
            </a:xfrm>
            <a:prstGeom prst="line">
              <a:avLst/>
            </a:prstGeom>
            <a:ln w="28575">
              <a:solidFill>
                <a:srgbClr val="000000"/>
              </a:solidFill>
              <a:prstDash val="dash"/>
            </a:ln>
          </p:spPr>
          <p:style>
            <a:lnRef idx="1">
              <a:schemeClr val="accent1"/>
            </a:lnRef>
            <a:fillRef idx="0">
              <a:schemeClr val="accent1"/>
            </a:fillRef>
            <a:effectRef idx="0">
              <a:schemeClr val="accent1"/>
            </a:effectRef>
            <a:fontRef idx="minor">
              <a:schemeClr val="tx1"/>
            </a:fontRef>
          </p:style>
        </p:cxnSp>
        <p:sp>
          <p:nvSpPr>
            <p:cNvPr id="46" name="Line 28"/>
            <p:cNvSpPr>
              <a:spLocks noChangeShapeType="1"/>
            </p:cNvSpPr>
            <p:nvPr/>
          </p:nvSpPr>
          <p:spPr bwMode="auto">
            <a:xfrm flipH="1" flipV="1">
              <a:off x="6186114" y="4782269"/>
              <a:ext cx="627185" cy="180182"/>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fr-FR"/>
            </a:p>
          </p:txBody>
        </p:sp>
        <p:sp>
          <p:nvSpPr>
            <p:cNvPr id="47" name="Line 28"/>
            <p:cNvSpPr>
              <a:spLocks noChangeShapeType="1"/>
            </p:cNvSpPr>
            <p:nvPr/>
          </p:nvSpPr>
          <p:spPr bwMode="auto">
            <a:xfrm flipH="1" flipV="1">
              <a:off x="6837782" y="5046379"/>
              <a:ext cx="538162" cy="240715"/>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fr-FR"/>
            </a:p>
          </p:txBody>
        </p:sp>
        <p:sp>
          <p:nvSpPr>
            <p:cNvPr id="48" name="Line 33"/>
            <p:cNvSpPr>
              <a:spLocks noChangeShapeType="1"/>
            </p:cNvSpPr>
            <p:nvPr/>
          </p:nvSpPr>
          <p:spPr bwMode="auto">
            <a:xfrm flipH="1" flipV="1">
              <a:off x="4376737" y="4286969"/>
              <a:ext cx="1125958" cy="246062"/>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fr-FR"/>
            </a:p>
          </p:txBody>
        </p:sp>
        <p:sp>
          <p:nvSpPr>
            <p:cNvPr id="49" name="Line 33"/>
            <p:cNvSpPr>
              <a:spLocks noChangeShapeType="1"/>
            </p:cNvSpPr>
            <p:nvPr/>
          </p:nvSpPr>
          <p:spPr bwMode="auto">
            <a:xfrm flipH="1" flipV="1">
              <a:off x="2647950" y="3600449"/>
              <a:ext cx="1439863" cy="686519"/>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fr-FR"/>
            </a:p>
          </p:txBody>
        </p:sp>
        <p:sp>
          <p:nvSpPr>
            <p:cNvPr id="50" name="Rectangle 39"/>
            <p:cNvSpPr>
              <a:spLocks noChangeArrowheads="1"/>
            </p:cNvSpPr>
            <p:nvPr/>
          </p:nvSpPr>
          <p:spPr bwMode="auto">
            <a:xfrm>
              <a:off x="7524328" y="5445224"/>
              <a:ext cx="144463" cy="71437"/>
            </a:xfrm>
            <a:prstGeom prst="rect">
              <a:avLst/>
            </a:prstGeom>
            <a:solidFill>
              <a:srgbClr val="FF0000"/>
            </a:solidFill>
            <a:ln w="9525">
              <a:solidFill>
                <a:srgbClr val="000000"/>
              </a:solidFill>
              <a:miter lim="800000"/>
              <a:headEnd/>
              <a:tailEnd/>
            </a:ln>
          </p:spPr>
          <p:txBody>
            <a:bodyPr wrap="none" anchor="ctr"/>
            <a:lstStyle/>
            <a:p>
              <a:endParaRPr lang="fr-FR"/>
            </a:p>
          </p:txBody>
        </p:sp>
        <p:sp>
          <p:nvSpPr>
            <p:cNvPr id="51" name="Rectangle 39"/>
            <p:cNvSpPr>
              <a:spLocks noChangeArrowheads="1"/>
            </p:cNvSpPr>
            <p:nvPr/>
          </p:nvSpPr>
          <p:spPr bwMode="auto">
            <a:xfrm>
              <a:off x="5939259" y="4789463"/>
              <a:ext cx="144463" cy="71437"/>
            </a:xfrm>
            <a:prstGeom prst="rect">
              <a:avLst/>
            </a:prstGeom>
            <a:solidFill>
              <a:srgbClr val="FF0000"/>
            </a:solidFill>
            <a:ln w="9525">
              <a:solidFill>
                <a:srgbClr val="000000"/>
              </a:solidFill>
              <a:miter lim="800000"/>
              <a:headEnd/>
              <a:tailEnd/>
            </a:ln>
          </p:spPr>
          <p:txBody>
            <a:bodyPr wrap="none" anchor="ctr"/>
            <a:lstStyle/>
            <a:p>
              <a:endParaRPr lang="fr-FR"/>
            </a:p>
          </p:txBody>
        </p:sp>
        <p:sp>
          <p:nvSpPr>
            <p:cNvPr id="52" name="Rectangle 39"/>
            <p:cNvSpPr>
              <a:spLocks noChangeArrowheads="1"/>
            </p:cNvSpPr>
            <p:nvPr/>
          </p:nvSpPr>
          <p:spPr bwMode="auto">
            <a:xfrm>
              <a:off x="2692400" y="3663119"/>
              <a:ext cx="144463" cy="71437"/>
            </a:xfrm>
            <a:prstGeom prst="rect">
              <a:avLst/>
            </a:prstGeom>
            <a:solidFill>
              <a:srgbClr val="FF0000"/>
            </a:solidFill>
            <a:ln w="9525">
              <a:solidFill>
                <a:srgbClr val="000000"/>
              </a:solidFill>
              <a:miter lim="800000"/>
              <a:headEnd/>
              <a:tailEnd/>
            </a:ln>
          </p:spPr>
          <p:txBody>
            <a:bodyPr wrap="none" anchor="ctr"/>
            <a:lstStyle/>
            <a:p>
              <a:endParaRPr lang="fr-FR"/>
            </a:p>
          </p:txBody>
        </p:sp>
        <p:sp>
          <p:nvSpPr>
            <p:cNvPr id="53" name="Rectangle 39"/>
            <p:cNvSpPr>
              <a:spLocks noChangeArrowheads="1"/>
            </p:cNvSpPr>
            <p:nvPr/>
          </p:nvSpPr>
          <p:spPr bwMode="auto">
            <a:xfrm>
              <a:off x="4427537" y="4365104"/>
              <a:ext cx="144463" cy="71437"/>
            </a:xfrm>
            <a:prstGeom prst="rect">
              <a:avLst/>
            </a:prstGeom>
            <a:solidFill>
              <a:srgbClr val="FF0000"/>
            </a:solidFill>
            <a:ln w="9525">
              <a:solidFill>
                <a:srgbClr val="000000"/>
              </a:solidFill>
              <a:miter lim="800000"/>
              <a:headEnd/>
              <a:tailEnd/>
            </a:ln>
          </p:spPr>
          <p:txBody>
            <a:bodyPr wrap="none" anchor="ctr"/>
            <a:lstStyle/>
            <a:p>
              <a:endParaRPr lang="fr-FR"/>
            </a:p>
          </p:txBody>
        </p:sp>
        <p:sp>
          <p:nvSpPr>
            <p:cNvPr id="54" name="Rectangle 39"/>
            <p:cNvSpPr>
              <a:spLocks noChangeArrowheads="1"/>
            </p:cNvSpPr>
            <p:nvPr/>
          </p:nvSpPr>
          <p:spPr bwMode="auto">
            <a:xfrm>
              <a:off x="5408189" y="4584625"/>
              <a:ext cx="144463" cy="71437"/>
            </a:xfrm>
            <a:prstGeom prst="rect">
              <a:avLst/>
            </a:prstGeom>
            <a:solidFill>
              <a:srgbClr val="FF0000"/>
            </a:solidFill>
            <a:ln w="9525">
              <a:solidFill>
                <a:srgbClr val="000000"/>
              </a:solidFill>
              <a:miter lim="800000"/>
              <a:headEnd/>
              <a:tailEnd/>
            </a:ln>
          </p:spPr>
          <p:txBody>
            <a:bodyPr wrap="none" anchor="ctr"/>
            <a:lstStyle/>
            <a:p>
              <a:endParaRPr lang="fr-FR"/>
            </a:p>
          </p:txBody>
        </p:sp>
        <p:sp>
          <p:nvSpPr>
            <p:cNvPr id="55" name="Rectangle 39"/>
            <p:cNvSpPr>
              <a:spLocks noChangeArrowheads="1"/>
            </p:cNvSpPr>
            <p:nvPr/>
          </p:nvSpPr>
          <p:spPr bwMode="auto">
            <a:xfrm>
              <a:off x="6588224" y="5085755"/>
              <a:ext cx="144463" cy="71437"/>
            </a:xfrm>
            <a:prstGeom prst="rect">
              <a:avLst/>
            </a:prstGeom>
            <a:solidFill>
              <a:srgbClr val="FF0000"/>
            </a:solidFill>
            <a:ln w="9525">
              <a:solidFill>
                <a:srgbClr val="000000"/>
              </a:solidFill>
              <a:miter lim="800000"/>
              <a:headEnd/>
              <a:tailEnd/>
            </a:ln>
          </p:spPr>
          <p:txBody>
            <a:bodyPr wrap="none" anchor="ctr"/>
            <a:lstStyle/>
            <a:p>
              <a:endParaRPr lang="fr-FR"/>
            </a:p>
          </p:txBody>
        </p:sp>
      </p:grpSp>
      <p:sp>
        <p:nvSpPr>
          <p:cNvPr id="57" name="ZoneTexte 56"/>
          <p:cNvSpPr txBox="1"/>
          <p:nvPr/>
        </p:nvSpPr>
        <p:spPr bwMode="auto">
          <a:xfrm>
            <a:off x="3347918" y="3699681"/>
            <a:ext cx="2194246" cy="30777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FAA26D3D-D897-4be2-8F04-BA451C77F1D7}">
              <ma14:placeholderFlag xmlns:ma14="http://schemas.microsoft.com/office/mac/drawingml/2011/main" xmlns="" val="1"/>
            </a:ext>
          </a:extLst>
        </p:spPr>
        <p:txBody>
          <a:bodyPr vert="horz" wrap="square" lIns="0" tIns="45720" rIns="36000" bIns="45720" numCol="1" rtlCol="0" anchor="b" anchorCtr="0" compatLnSpc="1">
            <a:prstTxWarp prst="textNoShape">
              <a:avLst/>
            </a:prstTxWarp>
            <a:spAutoFit/>
          </a:bodyPr>
          <a:lstStyle/>
          <a:p>
            <a:r>
              <a:rPr lang="en-US" sz="1400" dirty="0"/>
              <a:t>Wireless Sensor Networks</a:t>
            </a:r>
          </a:p>
        </p:txBody>
      </p:sp>
      <p:pic>
        <p:nvPicPr>
          <p:cNvPr id="58" name="Image 57"/>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6424716" y="1618731"/>
            <a:ext cx="2482021" cy="2005473"/>
          </a:xfrm>
          <a:prstGeom prst="rect">
            <a:avLst/>
          </a:prstGeom>
          <a:ln w="15875">
            <a:solidFill>
              <a:srgbClr val="009DDF"/>
            </a:solidFill>
          </a:ln>
        </p:spPr>
      </p:pic>
      <p:sp>
        <p:nvSpPr>
          <p:cNvPr id="59" name="ZoneTexte 58"/>
          <p:cNvSpPr txBox="1"/>
          <p:nvPr/>
        </p:nvSpPr>
        <p:spPr bwMode="auto">
          <a:xfrm>
            <a:off x="6678339" y="3699680"/>
            <a:ext cx="2194246" cy="30777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FAA26D3D-D897-4be2-8F04-BA451C77F1D7}">
              <ma14:placeholderFlag xmlns:ma14="http://schemas.microsoft.com/office/mac/drawingml/2011/main" xmlns="" val="1"/>
            </a:ext>
          </a:extLst>
        </p:spPr>
        <p:txBody>
          <a:bodyPr vert="horz" wrap="square" lIns="0" tIns="45720" rIns="36000" bIns="45720" numCol="1" rtlCol="0" anchor="b" anchorCtr="0" compatLnSpc="1">
            <a:prstTxWarp prst="textNoShape">
              <a:avLst/>
            </a:prstTxWarp>
            <a:spAutoFit/>
          </a:bodyPr>
          <a:lstStyle/>
          <a:p>
            <a:r>
              <a:rPr lang="en-US" sz="1400" dirty="0"/>
              <a:t>Vehicular Networks</a:t>
            </a:r>
          </a:p>
        </p:txBody>
      </p:sp>
      <p:sp>
        <p:nvSpPr>
          <p:cNvPr id="3" name="Rectangle 2">
            <a:extLst>
              <a:ext uri="{FF2B5EF4-FFF2-40B4-BE49-F238E27FC236}">
                <a16:creationId xmlns:a16="http://schemas.microsoft.com/office/drawing/2014/main" id="{42216D7A-1585-990D-A5E0-F98FF9B08D52}"/>
              </a:ext>
            </a:extLst>
          </p:cNvPr>
          <p:cNvSpPr/>
          <p:nvPr/>
        </p:nvSpPr>
        <p:spPr>
          <a:xfrm>
            <a:off x="2787452" y="1585855"/>
            <a:ext cx="3440732" cy="2038350"/>
          </a:xfrm>
          <a:prstGeom prst="rect">
            <a:avLst/>
          </a:prstGeom>
          <a:noFill/>
          <a:ln w="15875">
            <a:solidFill>
              <a:srgbClr val="009DDF"/>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fr-FR"/>
          </a:p>
        </p:txBody>
      </p:sp>
    </p:spTree>
    <p:extLst>
      <p:ext uri="{BB962C8B-B14F-4D97-AF65-F5344CB8AC3E}">
        <p14:creationId xmlns:p14="http://schemas.microsoft.com/office/powerpoint/2010/main" val="13439097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98DD5BBB-8739-D496-56AB-1F0A53777ED2}"/>
              </a:ext>
            </a:extLst>
          </p:cNvPr>
          <p:cNvSpPr>
            <a:spLocks noGrp="1"/>
          </p:cNvSpPr>
          <p:nvPr>
            <p:ph type="title"/>
          </p:nvPr>
        </p:nvSpPr>
        <p:spPr/>
        <p:txBody>
          <a:bodyPr/>
          <a:lstStyle/>
          <a:p>
            <a:endParaRPr lang="fr-FR"/>
          </a:p>
        </p:txBody>
      </p:sp>
      <p:sp>
        <p:nvSpPr>
          <p:cNvPr id="4" name="Espace réservé du texte 3">
            <a:extLst>
              <a:ext uri="{FF2B5EF4-FFF2-40B4-BE49-F238E27FC236}">
                <a16:creationId xmlns:a16="http://schemas.microsoft.com/office/drawing/2014/main" id="{5751FF22-8C64-82F6-B7CD-7717E76418D3}"/>
              </a:ext>
            </a:extLst>
          </p:cNvPr>
          <p:cNvSpPr>
            <a:spLocks noGrp="1"/>
          </p:cNvSpPr>
          <p:nvPr>
            <p:ph type="body" sz="quarter" idx="11"/>
          </p:nvPr>
        </p:nvSpPr>
        <p:spPr/>
        <p:txBody>
          <a:bodyPr/>
          <a:lstStyle/>
          <a:p>
            <a:endParaRPr lang="fr-FR"/>
          </a:p>
        </p:txBody>
      </p:sp>
      <p:sp>
        <p:nvSpPr>
          <p:cNvPr id="5" name="Espace réservé du numéro de diapositive 4">
            <a:extLst>
              <a:ext uri="{FF2B5EF4-FFF2-40B4-BE49-F238E27FC236}">
                <a16:creationId xmlns:a16="http://schemas.microsoft.com/office/drawing/2014/main" id="{06085629-B824-7BB3-3ED4-BF6711BBAFC2}"/>
              </a:ext>
            </a:extLst>
          </p:cNvPr>
          <p:cNvSpPr>
            <a:spLocks noGrp="1"/>
          </p:cNvSpPr>
          <p:nvPr>
            <p:ph type="sldNum" sz="quarter" idx="4"/>
          </p:nvPr>
        </p:nvSpPr>
        <p:spPr/>
        <p:txBody>
          <a:bodyPr/>
          <a:lstStyle/>
          <a:p>
            <a:fld id="{7F86108E-6173-CC4E-81D1-D6419E4934EE}" type="slidenum">
              <a:rPr lang="fr-FR" smtClean="0"/>
              <a:pPr/>
              <a:t>9</a:t>
            </a:fld>
            <a:endParaRPr lang="fr-FR" dirty="0"/>
          </a:p>
        </p:txBody>
      </p:sp>
      <p:sp>
        <p:nvSpPr>
          <p:cNvPr id="7" name="Espace réservé du contenu 6">
            <a:extLst>
              <a:ext uri="{FF2B5EF4-FFF2-40B4-BE49-F238E27FC236}">
                <a16:creationId xmlns:a16="http://schemas.microsoft.com/office/drawing/2014/main" id="{9E6976B6-8777-D753-FA4C-1DC793BE957B}"/>
              </a:ext>
            </a:extLst>
          </p:cNvPr>
          <p:cNvSpPr>
            <a:spLocks noGrp="1"/>
          </p:cNvSpPr>
          <p:nvPr>
            <p:ph idx="1"/>
          </p:nvPr>
        </p:nvSpPr>
        <p:spPr>
          <a:xfrm>
            <a:off x="683568" y="1347614"/>
            <a:ext cx="3528392" cy="3319017"/>
          </a:xfrm>
        </p:spPr>
        <p:txBody>
          <a:bodyPr/>
          <a:lstStyle/>
          <a:p>
            <a:r>
              <a:rPr lang="fr-FR" b="0" dirty="0" err="1"/>
              <a:t>Benefits</a:t>
            </a:r>
            <a:r>
              <a:rPr lang="fr-FR" b="0" dirty="0"/>
              <a:t>:</a:t>
            </a:r>
          </a:p>
          <a:p>
            <a:pPr lvl="1"/>
            <a:r>
              <a:rPr lang="fr-FR" b="0" dirty="0" err="1"/>
              <a:t>Mobility</a:t>
            </a:r>
            <a:r>
              <a:rPr lang="fr-FR" b="0" dirty="0"/>
              <a:t> and </a:t>
            </a:r>
            <a:r>
              <a:rPr lang="fr-FR" b="0" dirty="0" err="1"/>
              <a:t>nomadism</a:t>
            </a:r>
            <a:endParaRPr lang="fr-FR" b="0" dirty="0"/>
          </a:p>
          <a:p>
            <a:pPr lvl="1"/>
            <a:r>
              <a:rPr lang="fr-FR" b="0" dirty="0" err="1"/>
              <a:t>Easy</a:t>
            </a:r>
            <a:r>
              <a:rPr lang="fr-FR" b="0" dirty="0"/>
              <a:t> installation</a:t>
            </a:r>
          </a:p>
          <a:p>
            <a:pPr lvl="2"/>
            <a:r>
              <a:rPr lang="fr-FR" b="0" dirty="0"/>
              <a:t>No </a:t>
            </a:r>
            <a:r>
              <a:rPr lang="fr-FR" b="0" dirty="0" err="1"/>
              <a:t>heavy</a:t>
            </a:r>
            <a:r>
              <a:rPr lang="fr-FR" b="0" dirty="0"/>
              <a:t> infrastructure</a:t>
            </a:r>
          </a:p>
          <a:p>
            <a:pPr lvl="2"/>
            <a:r>
              <a:rPr lang="fr-FR" b="0" dirty="0" err="1"/>
              <a:t>temporary</a:t>
            </a:r>
            <a:r>
              <a:rPr lang="fr-FR" b="0" dirty="0"/>
              <a:t> installation</a:t>
            </a:r>
          </a:p>
          <a:p>
            <a:pPr lvl="1"/>
            <a:r>
              <a:rPr lang="fr-FR" b="0" dirty="0"/>
              <a:t>Flexible </a:t>
            </a:r>
            <a:r>
              <a:rPr lang="fr-FR" b="0" dirty="0" err="1"/>
              <a:t>topology</a:t>
            </a:r>
            <a:endParaRPr lang="fr-FR" b="0" dirty="0"/>
          </a:p>
          <a:p>
            <a:pPr lvl="1"/>
            <a:r>
              <a:rPr lang="en-US" b="0" dirty="0"/>
              <a:t>Cost</a:t>
            </a:r>
            <a:endParaRPr lang="en-US" dirty="0"/>
          </a:p>
          <a:p>
            <a:pPr lvl="1"/>
            <a:r>
              <a:rPr lang="fr-FR" b="0" dirty="0" err="1"/>
              <a:t>Interconnection</a:t>
            </a:r>
            <a:r>
              <a:rPr lang="fr-FR" b="0" dirty="0"/>
              <a:t> of local networks</a:t>
            </a:r>
          </a:p>
          <a:p>
            <a:pPr lvl="1"/>
            <a:r>
              <a:rPr lang="en-US" b="0" dirty="0"/>
              <a:t>Reliability</a:t>
            </a:r>
            <a:endParaRPr lang="fr-FR" dirty="0"/>
          </a:p>
        </p:txBody>
      </p:sp>
      <p:sp>
        <p:nvSpPr>
          <p:cNvPr id="3" name="Espace réservé du contenu 6">
            <a:extLst>
              <a:ext uri="{FF2B5EF4-FFF2-40B4-BE49-F238E27FC236}">
                <a16:creationId xmlns:a16="http://schemas.microsoft.com/office/drawing/2014/main" id="{409C1EFA-470B-2EFF-0BF4-BB130108EEF9}"/>
              </a:ext>
            </a:extLst>
          </p:cNvPr>
          <p:cNvSpPr txBox="1">
            <a:spLocks/>
          </p:cNvSpPr>
          <p:nvPr/>
        </p:nvSpPr>
        <p:spPr bwMode="auto">
          <a:xfrm>
            <a:off x="4644008" y="1347614"/>
            <a:ext cx="3528392" cy="331901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FAA26D3D-D897-4be2-8F04-BA451C77F1D7}">
              <ma14:placeholderFlag xmlns:ma14="http://schemas.microsoft.com/office/mac/drawingml/2011/main" xmlns="" val="1"/>
            </a:ext>
          </a:extLst>
        </p:spPr>
        <p:txBody>
          <a:bodyPr vert="horz" wrap="square" lIns="91440" tIns="45720" rIns="91440" bIns="45720" numCol="1" anchor="t" anchorCtr="0" compatLnSpc="1">
            <a:prstTxWarp prst="textNoShape">
              <a:avLst/>
            </a:prstTxWarp>
          </a:bodyPr>
          <a:lstStyle>
            <a:lvl1pPr marL="342900" indent="-342900" algn="l" defTabSz="457200" rtl="0" eaLnBrk="1" fontAlgn="base" hangingPunct="1">
              <a:spcBef>
                <a:spcPct val="20000"/>
              </a:spcBef>
              <a:spcAft>
                <a:spcPct val="0"/>
              </a:spcAft>
              <a:buClr>
                <a:srgbClr val="009DDF"/>
              </a:buClr>
              <a:buSzPct val="100000"/>
              <a:buFont typeface="Wingdings" charset="2"/>
              <a:buChar char="§"/>
              <a:defRPr sz="2200" b="1" kern="1200">
                <a:solidFill>
                  <a:schemeClr val="tx1"/>
                </a:solidFill>
                <a:latin typeface="+mn-lt"/>
                <a:ea typeface="ＭＳ Ｐゴシック" panose="020B0600070205080204" pitchFamily="34" charset="-128"/>
                <a:cs typeface="ＭＳ Ｐゴシック" charset="0"/>
              </a:defRPr>
            </a:lvl1pPr>
            <a:lvl2pPr marL="742950" indent="-285750" algn="l" defTabSz="457200" rtl="0" eaLnBrk="1" fontAlgn="base" hangingPunct="1">
              <a:spcBef>
                <a:spcPct val="20000"/>
              </a:spcBef>
              <a:spcAft>
                <a:spcPct val="0"/>
              </a:spcAft>
              <a:buClr>
                <a:srgbClr val="009DDF"/>
              </a:buClr>
              <a:buSzPct val="80000"/>
              <a:buFont typeface="Arial"/>
              <a:buChar char="•"/>
              <a:defRPr kern="1200">
                <a:solidFill>
                  <a:srgbClr val="5D6E75"/>
                </a:solidFill>
                <a:latin typeface="+mn-lt"/>
                <a:ea typeface="ＭＳ Ｐゴシック" panose="020B0600070205080204" pitchFamily="34" charset="-128"/>
                <a:cs typeface="+mn-cs"/>
              </a:defRPr>
            </a:lvl2pPr>
            <a:lvl3pPr marL="1143000" indent="-228600" algn="l" defTabSz="457200" rtl="0" eaLnBrk="1" fontAlgn="base" hangingPunct="1">
              <a:spcBef>
                <a:spcPct val="20000"/>
              </a:spcBef>
              <a:spcAft>
                <a:spcPct val="0"/>
              </a:spcAft>
              <a:buClr>
                <a:srgbClr val="009DDF"/>
              </a:buClr>
              <a:buSzPct val="60000"/>
              <a:buFont typeface="Courier New"/>
              <a:buChar char="o"/>
              <a:defRPr sz="1600" kern="1200">
                <a:solidFill>
                  <a:srgbClr val="5D6E75"/>
                </a:solidFill>
                <a:latin typeface="+mn-lt"/>
                <a:ea typeface="ＭＳ Ｐゴシック" panose="020B0600070205080204" pitchFamily="34" charset="-128"/>
                <a:cs typeface="+mn-cs"/>
              </a:defRPr>
            </a:lvl3pPr>
            <a:lvl4pPr marL="1600200" indent="-228600" algn="l" defTabSz="457200" rtl="0" eaLnBrk="1" fontAlgn="base" hangingPunct="1">
              <a:spcBef>
                <a:spcPct val="20000"/>
              </a:spcBef>
              <a:spcAft>
                <a:spcPct val="0"/>
              </a:spcAft>
              <a:buClr>
                <a:srgbClr val="009DDF"/>
              </a:buClr>
              <a:buSzPct val="50000"/>
              <a:buFont typeface="Arial" charset="0"/>
              <a:buChar char="•"/>
              <a:defRPr sz="1400" kern="1200">
                <a:solidFill>
                  <a:srgbClr val="5D6E75"/>
                </a:solidFill>
                <a:latin typeface="+mn-lt"/>
                <a:ea typeface="ＭＳ Ｐゴシック" panose="020B0600070205080204" pitchFamily="34" charset="-128"/>
                <a:cs typeface="+mn-cs"/>
              </a:defRPr>
            </a:lvl4pPr>
            <a:lvl5pPr marL="2057400" indent="-228600" algn="l" defTabSz="457200" rtl="0" eaLnBrk="1" fontAlgn="base" hangingPunct="1">
              <a:spcBef>
                <a:spcPct val="20000"/>
              </a:spcBef>
              <a:spcAft>
                <a:spcPct val="0"/>
              </a:spcAft>
              <a:buFont typeface="Arial" charset="0"/>
              <a:buChar char="»"/>
              <a:defRPr sz="2000" kern="1200">
                <a:solidFill>
                  <a:srgbClr val="5D6E75"/>
                </a:solidFill>
                <a:latin typeface="+mn-lt"/>
                <a:ea typeface="ＭＳ Ｐゴシック" panose="020B0600070205080204" pitchFamily="34" charset="-128"/>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fr-FR" b="0" dirty="0"/>
              <a:t>Limits:</a:t>
            </a:r>
          </a:p>
          <a:p>
            <a:pPr lvl="1"/>
            <a:r>
              <a:rPr lang="en-US" b="0" dirty="0"/>
              <a:t>Bandwidth</a:t>
            </a:r>
          </a:p>
          <a:p>
            <a:pPr lvl="1"/>
            <a:r>
              <a:rPr lang="fr-FR" dirty="0" err="1"/>
              <a:t>I</a:t>
            </a:r>
            <a:r>
              <a:rPr lang="fr-FR" b="0" dirty="0" err="1"/>
              <a:t>nterference</a:t>
            </a:r>
            <a:endParaRPr lang="fr-FR" b="0" dirty="0"/>
          </a:p>
          <a:p>
            <a:pPr lvl="1"/>
            <a:r>
              <a:rPr lang="en-US" b="0" dirty="0"/>
              <a:t>Coverage</a:t>
            </a:r>
          </a:p>
          <a:p>
            <a:pPr lvl="1"/>
            <a:r>
              <a:rPr lang="en-US" b="0" dirty="0"/>
              <a:t>Regulations to comply with power, frequency band…</a:t>
            </a:r>
          </a:p>
          <a:p>
            <a:pPr lvl="1"/>
            <a:r>
              <a:rPr lang="fr-FR" b="0" dirty="0"/>
              <a:t>Battery</a:t>
            </a:r>
          </a:p>
          <a:p>
            <a:pPr lvl="1"/>
            <a:r>
              <a:rPr lang="en-US" b="0" dirty="0"/>
              <a:t>Security vulnerabilities</a:t>
            </a:r>
            <a:endParaRPr lang="fr-FR" sz="1600" dirty="0"/>
          </a:p>
        </p:txBody>
      </p:sp>
    </p:spTree>
    <p:extLst>
      <p:ext uri="{BB962C8B-B14F-4D97-AF65-F5344CB8AC3E}">
        <p14:creationId xmlns:p14="http://schemas.microsoft.com/office/powerpoint/2010/main" val="54804139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en-US" dirty="0"/>
              <a:t>Wireless Technologies</a:t>
            </a:r>
          </a:p>
        </p:txBody>
      </p:sp>
      <p:sp>
        <p:nvSpPr>
          <p:cNvPr id="3" name="Espace réservé du contenu 2"/>
          <p:cNvSpPr>
            <a:spLocks noGrp="1"/>
          </p:cNvSpPr>
          <p:nvPr>
            <p:ph idx="1"/>
          </p:nvPr>
        </p:nvSpPr>
        <p:spPr>
          <a:xfrm>
            <a:off x="323528" y="1035025"/>
            <a:ext cx="3960440" cy="2232249"/>
          </a:xfrm>
        </p:spPr>
        <p:txBody>
          <a:bodyPr/>
          <a:lstStyle/>
          <a:p>
            <a:r>
              <a:rPr lang="en-US" sz="1600" dirty="0"/>
              <a:t>Short-range network: LAN, PAN</a:t>
            </a:r>
          </a:p>
          <a:p>
            <a:pPr lvl="1"/>
            <a:r>
              <a:rPr lang="en-US" sz="1200" dirty="0"/>
              <a:t>Limited areas coverage : school campus, homes, corporate buildings, </a:t>
            </a:r>
            <a:r>
              <a:rPr lang="en-US" sz="1200" dirty="0" err="1"/>
              <a:t>etc</a:t>
            </a:r>
            <a:endParaRPr lang="en-US" sz="1200" dirty="0"/>
          </a:p>
          <a:p>
            <a:pPr lvl="1"/>
            <a:r>
              <a:rPr lang="en-US" sz="1200" dirty="0"/>
              <a:t>Operate over unlicensed spectrum : the most common frequency bands are at 2.4 GHz and at 5 GHz</a:t>
            </a:r>
          </a:p>
        </p:txBody>
      </p:sp>
      <p:sp>
        <p:nvSpPr>
          <p:cNvPr id="4" name="Espace réservé du texte 3"/>
          <p:cNvSpPr>
            <a:spLocks noGrp="1"/>
          </p:cNvSpPr>
          <p:nvPr>
            <p:ph type="body" sz="quarter" idx="11"/>
          </p:nvPr>
        </p:nvSpPr>
        <p:spPr/>
        <p:txBody>
          <a:bodyPr/>
          <a:lstStyle/>
          <a:p>
            <a:r>
              <a:rPr lang="en-US" dirty="0"/>
              <a:t>Radio range</a:t>
            </a:r>
          </a:p>
        </p:txBody>
      </p:sp>
      <p:sp>
        <p:nvSpPr>
          <p:cNvPr id="5" name="Espace réservé du numéro de diapositive 4"/>
          <p:cNvSpPr>
            <a:spLocks noGrp="1"/>
          </p:cNvSpPr>
          <p:nvPr>
            <p:ph type="sldNum" sz="quarter" idx="4"/>
          </p:nvPr>
        </p:nvSpPr>
        <p:spPr/>
        <p:txBody>
          <a:bodyPr/>
          <a:lstStyle/>
          <a:p>
            <a:fld id="{7F86108E-6173-CC4E-81D1-D6419E4934EE}" type="slidenum">
              <a:rPr lang="en-US" smtClean="0"/>
              <a:pPr/>
              <a:t>10</a:t>
            </a:fld>
            <a:endParaRPr lang="en-US" dirty="0"/>
          </a:p>
        </p:txBody>
      </p:sp>
      <p:pic>
        <p:nvPicPr>
          <p:cNvPr id="6" name="Image 5"/>
          <p:cNvPicPr>
            <a:picLocks noChangeAspect="1"/>
          </p:cNvPicPr>
          <p:nvPr/>
        </p:nvPicPr>
        <p:blipFill>
          <a:blip r:embed="rId2"/>
          <a:stretch>
            <a:fillRect/>
          </a:stretch>
        </p:blipFill>
        <p:spPr>
          <a:xfrm>
            <a:off x="3203848" y="2290011"/>
            <a:ext cx="4273500" cy="2635367"/>
          </a:xfrm>
          <a:prstGeom prst="rect">
            <a:avLst/>
          </a:prstGeom>
        </p:spPr>
      </p:pic>
      <p:sp>
        <p:nvSpPr>
          <p:cNvPr id="7" name="Espace réservé du contenu 2"/>
          <p:cNvSpPr txBox="1">
            <a:spLocks/>
          </p:cNvSpPr>
          <p:nvPr/>
        </p:nvSpPr>
        <p:spPr bwMode="auto">
          <a:xfrm>
            <a:off x="5004048" y="843558"/>
            <a:ext cx="4032448" cy="331901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FAA26D3D-D897-4be2-8F04-BA451C77F1D7}">
              <ma14:placeholderFlag xmlns:ma14="http://schemas.microsoft.com/office/mac/drawingml/2011/main" xmlns="" val="1"/>
            </a:ext>
          </a:extLst>
        </p:spPr>
        <p:txBody>
          <a:bodyPr vert="horz" wrap="square" lIns="91440" tIns="45720" rIns="91440" bIns="45720" numCol="1" anchor="t" anchorCtr="0" compatLnSpc="1">
            <a:prstTxWarp prst="textNoShape">
              <a:avLst/>
            </a:prstTxWarp>
          </a:bodyPr>
          <a:lstStyle>
            <a:lvl1pPr marL="342900" indent="-342900" algn="l" defTabSz="457200" rtl="0" eaLnBrk="1" fontAlgn="base" hangingPunct="1">
              <a:spcBef>
                <a:spcPct val="20000"/>
              </a:spcBef>
              <a:spcAft>
                <a:spcPct val="0"/>
              </a:spcAft>
              <a:buClr>
                <a:srgbClr val="009DDF"/>
              </a:buClr>
              <a:buSzPct val="100000"/>
              <a:buFont typeface="Wingdings" charset="2"/>
              <a:buChar char="§"/>
              <a:defRPr sz="2200" b="1" kern="1200">
                <a:solidFill>
                  <a:schemeClr val="tx1"/>
                </a:solidFill>
                <a:latin typeface="+mn-lt"/>
                <a:ea typeface="ＭＳ Ｐゴシック" panose="020B0600070205080204" pitchFamily="34" charset="-128"/>
                <a:cs typeface="ＭＳ Ｐゴシック" charset="0"/>
              </a:defRPr>
            </a:lvl1pPr>
            <a:lvl2pPr marL="742950" indent="-285750" algn="l" defTabSz="457200" rtl="0" eaLnBrk="1" fontAlgn="base" hangingPunct="1">
              <a:spcBef>
                <a:spcPct val="20000"/>
              </a:spcBef>
              <a:spcAft>
                <a:spcPct val="0"/>
              </a:spcAft>
              <a:buClr>
                <a:srgbClr val="009DDF"/>
              </a:buClr>
              <a:buSzPct val="80000"/>
              <a:buFont typeface="Arial"/>
              <a:buChar char="•"/>
              <a:defRPr kern="1200">
                <a:solidFill>
                  <a:srgbClr val="5D6E75"/>
                </a:solidFill>
                <a:latin typeface="+mn-lt"/>
                <a:ea typeface="ＭＳ Ｐゴシック" panose="020B0600070205080204" pitchFamily="34" charset="-128"/>
                <a:cs typeface="+mn-cs"/>
              </a:defRPr>
            </a:lvl2pPr>
            <a:lvl3pPr marL="1143000" indent="-228600" algn="l" defTabSz="457200" rtl="0" eaLnBrk="1" fontAlgn="base" hangingPunct="1">
              <a:spcBef>
                <a:spcPct val="20000"/>
              </a:spcBef>
              <a:spcAft>
                <a:spcPct val="0"/>
              </a:spcAft>
              <a:buClr>
                <a:srgbClr val="009DDF"/>
              </a:buClr>
              <a:buSzPct val="60000"/>
              <a:buFont typeface="Courier New"/>
              <a:buChar char="o"/>
              <a:defRPr sz="1600" kern="1200">
                <a:solidFill>
                  <a:srgbClr val="5D6E75"/>
                </a:solidFill>
                <a:latin typeface="+mn-lt"/>
                <a:ea typeface="ＭＳ Ｐゴシック" panose="020B0600070205080204" pitchFamily="34" charset="-128"/>
                <a:cs typeface="+mn-cs"/>
              </a:defRPr>
            </a:lvl3pPr>
            <a:lvl4pPr marL="1600200" indent="-228600" algn="l" defTabSz="457200" rtl="0" eaLnBrk="1" fontAlgn="base" hangingPunct="1">
              <a:spcBef>
                <a:spcPct val="20000"/>
              </a:spcBef>
              <a:spcAft>
                <a:spcPct val="0"/>
              </a:spcAft>
              <a:buClr>
                <a:srgbClr val="009DDF"/>
              </a:buClr>
              <a:buSzPct val="50000"/>
              <a:buFont typeface="Arial" charset="0"/>
              <a:buChar char="•"/>
              <a:defRPr sz="1400" kern="1200">
                <a:solidFill>
                  <a:srgbClr val="5D6E75"/>
                </a:solidFill>
                <a:latin typeface="+mn-lt"/>
                <a:ea typeface="ＭＳ Ｐゴシック" panose="020B0600070205080204" pitchFamily="34" charset="-128"/>
                <a:cs typeface="+mn-cs"/>
              </a:defRPr>
            </a:lvl4pPr>
            <a:lvl5pPr marL="2057400" indent="-228600" algn="l" defTabSz="457200" rtl="0" eaLnBrk="1" fontAlgn="base" hangingPunct="1">
              <a:spcBef>
                <a:spcPct val="20000"/>
              </a:spcBef>
              <a:spcAft>
                <a:spcPct val="0"/>
              </a:spcAft>
              <a:buFont typeface="Arial" charset="0"/>
              <a:buChar char="»"/>
              <a:defRPr sz="2000" kern="1200">
                <a:solidFill>
                  <a:srgbClr val="5D6E75"/>
                </a:solidFill>
                <a:latin typeface="+mn-lt"/>
                <a:ea typeface="ＭＳ Ｐゴシック" panose="020B0600070205080204" pitchFamily="34" charset="-128"/>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457200" lvl="1" indent="0">
              <a:buNone/>
            </a:pPr>
            <a:endParaRPr lang="en-US" sz="1200" dirty="0"/>
          </a:p>
          <a:p>
            <a:r>
              <a:rPr lang="en-US" sz="1600" dirty="0"/>
              <a:t>Long-range network: WMAN, WWAN</a:t>
            </a:r>
          </a:p>
          <a:p>
            <a:pPr lvl="1"/>
            <a:r>
              <a:rPr lang="en-US" sz="1200" dirty="0"/>
              <a:t>Large areas coverage : metropolitan areas, states, countries, </a:t>
            </a:r>
            <a:r>
              <a:rPr lang="en-US" sz="1200" dirty="0" err="1"/>
              <a:t>etc</a:t>
            </a:r>
            <a:endParaRPr lang="en-US" sz="1200" dirty="0"/>
          </a:p>
          <a:p>
            <a:pPr lvl="1"/>
            <a:r>
              <a:rPr lang="en-US" sz="1200" dirty="0"/>
              <a:t>Connectivity is typically provided by companies that sell the wireless connectivity as a service</a:t>
            </a:r>
          </a:p>
          <a:p>
            <a:pPr lvl="1"/>
            <a:endParaRPr lang="en-US" sz="1200" dirty="0"/>
          </a:p>
        </p:txBody>
      </p:sp>
    </p:spTree>
    <p:extLst>
      <p:ext uri="{BB962C8B-B14F-4D97-AF65-F5344CB8AC3E}">
        <p14:creationId xmlns:p14="http://schemas.microsoft.com/office/powerpoint/2010/main" val="114482192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CA" dirty="0"/>
              <a:t>Wireless Technologies</a:t>
            </a:r>
            <a:endParaRPr lang="fr-FR" dirty="0"/>
          </a:p>
        </p:txBody>
      </p:sp>
      <p:sp>
        <p:nvSpPr>
          <p:cNvPr id="3" name="Espace réservé du contenu 2"/>
          <p:cNvSpPr>
            <a:spLocks noGrp="1"/>
          </p:cNvSpPr>
          <p:nvPr>
            <p:ph idx="1"/>
          </p:nvPr>
        </p:nvSpPr>
        <p:spPr/>
        <p:txBody>
          <a:bodyPr/>
          <a:lstStyle/>
          <a:p>
            <a:endParaRPr lang="fr-FR"/>
          </a:p>
        </p:txBody>
      </p:sp>
      <p:sp>
        <p:nvSpPr>
          <p:cNvPr id="4" name="Espace réservé du texte 3"/>
          <p:cNvSpPr>
            <a:spLocks noGrp="1"/>
          </p:cNvSpPr>
          <p:nvPr>
            <p:ph type="body" sz="quarter" idx="11"/>
          </p:nvPr>
        </p:nvSpPr>
        <p:spPr/>
        <p:txBody>
          <a:bodyPr/>
          <a:lstStyle/>
          <a:p>
            <a:r>
              <a:rPr lang="fr-CA" dirty="0"/>
              <a:t>Radio range and Data rate</a:t>
            </a:r>
            <a:endParaRPr lang="fr-FR" dirty="0"/>
          </a:p>
        </p:txBody>
      </p:sp>
      <p:sp>
        <p:nvSpPr>
          <p:cNvPr id="5" name="Espace réservé du numéro de diapositive 4"/>
          <p:cNvSpPr>
            <a:spLocks noGrp="1"/>
          </p:cNvSpPr>
          <p:nvPr>
            <p:ph type="sldNum" sz="quarter" idx="4"/>
          </p:nvPr>
        </p:nvSpPr>
        <p:spPr/>
        <p:txBody>
          <a:bodyPr/>
          <a:lstStyle/>
          <a:p>
            <a:fld id="{7F86108E-6173-CC4E-81D1-D6419E4934EE}" type="slidenum">
              <a:rPr lang="fr-FR" smtClean="0"/>
              <a:pPr/>
              <a:t>11</a:t>
            </a:fld>
            <a:endParaRPr lang="fr-FR" dirty="0"/>
          </a:p>
        </p:txBody>
      </p:sp>
      <p:pic>
        <p:nvPicPr>
          <p:cNvPr id="6" name="Image 5"/>
          <p:cNvPicPr>
            <a:picLocks noChangeAspect="1"/>
          </p:cNvPicPr>
          <p:nvPr/>
        </p:nvPicPr>
        <p:blipFill>
          <a:blip r:embed="rId2"/>
          <a:stretch>
            <a:fillRect/>
          </a:stretch>
        </p:blipFill>
        <p:spPr>
          <a:xfrm>
            <a:off x="2339752" y="1553722"/>
            <a:ext cx="4487392" cy="3007463"/>
          </a:xfrm>
          <a:prstGeom prst="rect">
            <a:avLst/>
          </a:prstGeom>
        </p:spPr>
      </p:pic>
    </p:spTree>
    <p:extLst>
      <p:ext uri="{BB962C8B-B14F-4D97-AF65-F5344CB8AC3E}">
        <p14:creationId xmlns:p14="http://schemas.microsoft.com/office/powerpoint/2010/main" val="324174814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en-US" dirty="0"/>
              <a:t>Wireless Personal Area Networks WPAN</a:t>
            </a:r>
          </a:p>
        </p:txBody>
      </p:sp>
      <p:sp>
        <p:nvSpPr>
          <p:cNvPr id="3" name="Espace réservé du contenu 2"/>
          <p:cNvSpPr>
            <a:spLocks noGrp="1"/>
          </p:cNvSpPr>
          <p:nvPr>
            <p:ph idx="1"/>
          </p:nvPr>
        </p:nvSpPr>
        <p:spPr/>
        <p:txBody>
          <a:bodyPr/>
          <a:lstStyle/>
          <a:p>
            <a:r>
              <a:rPr lang="en-US" sz="1600" b="0" dirty="0"/>
              <a:t>Based on the </a:t>
            </a:r>
            <a:r>
              <a:rPr lang="en-US" sz="1600" dirty="0"/>
              <a:t>IEEE 802.15</a:t>
            </a:r>
          </a:p>
          <a:p>
            <a:r>
              <a:rPr lang="en-US" sz="1600" b="0" dirty="0"/>
              <a:t>Low power demands and low bit rate</a:t>
            </a:r>
          </a:p>
          <a:p>
            <a:r>
              <a:rPr lang="en-US" sz="1600" b="0" dirty="0"/>
              <a:t>Small, power-efficient, inexpensive solutions to be implemented for a wide range of devices </a:t>
            </a:r>
          </a:p>
        </p:txBody>
      </p:sp>
      <p:sp>
        <p:nvSpPr>
          <p:cNvPr id="4" name="Espace réservé du texte 3"/>
          <p:cNvSpPr>
            <a:spLocks noGrp="1"/>
          </p:cNvSpPr>
          <p:nvPr>
            <p:ph type="body" sz="quarter" idx="11"/>
          </p:nvPr>
        </p:nvSpPr>
        <p:spPr/>
        <p:txBody>
          <a:bodyPr/>
          <a:lstStyle/>
          <a:p>
            <a:endParaRPr lang="fr-FR"/>
          </a:p>
        </p:txBody>
      </p:sp>
      <p:sp>
        <p:nvSpPr>
          <p:cNvPr id="5" name="Espace réservé du numéro de diapositive 4"/>
          <p:cNvSpPr>
            <a:spLocks noGrp="1"/>
          </p:cNvSpPr>
          <p:nvPr>
            <p:ph type="sldNum" sz="quarter" idx="4"/>
          </p:nvPr>
        </p:nvSpPr>
        <p:spPr/>
        <p:txBody>
          <a:bodyPr/>
          <a:lstStyle/>
          <a:p>
            <a:fld id="{7F86108E-6173-CC4E-81D1-D6419E4934EE}" type="slidenum">
              <a:rPr lang="fr-FR" smtClean="0"/>
              <a:pPr/>
              <a:t>12</a:t>
            </a:fld>
            <a:endParaRPr lang="fr-FR" dirty="0"/>
          </a:p>
        </p:txBody>
      </p:sp>
      <p:graphicFrame>
        <p:nvGraphicFramePr>
          <p:cNvPr id="6" name="Tableau 5"/>
          <p:cNvGraphicFramePr>
            <a:graphicFrameLocks noGrp="1"/>
          </p:cNvGraphicFramePr>
          <p:nvPr>
            <p:extLst>
              <p:ext uri="{D42A27DB-BD31-4B8C-83A1-F6EECF244321}">
                <p14:modId xmlns:p14="http://schemas.microsoft.com/office/powerpoint/2010/main" val="3181558103"/>
              </p:ext>
            </p:extLst>
          </p:nvPr>
        </p:nvGraphicFramePr>
        <p:xfrm>
          <a:off x="1547664" y="2739799"/>
          <a:ext cx="6336704" cy="2280223"/>
        </p:xfrm>
        <a:graphic>
          <a:graphicData uri="http://schemas.openxmlformats.org/drawingml/2006/table">
            <a:tbl>
              <a:tblPr firstRow="1" bandRow="1">
                <a:tableStyleId>{5C22544A-7EE6-4342-B048-85BDC9FD1C3A}</a:tableStyleId>
              </a:tblPr>
              <a:tblGrid>
                <a:gridCol w="1584176">
                  <a:extLst>
                    <a:ext uri="{9D8B030D-6E8A-4147-A177-3AD203B41FA5}">
                      <a16:colId xmlns:a16="http://schemas.microsoft.com/office/drawing/2014/main" val="20000"/>
                    </a:ext>
                  </a:extLst>
                </a:gridCol>
                <a:gridCol w="1584176">
                  <a:extLst>
                    <a:ext uri="{9D8B030D-6E8A-4147-A177-3AD203B41FA5}">
                      <a16:colId xmlns:a16="http://schemas.microsoft.com/office/drawing/2014/main" val="20001"/>
                    </a:ext>
                  </a:extLst>
                </a:gridCol>
                <a:gridCol w="1584176">
                  <a:extLst>
                    <a:ext uri="{9D8B030D-6E8A-4147-A177-3AD203B41FA5}">
                      <a16:colId xmlns:a16="http://schemas.microsoft.com/office/drawing/2014/main" val="20002"/>
                    </a:ext>
                  </a:extLst>
                </a:gridCol>
                <a:gridCol w="1584176">
                  <a:extLst>
                    <a:ext uri="{9D8B030D-6E8A-4147-A177-3AD203B41FA5}">
                      <a16:colId xmlns:a16="http://schemas.microsoft.com/office/drawing/2014/main" val="20003"/>
                    </a:ext>
                  </a:extLst>
                </a:gridCol>
              </a:tblGrid>
              <a:tr h="276516">
                <a:tc>
                  <a:txBody>
                    <a:bodyPr/>
                    <a:lstStyle/>
                    <a:p>
                      <a:r>
                        <a:rPr lang="en-US" sz="1000" b="1" noProof="0" dirty="0"/>
                        <a:t>Technology</a:t>
                      </a:r>
                    </a:p>
                  </a:txBody>
                  <a:tcPr/>
                </a:tc>
                <a:tc>
                  <a:txBody>
                    <a:bodyPr/>
                    <a:lstStyle/>
                    <a:p>
                      <a:r>
                        <a:rPr lang="fr-CA" sz="1000" b="1" dirty="0"/>
                        <a:t>Bluetooth</a:t>
                      </a:r>
                      <a:endParaRPr lang="fr-FR" sz="1000" b="1" dirty="0"/>
                    </a:p>
                  </a:txBody>
                  <a:tcPr/>
                </a:tc>
                <a:tc>
                  <a:txBody>
                    <a:bodyPr/>
                    <a:lstStyle/>
                    <a:p>
                      <a:r>
                        <a:rPr lang="fr-CA" sz="1000" b="1" dirty="0" err="1"/>
                        <a:t>Zigbee</a:t>
                      </a:r>
                      <a:endParaRPr lang="fr-FR" sz="1000" b="1" dirty="0"/>
                    </a:p>
                  </a:txBody>
                  <a:tcPr/>
                </a:tc>
                <a:tc>
                  <a:txBody>
                    <a:bodyPr/>
                    <a:lstStyle/>
                    <a:p>
                      <a:r>
                        <a:rPr lang="fr-CA" sz="1000" b="1" dirty="0"/>
                        <a:t>Ultra Wide Band (UWB)</a:t>
                      </a:r>
                      <a:endParaRPr lang="fr-FR" sz="1000" b="1" dirty="0"/>
                    </a:p>
                  </a:txBody>
                  <a:tcPr/>
                </a:tc>
                <a:extLst>
                  <a:ext uri="{0D108BD9-81ED-4DB2-BD59-A6C34878D82A}">
                    <a16:rowId xmlns:a16="http://schemas.microsoft.com/office/drawing/2014/main" val="10000"/>
                  </a:ext>
                </a:extLst>
              </a:tr>
              <a:tr h="276516">
                <a:tc>
                  <a:txBody>
                    <a:bodyPr/>
                    <a:lstStyle/>
                    <a:p>
                      <a:r>
                        <a:rPr lang="fr-CA" sz="1000" b="1" dirty="0"/>
                        <a:t>Standard</a:t>
                      </a:r>
                      <a:endParaRPr lang="fr-FR" sz="1000" b="1" dirty="0"/>
                    </a:p>
                  </a:txBody>
                  <a:tcPr/>
                </a:tc>
                <a:tc>
                  <a:txBody>
                    <a:bodyPr/>
                    <a:lstStyle/>
                    <a:p>
                      <a:r>
                        <a:rPr lang="fr-FR" sz="900" b="0" dirty="0"/>
                        <a:t>IEEE 802.15.1</a:t>
                      </a:r>
                      <a:endParaRPr lang="fr-FR" sz="900" dirty="0"/>
                    </a:p>
                  </a:txBody>
                  <a:tcPr/>
                </a:tc>
                <a:tc>
                  <a:txBody>
                    <a:bodyPr/>
                    <a:lstStyle/>
                    <a:p>
                      <a:r>
                        <a:rPr lang="fr-FR" sz="900" b="0" dirty="0"/>
                        <a:t>IEEE 802.15.4</a:t>
                      </a:r>
                      <a:endParaRPr lang="fr-FR" sz="900" dirty="0"/>
                    </a:p>
                  </a:txBody>
                  <a:tcPr/>
                </a:tc>
                <a:tc>
                  <a:txBody>
                    <a:bodyPr/>
                    <a:lstStyle/>
                    <a:p>
                      <a:pPr marL="0" algn="l" defTabSz="457200" rtl="0" eaLnBrk="1" latinLnBrk="0" hangingPunct="1"/>
                      <a:r>
                        <a:rPr lang="fr-FR" sz="900" b="0" kern="1200" dirty="0">
                          <a:solidFill>
                            <a:schemeClr val="dk1"/>
                          </a:solidFill>
                          <a:latin typeface="+mn-lt"/>
                          <a:ea typeface="+mn-ea"/>
                          <a:cs typeface="+mn-cs"/>
                        </a:rPr>
                        <a:t>IEEE 802.15.3</a:t>
                      </a:r>
                    </a:p>
                  </a:txBody>
                  <a:tcPr/>
                </a:tc>
                <a:extLst>
                  <a:ext uri="{0D108BD9-81ED-4DB2-BD59-A6C34878D82A}">
                    <a16:rowId xmlns:a16="http://schemas.microsoft.com/office/drawing/2014/main" val="10001"/>
                  </a:ext>
                </a:extLst>
              </a:tr>
              <a:tr h="386229">
                <a:tc>
                  <a:txBody>
                    <a:bodyPr/>
                    <a:lstStyle/>
                    <a:p>
                      <a:r>
                        <a:rPr lang="fr-CA" sz="1000" b="1" dirty="0"/>
                        <a:t>Range</a:t>
                      </a:r>
                      <a:endParaRPr lang="fr-FR" sz="1000" b="1" dirty="0"/>
                    </a:p>
                  </a:txBody>
                  <a:tcPr/>
                </a:tc>
                <a:tc>
                  <a:txBody>
                    <a:bodyPr/>
                    <a:lstStyle/>
                    <a:p>
                      <a:r>
                        <a:rPr lang="fr-FR" sz="900" b="0" i="0" u="none" strike="noStrike" kern="1200" baseline="0" dirty="0">
                          <a:solidFill>
                            <a:schemeClr val="dk1"/>
                          </a:solidFill>
                          <a:latin typeface="+mn-lt"/>
                          <a:ea typeface="+mn-ea"/>
                          <a:cs typeface="+mn-cs"/>
                        </a:rPr>
                        <a:t>100 </a:t>
                      </a:r>
                      <a:r>
                        <a:rPr lang="fr-FR" sz="900" b="0" i="0" u="none" strike="noStrike" kern="1200" baseline="0" dirty="0" err="1">
                          <a:solidFill>
                            <a:schemeClr val="dk1"/>
                          </a:solidFill>
                          <a:latin typeface="+mn-lt"/>
                          <a:ea typeface="+mn-ea"/>
                          <a:cs typeface="+mn-cs"/>
                        </a:rPr>
                        <a:t>meters</a:t>
                      </a:r>
                      <a:r>
                        <a:rPr lang="fr-FR" sz="900" b="0" i="0" u="none" strike="noStrike" kern="1200" baseline="0" dirty="0">
                          <a:solidFill>
                            <a:schemeClr val="dk1"/>
                          </a:solidFill>
                          <a:latin typeface="+mn-lt"/>
                          <a:ea typeface="+mn-ea"/>
                          <a:cs typeface="+mn-cs"/>
                        </a:rPr>
                        <a:t>, 10 </a:t>
                      </a:r>
                      <a:r>
                        <a:rPr lang="fr-FR" sz="900" b="0" i="0" u="none" strike="noStrike" kern="1200" baseline="0" dirty="0" err="1">
                          <a:solidFill>
                            <a:schemeClr val="dk1"/>
                          </a:solidFill>
                          <a:latin typeface="+mn-lt"/>
                          <a:ea typeface="+mn-ea"/>
                          <a:cs typeface="+mn-cs"/>
                        </a:rPr>
                        <a:t>meters</a:t>
                      </a:r>
                      <a:r>
                        <a:rPr lang="fr-FR" sz="900" b="0" i="0" u="none" strike="noStrike" kern="1200" baseline="0" dirty="0">
                          <a:solidFill>
                            <a:schemeClr val="dk1"/>
                          </a:solidFill>
                          <a:latin typeface="+mn-lt"/>
                          <a:ea typeface="+mn-ea"/>
                          <a:cs typeface="+mn-cs"/>
                        </a:rPr>
                        <a:t> and 1 </a:t>
                      </a:r>
                      <a:r>
                        <a:rPr lang="fr-FR" sz="900" b="0" i="0" u="none" strike="noStrike" kern="1200" baseline="0" dirty="0" err="1">
                          <a:solidFill>
                            <a:schemeClr val="dk1"/>
                          </a:solidFill>
                          <a:latin typeface="+mn-lt"/>
                          <a:ea typeface="+mn-ea"/>
                          <a:cs typeface="+mn-cs"/>
                        </a:rPr>
                        <a:t>meter</a:t>
                      </a:r>
                      <a:endParaRPr lang="fr-FR" sz="900" dirty="0"/>
                    </a:p>
                  </a:txBody>
                  <a:tcPr/>
                </a:tc>
                <a:tc>
                  <a:txBody>
                    <a:bodyPr/>
                    <a:lstStyle/>
                    <a:p>
                      <a:r>
                        <a:rPr lang="fr-CA" sz="900" dirty="0"/>
                        <a:t>10 </a:t>
                      </a:r>
                      <a:r>
                        <a:rPr lang="fr-CA" sz="900" dirty="0" err="1"/>
                        <a:t>meters</a:t>
                      </a:r>
                      <a:endParaRPr lang="fr-FR" sz="900" dirty="0"/>
                    </a:p>
                  </a:txBody>
                  <a:tcPr/>
                </a:tc>
                <a:tc>
                  <a:txBody>
                    <a:bodyPr/>
                    <a:lstStyle/>
                    <a:p>
                      <a:r>
                        <a:rPr lang="fr-CA" sz="900" dirty="0"/>
                        <a:t>1-50 </a:t>
                      </a:r>
                      <a:r>
                        <a:rPr lang="fr-CA" sz="900" dirty="0" err="1"/>
                        <a:t>meters</a:t>
                      </a:r>
                      <a:endParaRPr lang="fr-FR" sz="900" dirty="0"/>
                    </a:p>
                  </a:txBody>
                  <a:tcPr/>
                </a:tc>
                <a:extLst>
                  <a:ext uri="{0D108BD9-81ED-4DB2-BD59-A6C34878D82A}">
                    <a16:rowId xmlns:a16="http://schemas.microsoft.com/office/drawing/2014/main" val="10002"/>
                  </a:ext>
                </a:extLst>
              </a:tr>
              <a:tr h="717759">
                <a:tc>
                  <a:txBody>
                    <a:bodyPr/>
                    <a:lstStyle/>
                    <a:p>
                      <a:r>
                        <a:rPr lang="fr-CA" sz="1000" b="1" dirty="0" err="1"/>
                        <a:t>Frequency</a:t>
                      </a:r>
                      <a:endParaRPr lang="fr-FR" sz="1000" b="1" dirty="0"/>
                    </a:p>
                  </a:txBody>
                  <a:tcPr/>
                </a:tc>
                <a:tc>
                  <a:txBody>
                    <a:bodyPr/>
                    <a:lstStyle/>
                    <a:p>
                      <a:pPr marL="0" algn="l" defTabSz="457200" rtl="0" eaLnBrk="1" latinLnBrk="0" hangingPunct="1"/>
                      <a:r>
                        <a:rPr lang="fr-FR" sz="900" b="0" i="0" u="none" strike="noStrike" kern="1200" baseline="0" dirty="0">
                          <a:solidFill>
                            <a:schemeClr val="dk1"/>
                          </a:solidFill>
                          <a:latin typeface="+mn-lt"/>
                          <a:ea typeface="+mn-ea"/>
                          <a:cs typeface="+mn-cs"/>
                        </a:rPr>
                        <a:t>2.4 GHz</a:t>
                      </a:r>
                    </a:p>
                  </a:txBody>
                  <a:tcPr/>
                </a:tc>
                <a:tc>
                  <a:txBody>
                    <a:bodyPr/>
                    <a:lstStyle/>
                    <a:p>
                      <a:pPr marL="0" algn="l" defTabSz="457200" rtl="0" eaLnBrk="1" latinLnBrk="0" hangingPunct="1"/>
                      <a:r>
                        <a:rPr lang="en-US" sz="900" b="0" i="0" u="none" strike="noStrike" kern="1200" baseline="0" dirty="0">
                          <a:solidFill>
                            <a:schemeClr val="dk1"/>
                          </a:solidFill>
                          <a:latin typeface="+mn-lt"/>
                          <a:ea typeface="+mn-ea"/>
                          <a:cs typeface="+mn-cs"/>
                        </a:rPr>
                        <a:t>2.4 GHz, 900 MHz and 868 MHz</a:t>
                      </a:r>
                      <a:endParaRPr lang="fr-FR" sz="900" b="0" i="0" u="none" strike="noStrike" kern="1200" baseline="0" dirty="0">
                        <a:solidFill>
                          <a:schemeClr val="dk1"/>
                        </a:solidFill>
                        <a:latin typeface="+mn-lt"/>
                        <a:ea typeface="+mn-ea"/>
                        <a:cs typeface="+mn-cs"/>
                      </a:endParaRPr>
                    </a:p>
                  </a:txBody>
                  <a:tcPr/>
                </a:tc>
                <a:tc>
                  <a:txBody>
                    <a:bodyPr/>
                    <a:lstStyle/>
                    <a:p>
                      <a:r>
                        <a:rPr lang="fr-CA" sz="900" dirty="0" err="1"/>
                        <a:t>Ame</a:t>
                      </a:r>
                      <a:r>
                        <a:rPr lang="fr-CA" sz="900" kern="1200" dirty="0" err="1">
                          <a:solidFill>
                            <a:schemeClr val="dk1"/>
                          </a:solidFill>
                          <a:latin typeface="+mn-lt"/>
                          <a:ea typeface="+mn-ea"/>
                          <a:cs typeface="+mn-cs"/>
                        </a:rPr>
                        <a:t>rica</a:t>
                      </a:r>
                      <a:r>
                        <a:rPr lang="fr-CA" sz="900" kern="1200" dirty="0">
                          <a:solidFill>
                            <a:schemeClr val="dk1"/>
                          </a:solidFill>
                          <a:latin typeface="+mn-lt"/>
                          <a:ea typeface="+mn-ea"/>
                          <a:cs typeface="+mn-cs"/>
                        </a:rPr>
                        <a:t> : </a:t>
                      </a:r>
                      <a:r>
                        <a:rPr lang="fr-FR" sz="900" kern="1200" dirty="0">
                          <a:solidFill>
                            <a:schemeClr val="dk1"/>
                          </a:solidFill>
                          <a:latin typeface="+mn-lt"/>
                          <a:ea typeface="+mn-ea"/>
                          <a:cs typeface="+mn-cs"/>
                        </a:rPr>
                        <a:t>3.1 GHz</a:t>
                      </a:r>
                    </a:p>
                    <a:p>
                      <a:r>
                        <a:rPr lang="fr-FR" sz="900" kern="1200" dirty="0">
                          <a:solidFill>
                            <a:schemeClr val="dk1"/>
                          </a:solidFill>
                          <a:latin typeface="+mn-lt"/>
                          <a:ea typeface="+mn-ea"/>
                          <a:cs typeface="+mn-cs"/>
                        </a:rPr>
                        <a:t>to 10.6 GHz band</a:t>
                      </a:r>
                    </a:p>
                    <a:p>
                      <a:r>
                        <a:rPr lang="fr-CA" sz="900" kern="1200" dirty="0">
                          <a:solidFill>
                            <a:schemeClr val="dk1"/>
                          </a:solidFill>
                          <a:latin typeface="+mn-lt"/>
                          <a:ea typeface="+mn-ea"/>
                          <a:cs typeface="+mn-cs"/>
                        </a:rPr>
                        <a:t>Europe : </a:t>
                      </a:r>
                      <a:r>
                        <a:rPr lang="fr-FR" sz="900" kern="1200" dirty="0">
                          <a:solidFill>
                            <a:schemeClr val="dk1"/>
                          </a:solidFill>
                          <a:latin typeface="+mn-lt"/>
                          <a:ea typeface="+mn-ea"/>
                          <a:cs typeface="+mn-cs"/>
                        </a:rPr>
                        <a:t>3.4</a:t>
                      </a:r>
                    </a:p>
                    <a:p>
                      <a:r>
                        <a:rPr lang="en-US" sz="900" kern="1200" dirty="0">
                          <a:solidFill>
                            <a:schemeClr val="dk1"/>
                          </a:solidFill>
                          <a:latin typeface="+mn-lt"/>
                          <a:ea typeface="+mn-ea"/>
                          <a:cs typeface="+mn-cs"/>
                        </a:rPr>
                        <a:t>GHz to 4.8 GHz and 6 GHz to 8.5 GHz</a:t>
                      </a:r>
                      <a:endParaRPr lang="fr-FR" sz="900" kern="1200" dirty="0">
                        <a:solidFill>
                          <a:schemeClr val="dk1"/>
                        </a:solidFill>
                        <a:latin typeface="+mn-lt"/>
                        <a:ea typeface="+mn-ea"/>
                        <a:cs typeface="+mn-cs"/>
                      </a:endParaRPr>
                    </a:p>
                  </a:txBody>
                  <a:tcPr/>
                </a:tc>
                <a:extLst>
                  <a:ext uri="{0D108BD9-81ED-4DB2-BD59-A6C34878D82A}">
                    <a16:rowId xmlns:a16="http://schemas.microsoft.com/office/drawing/2014/main" val="10003"/>
                  </a:ext>
                </a:extLst>
              </a:tr>
              <a:tr h="563722">
                <a:tc>
                  <a:txBody>
                    <a:bodyPr/>
                    <a:lstStyle/>
                    <a:p>
                      <a:r>
                        <a:rPr lang="fr-CA" sz="1000" b="1" dirty="0"/>
                        <a:t>Application/Use</a:t>
                      </a:r>
                      <a:endParaRPr lang="fr-FR" sz="1000" b="1" dirty="0"/>
                    </a:p>
                  </a:txBody>
                  <a:tcPr/>
                </a:tc>
                <a:tc>
                  <a:txBody>
                    <a:bodyPr/>
                    <a:lstStyle/>
                    <a:p>
                      <a:pPr marL="0" algn="l" defTabSz="457200" rtl="0" eaLnBrk="1" latinLnBrk="0" hangingPunct="1"/>
                      <a:r>
                        <a:rPr lang="fr-FR" sz="900" kern="1200" dirty="0" err="1">
                          <a:solidFill>
                            <a:schemeClr val="dk1"/>
                          </a:solidFill>
                          <a:latin typeface="+mn-lt"/>
                          <a:ea typeface="+mn-ea"/>
                          <a:cs typeface="+mn-cs"/>
                        </a:rPr>
                        <a:t>cordless</a:t>
                      </a:r>
                      <a:r>
                        <a:rPr lang="fr-FR" sz="900" kern="1200" dirty="0">
                          <a:solidFill>
                            <a:schemeClr val="dk1"/>
                          </a:solidFill>
                          <a:latin typeface="+mn-lt"/>
                          <a:ea typeface="+mn-ea"/>
                          <a:cs typeface="+mn-cs"/>
                        </a:rPr>
                        <a:t> mouse,</a:t>
                      </a:r>
                    </a:p>
                    <a:p>
                      <a:pPr marL="0" algn="l" defTabSz="457200" rtl="0" eaLnBrk="1" latinLnBrk="0" hangingPunct="1"/>
                      <a:r>
                        <a:rPr lang="fr-FR" sz="900" kern="1200" dirty="0">
                          <a:solidFill>
                            <a:schemeClr val="dk1"/>
                          </a:solidFill>
                          <a:latin typeface="+mn-lt"/>
                          <a:ea typeface="+mn-ea"/>
                          <a:cs typeface="+mn-cs"/>
                        </a:rPr>
                        <a:t>keyboard, and hands-free </a:t>
                      </a:r>
                      <a:r>
                        <a:rPr lang="fr-FR" sz="900" kern="1200" dirty="0" err="1">
                          <a:solidFill>
                            <a:schemeClr val="dk1"/>
                          </a:solidFill>
                          <a:latin typeface="+mn-lt"/>
                          <a:ea typeface="+mn-ea"/>
                          <a:cs typeface="+mn-cs"/>
                        </a:rPr>
                        <a:t>headset</a:t>
                      </a:r>
                      <a:endParaRPr lang="fr-FR" sz="900" kern="1200" dirty="0">
                        <a:solidFill>
                          <a:schemeClr val="dk1"/>
                        </a:solidFill>
                        <a:latin typeface="+mn-lt"/>
                        <a:ea typeface="+mn-ea"/>
                        <a:cs typeface="+mn-cs"/>
                      </a:endParaRPr>
                    </a:p>
                  </a:txBody>
                  <a:tcPr/>
                </a:tc>
                <a:tc>
                  <a:txBody>
                    <a:bodyPr/>
                    <a:lstStyle/>
                    <a:p>
                      <a:pPr marL="0" algn="l" defTabSz="457200" rtl="0" eaLnBrk="1" latinLnBrk="0" hangingPunct="1"/>
                      <a:r>
                        <a:rPr lang="en-US" sz="900" kern="1200" dirty="0">
                          <a:solidFill>
                            <a:schemeClr val="dk1"/>
                          </a:solidFill>
                          <a:latin typeface="+mn-lt"/>
                          <a:ea typeface="+mn-ea"/>
                          <a:cs typeface="+mn-cs"/>
                        </a:rPr>
                        <a:t>reliable wirelessly networked monitoring and control networks</a:t>
                      </a:r>
                      <a:endParaRPr lang="fr-FR" sz="900" kern="1200" dirty="0">
                        <a:solidFill>
                          <a:schemeClr val="dk1"/>
                        </a:solidFill>
                        <a:latin typeface="+mn-lt"/>
                        <a:ea typeface="+mn-ea"/>
                        <a:cs typeface="+mn-cs"/>
                      </a:endParaRPr>
                    </a:p>
                  </a:txBody>
                  <a:tcPr/>
                </a:tc>
                <a:tc>
                  <a:txBody>
                    <a:bodyPr/>
                    <a:lstStyle/>
                    <a:p>
                      <a:pPr marL="0" algn="l" defTabSz="457200" rtl="0" eaLnBrk="1" latinLnBrk="0" hangingPunct="1"/>
                      <a:r>
                        <a:rPr lang="fr-FR" sz="900" kern="1200" dirty="0">
                          <a:solidFill>
                            <a:schemeClr val="dk1"/>
                          </a:solidFill>
                          <a:latin typeface="+mn-lt"/>
                          <a:ea typeface="+mn-ea"/>
                          <a:cs typeface="+mn-cs"/>
                        </a:rPr>
                        <a:t>high-</a:t>
                      </a:r>
                      <a:r>
                        <a:rPr lang="fr-FR" sz="900" kern="1200" dirty="0" err="1">
                          <a:solidFill>
                            <a:schemeClr val="dk1"/>
                          </a:solidFill>
                          <a:latin typeface="+mn-lt"/>
                          <a:ea typeface="+mn-ea"/>
                          <a:cs typeface="+mn-cs"/>
                        </a:rPr>
                        <a:t>bandwidth</a:t>
                      </a:r>
                      <a:r>
                        <a:rPr lang="fr-FR" sz="900" kern="1200" dirty="0">
                          <a:solidFill>
                            <a:schemeClr val="dk1"/>
                          </a:solidFill>
                          <a:latin typeface="+mn-lt"/>
                          <a:ea typeface="+mn-ea"/>
                          <a:cs typeface="+mn-cs"/>
                        </a:rPr>
                        <a:t> </a:t>
                      </a:r>
                      <a:r>
                        <a:rPr lang="fr-FR" sz="900" kern="1200" dirty="0" err="1">
                          <a:solidFill>
                            <a:schemeClr val="dk1"/>
                          </a:solidFill>
                          <a:latin typeface="+mn-lt"/>
                          <a:ea typeface="+mn-ea"/>
                          <a:cs typeface="+mn-cs"/>
                        </a:rPr>
                        <a:t>multimedia</a:t>
                      </a:r>
                      <a:r>
                        <a:rPr lang="fr-FR" sz="900" kern="1200" dirty="0">
                          <a:solidFill>
                            <a:schemeClr val="dk1"/>
                          </a:solidFill>
                          <a:latin typeface="+mn-lt"/>
                          <a:ea typeface="+mn-ea"/>
                          <a:cs typeface="+mn-cs"/>
                        </a:rPr>
                        <a:t> links</a:t>
                      </a:r>
                    </a:p>
                  </a:txBody>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133472230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CA" dirty="0"/>
              <a:t>WPAN Network </a:t>
            </a:r>
            <a:r>
              <a:rPr lang="fr-CA" dirty="0" err="1"/>
              <a:t>examples</a:t>
            </a:r>
            <a:r>
              <a:rPr lang="fr-CA" dirty="0"/>
              <a:t> </a:t>
            </a:r>
            <a:endParaRPr lang="fr-FR" dirty="0"/>
          </a:p>
        </p:txBody>
      </p:sp>
      <p:pic>
        <p:nvPicPr>
          <p:cNvPr id="8" name="Espace réservé du contenu 7"/>
          <p:cNvPicPr>
            <a:picLocks noGrp="1" noChangeAspect="1"/>
          </p:cNvPicPr>
          <p:nvPr>
            <p:ph idx="1"/>
          </p:nvPr>
        </p:nvPicPr>
        <p:blipFill>
          <a:blip r:embed="rId2"/>
          <a:stretch>
            <a:fillRect/>
          </a:stretch>
        </p:blipFill>
        <p:spPr>
          <a:xfrm>
            <a:off x="4798841" y="2206889"/>
            <a:ext cx="3680266" cy="2232248"/>
          </a:xfrm>
          <a:prstGeom prst="rect">
            <a:avLst/>
          </a:prstGeom>
        </p:spPr>
      </p:pic>
      <p:sp>
        <p:nvSpPr>
          <p:cNvPr id="4" name="Espace réservé du texte 3"/>
          <p:cNvSpPr>
            <a:spLocks noGrp="1"/>
          </p:cNvSpPr>
          <p:nvPr>
            <p:ph type="body" sz="quarter" idx="11"/>
          </p:nvPr>
        </p:nvSpPr>
        <p:spPr/>
        <p:txBody>
          <a:bodyPr/>
          <a:lstStyle/>
          <a:p>
            <a:endParaRPr lang="fr-FR"/>
          </a:p>
        </p:txBody>
      </p:sp>
      <p:sp>
        <p:nvSpPr>
          <p:cNvPr id="5" name="Espace réservé du numéro de diapositive 4"/>
          <p:cNvSpPr>
            <a:spLocks noGrp="1"/>
          </p:cNvSpPr>
          <p:nvPr>
            <p:ph type="sldNum" sz="quarter" idx="4"/>
          </p:nvPr>
        </p:nvSpPr>
        <p:spPr/>
        <p:txBody>
          <a:bodyPr/>
          <a:lstStyle/>
          <a:p>
            <a:fld id="{7F86108E-6173-CC4E-81D1-D6419E4934EE}" type="slidenum">
              <a:rPr lang="fr-FR" smtClean="0"/>
              <a:pPr/>
              <a:t>13</a:t>
            </a:fld>
            <a:endParaRPr lang="fr-FR" dirty="0"/>
          </a:p>
        </p:txBody>
      </p:sp>
      <p:pic>
        <p:nvPicPr>
          <p:cNvPr id="6" name="Image 5"/>
          <p:cNvPicPr>
            <a:picLocks noChangeAspect="1"/>
          </p:cNvPicPr>
          <p:nvPr/>
        </p:nvPicPr>
        <p:blipFill>
          <a:blip r:embed="rId3"/>
          <a:stretch>
            <a:fillRect/>
          </a:stretch>
        </p:blipFill>
        <p:spPr>
          <a:xfrm>
            <a:off x="156802" y="2427734"/>
            <a:ext cx="4365900" cy="1960667"/>
          </a:xfrm>
          <a:prstGeom prst="rect">
            <a:avLst/>
          </a:prstGeom>
        </p:spPr>
      </p:pic>
      <p:sp>
        <p:nvSpPr>
          <p:cNvPr id="7" name="ZoneTexte 6"/>
          <p:cNvSpPr txBox="1"/>
          <p:nvPr/>
        </p:nvSpPr>
        <p:spPr bwMode="auto">
          <a:xfrm>
            <a:off x="1115616" y="4482430"/>
            <a:ext cx="2664296" cy="276999"/>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FAA26D3D-D897-4be2-8F04-BA451C77F1D7}">
              <ma14:placeholderFlag xmlns:ma14="http://schemas.microsoft.com/office/mac/drawingml/2011/main" xmlns="" val="1"/>
            </a:ext>
          </a:extLst>
        </p:spPr>
        <p:txBody>
          <a:bodyPr vert="horz" wrap="square" lIns="0" tIns="45720" rIns="36000" bIns="45720" numCol="1" rtlCol="0" anchor="b" anchorCtr="0" compatLnSpc="1">
            <a:prstTxWarp prst="textNoShape">
              <a:avLst/>
            </a:prstTxWarp>
            <a:spAutoFit/>
          </a:bodyPr>
          <a:lstStyle/>
          <a:p>
            <a:r>
              <a:rPr lang="fr-FR" sz="1200" dirty="0" err="1"/>
              <a:t>ZigBee</a:t>
            </a:r>
            <a:r>
              <a:rPr lang="fr-FR" sz="1200" dirty="0"/>
              <a:t> network structure </a:t>
            </a:r>
            <a:r>
              <a:rPr lang="fr-FR" sz="1200" dirty="0" err="1"/>
              <a:t>diagram</a:t>
            </a:r>
            <a:endParaRPr lang="fr-FR" sz="1200" dirty="0"/>
          </a:p>
        </p:txBody>
      </p:sp>
      <p:sp>
        <p:nvSpPr>
          <p:cNvPr id="9" name="ZoneTexte 8"/>
          <p:cNvSpPr txBox="1"/>
          <p:nvPr/>
        </p:nvSpPr>
        <p:spPr bwMode="auto">
          <a:xfrm>
            <a:off x="5868144" y="4546371"/>
            <a:ext cx="2298257" cy="276999"/>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FAA26D3D-D897-4be2-8F04-BA451C77F1D7}">
              <ma14:placeholderFlag xmlns:ma14="http://schemas.microsoft.com/office/mac/drawingml/2011/main" xmlns="" val="1"/>
            </a:ext>
          </a:extLst>
        </p:spPr>
        <p:txBody>
          <a:bodyPr vert="horz" wrap="square" lIns="0" tIns="45720" rIns="36000" bIns="45720" numCol="1" rtlCol="0" anchor="b" anchorCtr="0" compatLnSpc="1">
            <a:prstTxWarp prst="textNoShape">
              <a:avLst/>
            </a:prstTxWarp>
            <a:spAutoFit/>
          </a:bodyPr>
          <a:lstStyle/>
          <a:p>
            <a:r>
              <a:rPr lang="fr-FR" sz="1200" dirty="0"/>
              <a:t>Bluetooth network structure</a:t>
            </a:r>
          </a:p>
        </p:txBody>
      </p:sp>
      <p:pic>
        <p:nvPicPr>
          <p:cNvPr id="3" name="Image 2"/>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956376" y="1081502"/>
            <a:ext cx="800100" cy="1219200"/>
          </a:xfrm>
          <a:prstGeom prst="rect">
            <a:avLst/>
          </a:prstGeom>
        </p:spPr>
      </p:pic>
      <p:pic>
        <p:nvPicPr>
          <p:cNvPr id="10" name="Image 9"/>
          <p:cNvPicPr>
            <a:picLocks noChangeAspect="1"/>
          </p:cNvPicPr>
          <p:nvPr/>
        </p:nvPicPr>
        <p:blipFill>
          <a:blip r:embed="rId5" cstate="email">
            <a:extLst>
              <a:ext uri="{28A0092B-C50C-407E-A947-70E740481C1C}">
                <a14:useLocalDpi xmlns:a14="http://schemas.microsoft.com/office/drawing/2010/main" val="0"/>
              </a:ext>
            </a:extLst>
          </a:blip>
          <a:stretch>
            <a:fillRect/>
          </a:stretch>
        </p:blipFill>
        <p:spPr>
          <a:xfrm>
            <a:off x="827584" y="1424072"/>
            <a:ext cx="1512168" cy="855196"/>
          </a:xfrm>
          <a:prstGeom prst="rect">
            <a:avLst/>
          </a:prstGeom>
        </p:spPr>
      </p:pic>
    </p:spTree>
    <p:extLst>
      <p:ext uri="{BB962C8B-B14F-4D97-AF65-F5344CB8AC3E}">
        <p14:creationId xmlns:p14="http://schemas.microsoft.com/office/powerpoint/2010/main" val="422642823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CA" dirty="0"/>
              <a:t>Wireless Local Area Networks WLAN</a:t>
            </a:r>
            <a:endParaRPr lang="fr-FR" dirty="0"/>
          </a:p>
        </p:txBody>
      </p:sp>
      <p:sp>
        <p:nvSpPr>
          <p:cNvPr id="3" name="Espace réservé du contenu 2"/>
          <p:cNvSpPr>
            <a:spLocks noGrp="1"/>
          </p:cNvSpPr>
          <p:nvPr>
            <p:ph idx="1"/>
          </p:nvPr>
        </p:nvSpPr>
        <p:spPr/>
        <p:txBody>
          <a:bodyPr/>
          <a:lstStyle/>
          <a:p>
            <a:r>
              <a:rPr lang="en-US" sz="1600" b="0" dirty="0"/>
              <a:t>Based on </a:t>
            </a:r>
            <a:r>
              <a:rPr lang="en-US" sz="1600" dirty="0"/>
              <a:t>IEEE 802.11 </a:t>
            </a:r>
            <a:r>
              <a:rPr lang="en-US" sz="1600" b="0" dirty="0"/>
              <a:t>standards</a:t>
            </a:r>
          </a:p>
          <a:p>
            <a:r>
              <a:rPr lang="en-US" sz="1600" b="0" dirty="0"/>
              <a:t>Marketed under the </a:t>
            </a:r>
            <a:r>
              <a:rPr lang="fr-FR" sz="1600" b="0" dirty="0"/>
              <a:t>Wi-Fi brand </a:t>
            </a:r>
            <a:r>
              <a:rPr lang="fr-FR" sz="1600" b="0" dirty="0" err="1"/>
              <a:t>name</a:t>
            </a:r>
            <a:endParaRPr lang="fr-FR" sz="1600" b="0" dirty="0"/>
          </a:p>
          <a:p>
            <a:r>
              <a:rPr lang="en-US" sz="1600" b="0" dirty="0"/>
              <a:t>Typical range : around 100 to 300 meters</a:t>
            </a:r>
            <a:endParaRPr lang="fr-FR" sz="1600" dirty="0"/>
          </a:p>
        </p:txBody>
      </p:sp>
      <p:sp>
        <p:nvSpPr>
          <p:cNvPr id="4" name="Espace réservé du texte 3"/>
          <p:cNvSpPr>
            <a:spLocks noGrp="1"/>
          </p:cNvSpPr>
          <p:nvPr>
            <p:ph type="body" sz="quarter" idx="11"/>
          </p:nvPr>
        </p:nvSpPr>
        <p:spPr/>
        <p:txBody>
          <a:bodyPr/>
          <a:lstStyle/>
          <a:p>
            <a:endParaRPr lang="fr-FR"/>
          </a:p>
        </p:txBody>
      </p:sp>
      <p:sp>
        <p:nvSpPr>
          <p:cNvPr id="5" name="Espace réservé du numéro de diapositive 4"/>
          <p:cNvSpPr>
            <a:spLocks noGrp="1"/>
          </p:cNvSpPr>
          <p:nvPr>
            <p:ph type="sldNum" sz="quarter" idx="4"/>
          </p:nvPr>
        </p:nvSpPr>
        <p:spPr/>
        <p:txBody>
          <a:bodyPr/>
          <a:lstStyle/>
          <a:p>
            <a:fld id="{7F86108E-6173-CC4E-81D1-D6419E4934EE}" type="slidenum">
              <a:rPr lang="fr-FR" smtClean="0"/>
              <a:pPr/>
              <a:t>14</a:t>
            </a:fld>
            <a:endParaRPr lang="fr-FR" dirty="0"/>
          </a:p>
        </p:txBody>
      </p:sp>
      <p:graphicFrame>
        <p:nvGraphicFramePr>
          <p:cNvPr id="7" name="Tableau 6"/>
          <p:cNvGraphicFramePr>
            <a:graphicFrameLocks noGrp="1"/>
          </p:cNvGraphicFramePr>
          <p:nvPr>
            <p:extLst>
              <p:ext uri="{D42A27DB-BD31-4B8C-83A1-F6EECF244321}">
                <p14:modId xmlns:p14="http://schemas.microsoft.com/office/powerpoint/2010/main" val="4014865160"/>
              </p:ext>
            </p:extLst>
          </p:nvPr>
        </p:nvGraphicFramePr>
        <p:xfrm>
          <a:off x="1547664" y="2355726"/>
          <a:ext cx="6096000" cy="2651760"/>
        </p:xfrm>
        <a:graphic>
          <a:graphicData uri="http://schemas.openxmlformats.org/drawingml/2006/table">
            <a:tbl>
              <a:tblPr firstRow="1" bandRow="1">
                <a:tableStyleId>{5C22544A-7EE6-4342-B048-85BDC9FD1C3A}</a:tableStyleId>
              </a:tblPr>
              <a:tblGrid>
                <a:gridCol w="1219200">
                  <a:extLst>
                    <a:ext uri="{9D8B030D-6E8A-4147-A177-3AD203B41FA5}">
                      <a16:colId xmlns:a16="http://schemas.microsoft.com/office/drawing/2014/main" val="20000"/>
                    </a:ext>
                  </a:extLst>
                </a:gridCol>
                <a:gridCol w="1219200">
                  <a:extLst>
                    <a:ext uri="{9D8B030D-6E8A-4147-A177-3AD203B41FA5}">
                      <a16:colId xmlns:a16="http://schemas.microsoft.com/office/drawing/2014/main" val="20001"/>
                    </a:ext>
                  </a:extLst>
                </a:gridCol>
                <a:gridCol w="1219200">
                  <a:extLst>
                    <a:ext uri="{9D8B030D-6E8A-4147-A177-3AD203B41FA5}">
                      <a16:colId xmlns:a16="http://schemas.microsoft.com/office/drawing/2014/main" val="20002"/>
                    </a:ext>
                  </a:extLst>
                </a:gridCol>
                <a:gridCol w="1219200">
                  <a:extLst>
                    <a:ext uri="{9D8B030D-6E8A-4147-A177-3AD203B41FA5}">
                      <a16:colId xmlns:a16="http://schemas.microsoft.com/office/drawing/2014/main" val="20003"/>
                    </a:ext>
                  </a:extLst>
                </a:gridCol>
                <a:gridCol w="1219200">
                  <a:extLst>
                    <a:ext uri="{9D8B030D-6E8A-4147-A177-3AD203B41FA5}">
                      <a16:colId xmlns:a16="http://schemas.microsoft.com/office/drawing/2014/main" val="20004"/>
                    </a:ext>
                  </a:extLst>
                </a:gridCol>
              </a:tblGrid>
              <a:tr h="370840">
                <a:tc>
                  <a:txBody>
                    <a:bodyPr/>
                    <a:lstStyle/>
                    <a:p>
                      <a:r>
                        <a:rPr lang="fr-CA" sz="1100" dirty="0"/>
                        <a:t>Standard</a:t>
                      </a:r>
                      <a:endParaRPr lang="fr-FR" sz="1100" dirty="0"/>
                    </a:p>
                  </a:txBody>
                  <a:tcPr/>
                </a:tc>
                <a:tc>
                  <a:txBody>
                    <a:bodyPr/>
                    <a:lstStyle/>
                    <a:p>
                      <a:r>
                        <a:rPr lang="fr-CA" sz="1100" dirty="0" err="1"/>
                        <a:t>Year</a:t>
                      </a:r>
                      <a:endParaRPr lang="fr-FR" sz="1100" dirty="0"/>
                    </a:p>
                  </a:txBody>
                  <a:tcPr/>
                </a:tc>
                <a:tc>
                  <a:txBody>
                    <a:bodyPr/>
                    <a:lstStyle/>
                    <a:p>
                      <a:r>
                        <a:rPr lang="fr-CA" sz="1100" dirty="0" err="1"/>
                        <a:t>Frequency</a:t>
                      </a:r>
                      <a:endParaRPr lang="fr-FR" sz="1100" dirty="0"/>
                    </a:p>
                  </a:txBody>
                  <a:tcPr/>
                </a:tc>
                <a:tc>
                  <a:txBody>
                    <a:bodyPr/>
                    <a:lstStyle/>
                    <a:p>
                      <a:r>
                        <a:rPr lang="fr-CA" sz="1100" dirty="0"/>
                        <a:t>Rate</a:t>
                      </a:r>
                      <a:endParaRPr lang="fr-FR" sz="1100" dirty="0"/>
                    </a:p>
                  </a:txBody>
                  <a:tcPr/>
                </a:tc>
                <a:tc>
                  <a:txBody>
                    <a:bodyPr/>
                    <a:lstStyle/>
                    <a:p>
                      <a:r>
                        <a:rPr lang="fr-CA" sz="1100" dirty="0"/>
                        <a:t>Range</a:t>
                      </a:r>
                      <a:r>
                        <a:rPr lang="fr-CA" sz="1100" baseline="0" dirty="0"/>
                        <a:t> (</a:t>
                      </a:r>
                      <a:r>
                        <a:rPr lang="fr-CA" sz="1100" baseline="0" dirty="0" err="1"/>
                        <a:t>outdoor</a:t>
                      </a:r>
                      <a:r>
                        <a:rPr lang="fr-CA" sz="1100" baseline="0" dirty="0"/>
                        <a:t>)</a:t>
                      </a:r>
                      <a:endParaRPr lang="fr-FR" sz="1100" dirty="0"/>
                    </a:p>
                  </a:txBody>
                  <a:tcPr/>
                </a:tc>
                <a:extLst>
                  <a:ext uri="{0D108BD9-81ED-4DB2-BD59-A6C34878D82A}">
                    <a16:rowId xmlns:a16="http://schemas.microsoft.com/office/drawing/2014/main" val="10000"/>
                  </a:ext>
                </a:extLst>
              </a:tr>
              <a:tr h="370840">
                <a:tc>
                  <a:txBody>
                    <a:bodyPr/>
                    <a:lstStyle/>
                    <a:p>
                      <a:r>
                        <a:rPr lang="fr-CA" sz="1100" dirty="0"/>
                        <a:t>802.11</a:t>
                      </a:r>
                      <a:r>
                        <a:rPr lang="fr-CA" sz="1100" baseline="0" dirty="0"/>
                        <a:t>b</a:t>
                      </a:r>
                      <a:endParaRPr lang="fr-FR" sz="1100" dirty="0"/>
                    </a:p>
                  </a:txBody>
                  <a:tcPr/>
                </a:tc>
                <a:tc>
                  <a:txBody>
                    <a:bodyPr/>
                    <a:lstStyle/>
                    <a:p>
                      <a:r>
                        <a:rPr lang="fr-CA" sz="1100" dirty="0"/>
                        <a:t>1999</a:t>
                      </a:r>
                      <a:endParaRPr lang="fr-FR" sz="1100" dirty="0"/>
                    </a:p>
                  </a:txBody>
                  <a:tcPr/>
                </a:tc>
                <a:tc>
                  <a:txBody>
                    <a:bodyPr/>
                    <a:lstStyle/>
                    <a:p>
                      <a:r>
                        <a:rPr lang="fr-FR" sz="1100" b="0" i="0" u="none" strike="noStrike" kern="1200" baseline="0" dirty="0">
                          <a:solidFill>
                            <a:schemeClr val="dk1"/>
                          </a:solidFill>
                          <a:latin typeface="+mn-lt"/>
                          <a:ea typeface="+mn-ea"/>
                          <a:cs typeface="+mn-cs"/>
                        </a:rPr>
                        <a:t>2.4 - 2.485 GHz</a:t>
                      </a:r>
                      <a:endParaRPr lang="fr-FR" sz="1100" dirty="0"/>
                    </a:p>
                  </a:txBody>
                  <a:tcPr/>
                </a:tc>
                <a:tc>
                  <a:txBody>
                    <a:bodyPr/>
                    <a:lstStyle/>
                    <a:p>
                      <a:pPr marL="0" algn="l" defTabSz="457200" rtl="0" eaLnBrk="1" latinLnBrk="0" hangingPunct="1"/>
                      <a:r>
                        <a:rPr lang="fr-FR" sz="1600" b="0" i="0" u="none" strike="noStrike" kern="1200" baseline="0" dirty="0">
                          <a:solidFill>
                            <a:schemeClr val="dk1"/>
                          </a:solidFill>
                          <a:latin typeface="+mn-lt"/>
                          <a:ea typeface="+mn-ea"/>
                          <a:cs typeface="+mn-cs"/>
                        </a:rPr>
                        <a:t> </a:t>
                      </a:r>
                      <a:r>
                        <a:rPr lang="fr-FR" sz="1100" b="0" i="0" u="none" strike="noStrike" kern="1200" baseline="0" dirty="0">
                          <a:solidFill>
                            <a:schemeClr val="dk1"/>
                          </a:solidFill>
                          <a:latin typeface="+mn-lt"/>
                          <a:ea typeface="+mn-ea"/>
                          <a:cs typeface="+mn-cs"/>
                        </a:rPr>
                        <a:t>&lt;=11 Mb/s</a:t>
                      </a: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fr-FR" sz="1100" b="0" i="0" u="none" strike="noStrike" kern="1200" baseline="0" dirty="0">
                          <a:solidFill>
                            <a:schemeClr val="dk1"/>
                          </a:solidFill>
                          <a:latin typeface="+mn-lt"/>
                          <a:ea typeface="+mn-ea"/>
                          <a:cs typeface="+mn-cs"/>
                        </a:rPr>
                        <a:t>140 m</a:t>
                      </a:r>
                    </a:p>
                  </a:txBody>
                  <a:tcPr anchor="ctr"/>
                </a:tc>
                <a:extLst>
                  <a:ext uri="{0D108BD9-81ED-4DB2-BD59-A6C34878D82A}">
                    <a16:rowId xmlns:a16="http://schemas.microsoft.com/office/drawing/2014/main" val="10001"/>
                  </a:ext>
                </a:extLst>
              </a:tr>
              <a:tr h="370840">
                <a:tc>
                  <a:txBody>
                    <a:bodyPr/>
                    <a:lstStyle/>
                    <a:p>
                      <a:r>
                        <a:rPr lang="fr-CA" sz="1100" dirty="0"/>
                        <a:t>802.11a</a:t>
                      </a:r>
                      <a:endParaRPr lang="fr-FR" sz="1100" dirty="0"/>
                    </a:p>
                  </a:txBody>
                  <a:tcPr/>
                </a:tc>
                <a:tc>
                  <a:txBody>
                    <a:bodyPr/>
                    <a:lstStyle/>
                    <a:p>
                      <a:r>
                        <a:rPr lang="fr-CA" sz="1100" dirty="0"/>
                        <a:t>1999</a:t>
                      </a:r>
                      <a:endParaRPr lang="fr-FR" sz="1100" dirty="0"/>
                    </a:p>
                  </a:txBody>
                  <a:tcPr/>
                </a:tc>
                <a:tc>
                  <a:txBody>
                    <a:bodyPr/>
                    <a:lstStyle/>
                    <a:p>
                      <a:r>
                        <a:rPr lang="fr-FR" sz="1100" b="0" i="0" u="none" strike="noStrike" kern="1200" baseline="0" dirty="0">
                          <a:solidFill>
                            <a:schemeClr val="dk1"/>
                          </a:solidFill>
                          <a:latin typeface="+mn-lt"/>
                          <a:ea typeface="+mn-ea"/>
                          <a:cs typeface="+mn-cs"/>
                        </a:rPr>
                        <a:t>5.1 - 5.8 GHz</a:t>
                      </a:r>
                      <a:endParaRPr lang="fr-FR" sz="1100" dirty="0"/>
                    </a:p>
                  </a:txBody>
                  <a:tcPr/>
                </a:tc>
                <a:tc>
                  <a:txBody>
                    <a:bodyPr/>
                    <a:lstStyle/>
                    <a:p>
                      <a:r>
                        <a:rPr lang="fr-FR" sz="1100" b="0" i="0" u="none" strike="noStrike" kern="1200" baseline="0" dirty="0">
                          <a:solidFill>
                            <a:schemeClr val="dk1"/>
                          </a:solidFill>
                          <a:latin typeface="+mn-lt"/>
                          <a:ea typeface="+mn-ea"/>
                          <a:cs typeface="+mn-cs"/>
                        </a:rPr>
                        <a:t> 54 Mb/s</a:t>
                      </a: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fr-FR" sz="1100" b="0" i="0" u="none" strike="noStrike" kern="1200" baseline="0" dirty="0">
                          <a:solidFill>
                            <a:schemeClr val="dk1"/>
                          </a:solidFill>
                          <a:latin typeface="+mn-lt"/>
                          <a:ea typeface="+mn-ea"/>
                          <a:cs typeface="+mn-cs"/>
                        </a:rPr>
                        <a:t>120 m</a:t>
                      </a:r>
                    </a:p>
                  </a:txBody>
                  <a:tcPr/>
                </a:tc>
                <a:extLst>
                  <a:ext uri="{0D108BD9-81ED-4DB2-BD59-A6C34878D82A}">
                    <a16:rowId xmlns:a16="http://schemas.microsoft.com/office/drawing/2014/main" val="10002"/>
                  </a:ext>
                </a:extLst>
              </a:tr>
              <a:tr h="370840">
                <a:tc>
                  <a:txBody>
                    <a:bodyPr/>
                    <a:lstStyle/>
                    <a:p>
                      <a:r>
                        <a:rPr lang="fr-CA" sz="1100" dirty="0"/>
                        <a:t>802.11g</a:t>
                      </a:r>
                      <a:endParaRPr lang="fr-FR" sz="1100" dirty="0"/>
                    </a:p>
                  </a:txBody>
                  <a:tcPr/>
                </a:tc>
                <a:tc>
                  <a:txBody>
                    <a:bodyPr/>
                    <a:lstStyle/>
                    <a:p>
                      <a:r>
                        <a:rPr lang="fr-CA" sz="1100" dirty="0"/>
                        <a:t>2003</a:t>
                      </a:r>
                      <a:endParaRPr lang="fr-FR" sz="1100" dirty="0"/>
                    </a:p>
                  </a:txBody>
                  <a:tcPr/>
                </a:tc>
                <a:tc>
                  <a:txBody>
                    <a:bodyPr/>
                    <a:lstStyle/>
                    <a:p>
                      <a:r>
                        <a:rPr lang="fr-FR" sz="1100" b="0" i="0" u="none" strike="noStrike" kern="1200" baseline="0" dirty="0">
                          <a:solidFill>
                            <a:schemeClr val="dk1"/>
                          </a:solidFill>
                          <a:latin typeface="+mn-lt"/>
                          <a:ea typeface="+mn-ea"/>
                          <a:cs typeface="+mn-cs"/>
                        </a:rPr>
                        <a:t>2.4 - 2.485 GHz</a:t>
                      </a:r>
                      <a:endParaRPr lang="fr-FR" sz="1100" dirty="0"/>
                    </a:p>
                  </a:txBody>
                  <a:tcPr/>
                </a:tc>
                <a:tc>
                  <a:txBody>
                    <a:bodyPr/>
                    <a:lstStyle/>
                    <a:p>
                      <a:pPr marL="0" algn="l" defTabSz="457200" rtl="0" eaLnBrk="1" latinLnBrk="0" hangingPunct="1"/>
                      <a:r>
                        <a:rPr lang="fr-FR" sz="1100" b="0" i="0" u="none" strike="noStrike" kern="1200" baseline="0" dirty="0">
                          <a:solidFill>
                            <a:schemeClr val="dk1"/>
                          </a:solidFill>
                          <a:latin typeface="+mn-lt"/>
                          <a:ea typeface="+mn-ea"/>
                          <a:cs typeface="+mn-cs"/>
                        </a:rPr>
                        <a:t>54 Mb/s</a:t>
                      </a: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fr-FR" sz="1100" b="0" i="0" u="none" strike="noStrike" kern="1200" baseline="0" dirty="0">
                          <a:solidFill>
                            <a:schemeClr val="dk1"/>
                          </a:solidFill>
                          <a:latin typeface="+mn-lt"/>
                          <a:ea typeface="+mn-ea"/>
                          <a:cs typeface="+mn-cs"/>
                        </a:rPr>
                        <a:t>140 m</a:t>
                      </a:r>
                    </a:p>
                  </a:txBody>
                  <a:tcPr anchor="ctr"/>
                </a:tc>
                <a:extLst>
                  <a:ext uri="{0D108BD9-81ED-4DB2-BD59-A6C34878D82A}">
                    <a16:rowId xmlns:a16="http://schemas.microsoft.com/office/drawing/2014/main" val="10003"/>
                  </a:ext>
                </a:extLst>
              </a:tr>
              <a:tr h="370840">
                <a:tc>
                  <a:txBody>
                    <a:bodyPr/>
                    <a:lstStyle/>
                    <a:p>
                      <a:r>
                        <a:rPr lang="fr-CA" sz="1100" dirty="0"/>
                        <a:t>802.11n</a:t>
                      </a:r>
                      <a:endParaRPr lang="fr-FR" sz="1100" dirty="0"/>
                    </a:p>
                  </a:txBody>
                  <a:tcPr/>
                </a:tc>
                <a:tc>
                  <a:txBody>
                    <a:bodyPr/>
                    <a:lstStyle/>
                    <a:p>
                      <a:r>
                        <a:rPr lang="fr-CA" sz="1100" dirty="0"/>
                        <a:t>2009</a:t>
                      </a:r>
                      <a:endParaRPr lang="fr-FR" sz="1100" dirty="0"/>
                    </a:p>
                  </a:txBody>
                  <a:tcPr/>
                </a:tc>
                <a:tc>
                  <a:txBody>
                    <a:bodyPr/>
                    <a:lstStyle/>
                    <a:p>
                      <a:r>
                        <a:rPr lang="fr-FR" sz="1100" b="0" i="0" u="none" strike="noStrike" kern="1200" baseline="0" dirty="0">
                          <a:solidFill>
                            <a:schemeClr val="dk1"/>
                          </a:solidFill>
                          <a:latin typeface="+mn-lt"/>
                          <a:ea typeface="+mn-ea"/>
                          <a:cs typeface="+mn-cs"/>
                        </a:rPr>
                        <a:t>2.4 ou 5 GHz</a:t>
                      </a:r>
                      <a:endParaRPr lang="fr-FR" sz="1100" dirty="0"/>
                    </a:p>
                  </a:txBody>
                  <a:tcPr/>
                </a:tc>
                <a:tc>
                  <a:txBody>
                    <a:bodyPr/>
                    <a:lstStyle/>
                    <a:p>
                      <a:pPr marL="0" algn="l" defTabSz="457200" rtl="0" eaLnBrk="1" latinLnBrk="0" hangingPunct="1"/>
                      <a:r>
                        <a:rPr lang="fr-FR" sz="1100" b="0" i="0" u="none" strike="noStrike" kern="1200" baseline="0" dirty="0">
                          <a:solidFill>
                            <a:schemeClr val="dk1"/>
                          </a:solidFill>
                          <a:latin typeface="+mn-lt"/>
                          <a:ea typeface="+mn-ea"/>
                          <a:cs typeface="+mn-cs"/>
                        </a:rPr>
                        <a:t>450 Mb/s</a:t>
                      </a: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fr-FR" sz="1100" b="0" i="0" u="none" strike="noStrike" kern="1200" baseline="0" dirty="0">
                          <a:solidFill>
                            <a:schemeClr val="dk1"/>
                          </a:solidFill>
                          <a:latin typeface="+mn-lt"/>
                          <a:ea typeface="+mn-ea"/>
                          <a:cs typeface="+mn-cs"/>
                        </a:rPr>
                        <a:t>250 m</a:t>
                      </a:r>
                    </a:p>
                  </a:txBody>
                  <a:tcPr/>
                </a:tc>
                <a:extLst>
                  <a:ext uri="{0D108BD9-81ED-4DB2-BD59-A6C34878D82A}">
                    <a16:rowId xmlns:a16="http://schemas.microsoft.com/office/drawing/2014/main" val="10004"/>
                  </a:ext>
                </a:extLst>
              </a:tr>
              <a:tr h="370840">
                <a:tc>
                  <a:txBody>
                    <a:bodyPr/>
                    <a:lstStyle/>
                    <a:p>
                      <a:r>
                        <a:rPr lang="fr-CA" sz="1100" dirty="0"/>
                        <a:t>802.11ac</a:t>
                      </a:r>
                      <a:endParaRPr lang="fr-FR" sz="1100" dirty="0"/>
                    </a:p>
                  </a:txBody>
                  <a:tcPr/>
                </a:tc>
                <a:tc>
                  <a:txBody>
                    <a:bodyPr/>
                    <a:lstStyle/>
                    <a:p>
                      <a:r>
                        <a:rPr lang="fr-CA" sz="1100" dirty="0"/>
                        <a:t>2014</a:t>
                      </a:r>
                      <a:endParaRPr lang="fr-FR" sz="1100" dirty="0"/>
                    </a:p>
                  </a:txBody>
                  <a:tcPr/>
                </a:tc>
                <a:tc>
                  <a:txBody>
                    <a:bodyPr/>
                    <a:lstStyle/>
                    <a:p>
                      <a:r>
                        <a:rPr lang="fr-FR" sz="1100" b="0" i="0" u="none" strike="noStrike" kern="1200" baseline="0" dirty="0">
                          <a:solidFill>
                            <a:schemeClr val="dk1"/>
                          </a:solidFill>
                          <a:latin typeface="+mn-lt"/>
                          <a:ea typeface="+mn-ea"/>
                          <a:cs typeface="+mn-cs"/>
                        </a:rPr>
                        <a:t>5 GHz</a:t>
                      </a:r>
                      <a:endParaRPr lang="fr-FR" sz="1100" dirty="0"/>
                    </a:p>
                  </a:txBody>
                  <a:tcPr/>
                </a:tc>
                <a:tc>
                  <a:txBody>
                    <a:bodyPr/>
                    <a:lstStyle/>
                    <a:p>
                      <a:pPr marL="0" algn="l" defTabSz="457200" rtl="0" eaLnBrk="1" latinLnBrk="0" hangingPunct="1"/>
                      <a:r>
                        <a:rPr lang="fr-FR" sz="1100" b="0" i="0" u="none" strike="noStrike" kern="1200" baseline="0" dirty="0">
                          <a:solidFill>
                            <a:schemeClr val="dk1"/>
                          </a:solidFill>
                          <a:latin typeface="+mn-lt"/>
                          <a:ea typeface="+mn-ea"/>
                          <a:cs typeface="+mn-cs"/>
                        </a:rPr>
                        <a:t>1300 Mb/s</a:t>
                      </a: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fr-FR" sz="1100" b="0" i="0" u="none" strike="noStrike" kern="1200" baseline="0" dirty="0">
                          <a:solidFill>
                            <a:schemeClr val="dk1"/>
                          </a:solidFill>
                          <a:latin typeface="+mn-lt"/>
                          <a:ea typeface="+mn-ea"/>
                          <a:cs typeface="+mn-cs"/>
                        </a:rPr>
                        <a:t>300 m</a:t>
                      </a:r>
                    </a:p>
                  </a:txBody>
                  <a:tcPr anchor="ctr"/>
                </a:tc>
                <a:extLst>
                  <a:ext uri="{0D108BD9-81ED-4DB2-BD59-A6C34878D82A}">
                    <a16:rowId xmlns:a16="http://schemas.microsoft.com/office/drawing/2014/main" val="10005"/>
                  </a:ext>
                </a:extLst>
              </a:tr>
              <a:tr h="370840">
                <a:tc>
                  <a:txBody>
                    <a:bodyPr/>
                    <a:lstStyle/>
                    <a:p>
                      <a:r>
                        <a:rPr lang="fr-CA" sz="1100" dirty="0"/>
                        <a:t>802.11ax</a:t>
                      </a:r>
                      <a:endParaRPr lang="fr-FR" sz="1100" dirty="0"/>
                    </a:p>
                  </a:txBody>
                  <a:tcPr/>
                </a:tc>
                <a:tc>
                  <a:txBody>
                    <a:bodyPr/>
                    <a:lstStyle/>
                    <a:p>
                      <a:r>
                        <a:rPr lang="fr-CA" sz="1100" dirty="0"/>
                        <a:t>2021</a:t>
                      </a:r>
                      <a:endParaRPr lang="fr-FR" sz="1100" dirty="0"/>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de-DE" sz="1100" b="0" i="0" u="none" strike="noStrike" kern="1200" baseline="0" dirty="0">
                          <a:solidFill>
                            <a:schemeClr val="dk1"/>
                          </a:solidFill>
                          <a:latin typeface="+mn-lt"/>
                          <a:ea typeface="+mn-ea"/>
                          <a:cs typeface="+mn-cs"/>
                        </a:rPr>
                        <a:t>2,4 GHz / 5 GHz / 6 GHz</a:t>
                      </a:r>
                    </a:p>
                  </a:txBody>
                  <a:tcPr anchor="ct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fr-FR" sz="1100" b="0" i="0" u="none" strike="noStrike" kern="1200" baseline="0" dirty="0">
                          <a:solidFill>
                            <a:schemeClr val="dk1"/>
                          </a:solidFill>
                          <a:latin typeface="+mn-lt"/>
                          <a:ea typeface="+mn-ea"/>
                          <a:cs typeface="+mn-cs"/>
                        </a:rPr>
                        <a:t>10,53 Gbit/s</a:t>
                      </a: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fr-FR" sz="1100" b="0" i="0" u="none" strike="noStrike" kern="1200" baseline="0" dirty="0">
                          <a:solidFill>
                            <a:schemeClr val="dk1"/>
                          </a:solidFill>
                          <a:latin typeface="+mn-lt"/>
                          <a:ea typeface="+mn-ea"/>
                          <a:cs typeface="+mn-cs"/>
                        </a:rPr>
                        <a:t>300 m</a:t>
                      </a:r>
                    </a:p>
                  </a:txBody>
                  <a:tcPr anchor="ctr"/>
                </a:tc>
                <a:extLst>
                  <a:ext uri="{0D108BD9-81ED-4DB2-BD59-A6C34878D82A}">
                    <a16:rowId xmlns:a16="http://schemas.microsoft.com/office/drawing/2014/main" val="10006"/>
                  </a:ext>
                </a:extLst>
              </a:tr>
            </a:tbl>
          </a:graphicData>
        </a:graphic>
      </p:graphicFrame>
      <p:pic>
        <p:nvPicPr>
          <p:cNvPr id="8" name="Image 7"/>
          <p:cNvPicPr>
            <a:picLocks noChangeAspect="1"/>
          </p:cNvPicPr>
          <p:nvPr/>
        </p:nvPicPr>
        <p:blipFill>
          <a:blip r:embed="rId2" cstate="email">
            <a:extLst>
              <a:ext uri="{28A0092B-C50C-407E-A947-70E740481C1C}">
                <a14:useLocalDpi xmlns:a14="http://schemas.microsoft.com/office/drawing/2010/main" val="0"/>
              </a:ext>
            </a:extLst>
          </a:blip>
          <a:stretch>
            <a:fillRect/>
          </a:stretch>
        </p:blipFill>
        <p:spPr>
          <a:xfrm>
            <a:off x="5493531" y="1131590"/>
            <a:ext cx="955353" cy="955353"/>
          </a:xfrm>
          <a:prstGeom prst="rect">
            <a:avLst/>
          </a:prstGeom>
        </p:spPr>
      </p:pic>
    </p:spTree>
    <p:extLst>
      <p:ext uri="{BB962C8B-B14F-4D97-AF65-F5344CB8AC3E}">
        <p14:creationId xmlns:p14="http://schemas.microsoft.com/office/powerpoint/2010/main" val="423197514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CA" dirty="0"/>
              <a:t>Wireless </a:t>
            </a:r>
            <a:r>
              <a:rPr lang="fr-CA" dirty="0" err="1"/>
              <a:t>Metropolitan</a:t>
            </a:r>
            <a:r>
              <a:rPr lang="fr-CA" dirty="0"/>
              <a:t> Area Networks WMAN</a:t>
            </a:r>
            <a:endParaRPr lang="fr-FR" dirty="0"/>
          </a:p>
        </p:txBody>
      </p:sp>
      <p:sp>
        <p:nvSpPr>
          <p:cNvPr id="3" name="Espace réservé du contenu 2"/>
          <p:cNvSpPr>
            <a:spLocks noGrp="1"/>
          </p:cNvSpPr>
          <p:nvPr>
            <p:ph idx="1"/>
          </p:nvPr>
        </p:nvSpPr>
        <p:spPr/>
        <p:txBody>
          <a:bodyPr/>
          <a:lstStyle/>
          <a:p>
            <a:r>
              <a:rPr lang="en-US" sz="1800" b="0" dirty="0"/>
              <a:t>Based on </a:t>
            </a:r>
            <a:r>
              <a:rPr lang="en-US" sz="1800" dirty="0"/>
              <a:t>IEEE 802.16 </a:t>
            </a:r>
            <a:r>
              <a:rPr lang="en-US" sz="1800" b="0" dirty="0"/>
              <a:t>standard </a:t>
            </a:r>
          </a:p>
          <a:p>
            <a:r>
              <a:rPr lang="en-US" sz="1800" b="0" dirty="0"/>
              <a:t>Often called </a:t>
            </a:r>
            <a:r>
              <a:rPr lang="en-US" sz="1800" dirty="0"/>
              <a:t>WiMAX</a:t>
            </a:r>
            <a:r>
              <a:rPr lang="en-US" sz="1800" b="0" dirty="0"/>
              <a:t> (Worldwide Interoperability for Microwave Access)</a:t>
            </a:r>
          </a:p>
          <a:p>
            <a:r>
              <a:rPr lang="en-US" sz="1800" b="0" dirty="0"/>
              <a:t>Supports point to multipoint architecture aimed at providing high-speed wireless data over metropolitan area networks</a:t>
            </a:r>
          </a:p>
          <a:p>
            <a:r>
              <a:rPr lang="en-US" sz="1800" b="0" dirty="0"/>
              <a:t>Operates on two frequency bands, a mixture of licensed and unlicensed band, from 2 GHz to 11 GHz and from 10 GHz to 66 GHz</a:t>
            </a:r>
          </a:p>
          <a:p>
            <a:r>
              <a:rPr lang="en-US" sz="1800" b="0" dirty="0"/>
              <a:t>Can transfer around 70 Mbps over a distance of 50 km to thousands of users from a single base station</a:t>
            </a:r>
          </a:p>
        </p:txBody>
      </p:sp>
      <p:sp>
        <p:nvSpPr>
          <p:cNvPr id="4" name="Espace réservé du texte 3"/>
          <p:cNvSpPr>
            <a:spLocks noGrp="1"/>
          </p:cNvSpPr>
          <p:nvPr>
            <p:ph type="body" sz="quarter" idx="11"/>
          </p:nvPr>
        </p:nvSpPr>
        <p:spPr/>
        <p:txBody>
          <a:bodyPr/>
          <a:lstStyle/>
          <a:p>
            <a:endParaRPr lang="fr-FR"/>
          </a:p>
        </p:txBody>
      </p:sp>
      <p:sp>
        <p:nvSpPr>
          <p:cNvPr id="5" name="Espace réservé du numéro de diapositive 4"/>
          <p:cNvSpPr>
            <a:spLocks noGrp="1"/>
          </p:cNvSpPr>
          <p:nvPr>
            <p:ph type="sldNum" sz="quarter" idx="4"/>
          </p:nvPr>
        </p:nvSpPr>
        <p:spPr/>
        <p:txBody>
          <a:bodyPr/>
          <a:lstStyle/>
          <a:p>
            <a:fld id="{7F86108E-6173-CC4E-81D1-D6419E4934EE}" type="slidenum">
              <a:rPr lang="fr-FR" smtClean="0"/>
              <a:pPr/>
              <a:t>15</a:t>
            </a:fld>
            <a:endParaRPr lang="fr-FR" dirty="0"/>
          </a:p>
        </p:txBody>
      </p:sp>
    </p:spTree>
    <p:extLst>
      <p:ext uri="{BB962C8B-B14F-4D97-AF65-F5344CB8AC3E}">
        <p14:creationId xmlns:p14="http://schemas.microsoft.com/office/powerpoint/2010/main" val="121531846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CA" dirty="0" err="1"/>
              <a:t>WiMAX</a:t>
            </a:r>
            <a:endParaRPr lang="fr-FR" dirty="0"/>
          </a:p>
        </p:txBody>
      </p:sp>
      <p:sp>
        <p:nvSpPr>
          <p:cNvPr id="3" name="Espace réservé du contenu 2"/>
          <p:cNvSpPr>
            <a:spLocks noGrp="1"/>
          </p:cNvSpPr>
          <p:nvPr>
            <p:ph idx="1"/>
          </p:nvPr>
        </p:nvSpPr>
        <p:spPr/>
        <p:txBody>
          <a:bodyPr/>
          <a:lstStyle/>
          <a:p>
            <a:r>
              <a:rPr lang="en-US" sz="1800" b="0" dirty="0"/>
              <a:t>WiMAX can work by line-of-sight and non-line-of-sight </a:t>
            </a:r>
          </a:p>
          <a:p>
            <a:pPr lvl="1"/>
            <a:r>
              <a:rPr lang="en-US" sz="1400" b="1" dirty="0"/>
              <a:t>2GHz to 11GHz frequency range </a:t>
            </a:r>
            <a:r>
              <a:rPr lang="en-US" sz="1400" dirty="0"/>
              <a:t>for non-line-of-sight, where a computer inside a building communicates with a tower/antenna outside the building.</a:t>
            </a:r>
          </a:p>
          <a:p>
            <a:pPr lvl="1"/>
            <a:r>
              <a:rPr lang="en-US" sz="1400" b="1" dirty="0"/>
              <a:t>10 GHz to 66GHz Higher frequency range</a:t>
            </a:r>
            <a:r>
              <a:rPr lang="en-US" sz="1400" dirty="0"/>
              <a:t> for line-of-sight. This enables to towers/antennas to communicate with each other over a greater distance.</a:t>
            </a:r>
          </a:p>
        </p:txBody>
      </p:sp>
      <p:sp>
        <p:nvSpPr>
          <p:cNvPr id="4" name="Espace réservé du texte 3"/>
          <p:cNvSpPr>
            <a:spLocks noGrp="1"/>
          </p:cNvSpPr>
          <p:nvPr>
            <p:ph type="body" sz="quarter" idx="11"/>
          </p:nvPr>
        </p:nvSpPr>
        <p:spPr/>
        <p:txBody>
          <a:bodyPr/>
          <a:lstStyle/>
          <a:p>
            <a:endParaRPr lang="fr-FR"/>
          </a:p>
        </p:txBody>
      </p:sp>
      <p:sp>
        <p:nvSpPr>
          <p:cNvPr id="5" name="Espace réservé du numéro de diapositive 4"/>
          <p:cNvSpPr>
            <a:spLocks noGrp="1"/>
          </p:cNvSpPr>
          <p:nvPr>
            <p:ph type="sldNum" sz="quarter" idx="4"/>
          </p:nvPr>
        </p:nvSpPr>
        <p:spPr/>
        <p:txBody>
          <a:bodyPr/>
          <a:lstStyle/>
          <a:p>
            <a:fld id="{7F86108E-6173-CC4E-81D1-D6419E4934EE}" type="slidenum">
              <a:rPr lang="fr-FR" smtClean="0"/>
              <a:pPr/>
              <a:t>16</a:t>
            </a:fld>
            <a:endParaRPr lang="fr-FR" dirty="0"/>
          </a:p>
        </p:txBody>
      </p:sp>
      <p:pic>
        <p:nvPicPr>
          <p:cNvPr id="6" name="Image 5"/>
          <p:cNvPicPr>
            <a:picLocks noChangeAspect="1"/>
          </p:cNvPicPr>
          <p:nvPr/>
        </p:nvPicPr>
        <p:blipFill>
          <a:blip r:embed="rId2"/>
          <a:stretch>
            <a:fillRect/>
          </a:stretch>
        </p:blipFill>
        <p:spPr>
          <a:xfrm>
            <a:off x="3563888" y="2600400"/>
            <a:ext cx="3996300" cy="2543100"/>
          </a:xfrm>
          <a:prstGeom prst="rect">
            <a:avLst/>
          </a:prstGeom>
        </p:spPr>
      </p:pic>
    </p:spTree>
    <p:extLst>
      <p:ext uri="{BB962C8B-B14F-4D97-AF65-F5344CB8AC3E}">
        <p14:creationId xmlns:p14="http://schemas.microsoft.com/office/powerpoint/2010/main" val="160072590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CA" dirty="0"/>
              <a:t>Wireless Wide Area Networks WWAN</a:t>
            </a:r>
            <a:endParaRPr lang="fr-FR" dirty="0"/>
          </a:p>
        </p:txBody>
      </p:sp>
      <p:sp>
        <p:nvSpPr>
          <p:cNvPr id="3" name="Espace réservé du contenu 2"/>
          <p:cNvSpPr>
            <a:spLocks noGrp="1"/>
          </p:cNvSpPr>
          <p:nvPr>
            <p:ph idx="1"/>
          </p:nvPr>
        </p:nvSpPr>
        <p:spPr/>
        <p:txBody>
          <a:bodyPr/>
          <a:lstStyle/>
          <a:p>
            <a:r>
              <a:rPr lang="en-US" sz="2000" b="0" dirty="0"/>
              <a:t>Use licensed frequencies</a:t>
            </a:r>
          </a:p>
          <a:p>
            <a:r>
              <a:rPr lang="en-US" sz="2000" b="0" dirty="0"/>
              <a:t>Can be maintained over large areas such as cities or countries</a:t>
            </a:r>
          </a:p>
          <a:p>
            <a:r>
              <a:rPr lang="en-US" sz="2000" b="0" dirty="0"/>
              <a:t>2 available technologies : </a:t>
            </a:r>
          </a:p>
          <a:p>
            <a:pPr lvl="1"/>
            <a:r>
              <a:rPr lang="en-US" sz="1600" b="0" dirty="0"/>
              <a:t>Digital cellular </a:t>
            </a:r>
            <a:r>
              <a:rPr lang="en-US" sz="1600" dirty="0"/>
              <a:t>technology </a:t>
            </a:r>
            <a:endParaRPr lang="en-US" sz="1600" b="0" dirty="0"/>
          </a:p>
          <a:p>
            <a:pPr lvl="2"/>
            <a:r>
              <a:rPr lang="en-US" sz="1400" dirty="0"/>
              <a:t>The coverage area is divided into cells</a:t>
            </a:r>
          </a:p>
          <a:p>
            <a:pPr lvl="2"/>
            <a:r>
              <a:rPr lang="en-US" sz="1400" b="0" dirty="0"/>
              <a:t>1G </a:t>
            </a:r>
            <a:r>
              <a:rPr lang="en-US" sz="1400" b="0" dirty="0">
                <a:sym typeface="Wingdings" panose="05000000000000000000" pitchFamily="2" charset="2"/>
              </a:rPr>
              <a:t> 5G generation networks</a:t>
            </a:r>
            <a:endParaRPr lang="en-US" sz="1400" b="0" dirty="0"/>
          </a:p>
          <a:p>
            <a:pPr lvl="1"/>
            <a:r>
              <a:rPr lang="en-US" sz="1600" b="0" dirty="0"/>
              <a:t>Satellite technology</a:t>
            </a:r>
          </a:p>
          <a:p>
            <a:pPr lvl="2"/>
            <a:r>
              <a:rPr lang="en-US" sz="1400" dirty="0"/>
              <a:t>Cover a wide area over the surface of the earth</a:t>
            </a:r>
          </a:p>
          <a:p>
            <a:pPr lvl="2"/>
            <a:r>
              <a:rPr lang="en-US" sz="1400" dirty="0"/>
              <a:t>Usage : remote areas or islands where no submarine cables are in service</a:t>
            </a:r>
          </a:p>
          <a:p>
            <a:pPr lvl="2"/>
            <a:r>
              <a:rPr lang="en-US" sz="1400" dirty="0"/>
              <a:t>Each satellite is equipped with various transponders consisting of a transceiver and an antenna. The incoming signal is amplified and then rebroadcast on a different frequency</a:t>
            </a:r>
          </a:p>
        </p:txBody>
      </p:sp>
      <p:sp>
        <p:nvSpPr>
          <p:cNvPr id="4" name="Espace réservé du texte 3"/>
          <p:cNvSpPr>
            <a:spLocks noGrp="1"/>
          </p:cNvSpPr>
          <p:nvPr>
            <p:ph type="body" sz="quarter" idx="11"/>
          </p:nvPr>
        </p:nvSpPr>
        <p:spPr/>
        <p:txBody>
          <a:bodyPr/>
          <a:lstStyle/>
          <a:p>
            <a:endParaRPr lang="fr-FR"/>
          </a:p>
        </p:txBody>
      </p:sp>
      <p:sp>
        <p:nvSpPr>
          <p:cNvPr id="5" name="Espace réservé du numéro de diapositive 4"/>
          <p:cNvSpPr>
            <a:spLocks noGrp="1"/>
          </p:cNvSpPr>
          <p:nvPr>
            <p:ph type="sldNum" sz="quarter" idx="4"/>
          </p:nvPr>
        </p:nvSpPr>
        <p:spPr/>
        <p:txBody>
          <a:bodyPr/>
          <a:lstStyle/>
          <a:p>
            <a:fld id="{7F86108E-6173-CC4E-81D1-D6419E4934EE}" type="slidenum">
              <a:rPr lang="fr-FR" smtClean="0"/>
              <a:pPr/>
              <a:t>17</a:t>
            </a:fld>
            <a:endParaRPr lang="fr-FR" dirty="0"/>
          </a:p>
        </p:txBody>
      </p:sp>
    </p:spTree>
    <p:extLst>
      <p:ext uri="{BB962C8B-B14F-4D97-AF65-F5344CB8AC3E}">
        <p14:creationId xmlns:p14="http://schemas.microsoft.com/office/powerpoint/2010/main" val="100493621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CA" dirty="0"/>
              <a:t>WWAN</a:t>
            </a:r>
            <a:endParaRPr lang="fr-FR" dirty="0"/>
          </a:p>
        </p:txBody>
      </p:sp>
      <p:sp>
        <p:nvSpPr>
          <p:cNvPr id="3" name="Espace réservé du contenu 2"/>
          <p:cNvSpPr>
            <a:spLocks noGrp="1"/>
          </p:cNvSpPr>
          <p:nvPr>
            <p:ph idx="1"/>
          </p:nvPr>
        </p:nvSpPr>
        <p:spPr/>
        <p:txBody>
          <a:bodyPr/>
          <a:lstStyle/>
          <a:p>
            <a:endParaRPr lang="fr-FR"/>
          </a:p>
        </p:txBody>
      </p:sp>
      <p:sp>
        <p:nvSpPr>
          <p:cNvPr id="4" name="Espace réservé du texte 3"/>
          <p:cNvSpPr>
            <a:spLocks noGrp="1"/>
          </p:cNvSpPr>
          <p:nvPr>
            <p:ph type="body" sz="quarter" idx="11"/>
          </p:nvPr>
        </p:nvSpPr>
        <p:spPr/>
        <p:txBody>
          <a:bodyPr/>
          <a:lstStyle/>
          <a:p>
            <a:r>
              <a:rPr lang="fr-FR" dirty="0"/>
              <a:t>Satellite Communication</a:t>
            </a:r>
          </a:p>
        </p:txBody>
      </p:sp>
      <p:sp>
        <p:nvSpPr>
          <p:cNvPr id="5" name="Espace réservé du numéro de diapositive 4"/>
          <p:cNvSpPr>
            <a:spLocks noGrp="1"/>
          </p:cNvSpPr>
          <p:nvPr>
            <p:ph type="sldNum" sz="quarter" idx="4"/>
          </p:nvPr>
        </p:nvSpPr>
        <p:spPr/>
        <p:txBody>
          <a:bodyPr/>
          <a:lstStyle/>
          <a:p>
            <a:fld id="{7F86108E-6173-CC4E-81D1-D6419E4934EE}" type="slidenum">
              <a:rPr lang="fr-FR" smtClean="0"/>
              <a:pPr/>
              <a:t>18</a:t>
            </a:fld>
            <a:endParaRPr lang="fr-FR" dirty="0"/>
          </a:p>
        </p:txBody>
      </p:sp>
      <p:pic>
        <p:nvPicPr>
          <p:cNvPr id="6" name="Image 5"/>
          <p:cNvPicPr>
            <a:picLocks noChangeAspect="1"/>
          </p:cNvPicPr>
          <p:nvPr/>
        </p:nvPicPr>
        <p:blipFill>
          <a:blip r:embed="rId2"/>
          <a:stretch>
            <a:fillRect/>
          </a:stretch>
        </p:blipFill>
        <p:spPr>
          <a:xfrm>
            <a:off x="1684499" y="1181983"/>
            <a:ext cx="5775001" cy="2779533"/>
          </a:xfrm>
          <a:prstGeom prst="rect">
            <a:avLst/>
          </a:prstGeom>
        </p:spPr>
      </p:pic>
    </p:spTree>
    <p:extLst>
      <p:ext uri="{BB962C8B-B14F-4D97-AF65-F5344CB8AC3E}">
        <p14:creationId xmlns:p14="http://schemas.microsoft.com/office/powerpoint/2010/main" val="192220895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CA" dirty="0"/>
              <a:t>Communication Modes of Wireless Networks</a:t>
            </a:r>
            <a:endParaRPr lang="fr-FR" dirty="0"/>
          </a:p>
        </p:txBody>
      </p:sp>
      <p:sp>
        <p:nvSpPr>
          <p:cNvPr id="3" name="Espace réservé du contenu 2"/>
          <p:cNvSpPr>
            <a:spLocks noGrp="1"/>
          </p:cNvSpPr>
          <p:nvPr>
            <p:ph idx="1"/>
          </p:nvPr>
        </p:nvSpPr>
        <p:spPr/>
        <p:txBody>
          <a:bodyPr/>
          <a:lstStyle/>
          <a:p>
            <a:r>
              <a:rPr lang="en-US" sz="1600" dirty="0"/>
              <a:t>Infrastructure Mode</a:t>
            </a:r>
          </a:p>
          <a:p>
            <a:pPr lvl="1"/>
            <a:r>
              <a:rPr lang="en-US" sz="1200" dirty="0"/>
              <a:t>All the communication flows go through the </a:t>
            </a:r>
            <a:r>
              <a:rPr lang="en-US" sz="1200" b="1" dirty="0"/>
              <a:t>infrastructure</a:t>
            </a:r>
          </a:p>
          <a:p>
            <a:pPr lvl="1"/>
            <a:r>
              <a:rPr lang="en-US" sz="1200" dirty="0"/>
              <a:t>E.g. Bases Station or Access Point</a:t>
            </a:r>
          </a:p>
          <a:p>
            <a:r>
              <a:rPr lang="en-US" sz="1600" dirty="0"/>
              <a:t>Ad-hoc Mode</a:t>
            </a:r>
          </a:p>
          <a:p>
            <a:pPr lvl="1"/>
            <a:r>
              <a:rPr lang="en-US" sz="1200" dirty="0"/>
              <a:t>No central station</a:t>
            </a:r>
          </a:p>
          <a:p>
            <a:pPr lvl="1"/>
            <a:r>
              <a:rPr lang="en-US" sz="1200" dirty="0"/>
              <a:t>The communicating nodes may only communicate with other nodes in their radio range</a:t>
            </a:r>
          </a:p>
          <a:p>
            <a:pPr lvl="1"/>
            <a:r>
              <a:rPr lang="en-US" sz="1200" b="1" dirty="0"/>
              <a:t>Self organization </a:t>
            </a:r>
            <a:r>
              <a:rPr lang="en-US" sz="1200" dirty="0"/>
              <a:t>of the communicating nodes for packet routing</a:t>
            </a:r>
          </a:p>
          <a:p>
            <a:pPr lvl="1"/>
            <a:endParaRPr lang="en-US" sz="1200" dirty="0"/>
          </a:p>
          <a:p>
            <a:pPr lvl="1"/>
            <a:endParaRPr lang="en-US" sz="1200" dirty="0"/>
          </a:p>
          <a:p>
            <a:pPr lvl="1"/>
            <a:endParaRPr lang="en-US" sz="1200" dirty="0"/>
          </a:p>
        </p:txBody>
      </p:sp>
      <p:sp>
        <p:nvSpPr>
          <p:cNvPr id="4" name="Espace réservé du texte 3"/>
          <p:cNvSpPr>
            <a:spLocks noGrp="1"/>
          </p:cNvSpPr>
          <p:nvPr>
            <p:ph type="body" sz="quarter" idx="11"/>
          </p:nvPr>
        </p:nvSpPr>
        <p:spPr/>
        <p:txBody>
          <a:bodyPr/>
          <a:lstStyle/>
          <a:p>
            <a:r>
              <a:rPr lang="fr-CA" dirty="0"/>
              <a:t>Infrastructure vs Ad-hoc</a:t>
            </a:r>
            <a:endParaRPr lang="fr-FR" dirty="0"/>
          </a:p>
        </p:txBody>
      </p:sp>
      <p:sp>
        <p:nvSpPr>
          <p:cNvPr id="5" name="Espace réservé du numéro de diapositive 4"/>
          <p:cNvSpPr>
            <a:spLocks noGrp="1"/>
          </p:cNvSpPr>
          <p:nvPr>
            <p:ph type="sldNum" sz="quarter" idx="4"/>
          </p:nvPr>
        </p:nvSpPr>
        <p:spPr/>
        <p:txBody>
          <a:bodyPr/>
          <a:lstStyle/>
          <a:p>
            <a:fld id="{7F86108E-6173-CC4E-81D1-D6419E4934EE}" type="slidenum">
              <a:rPr lang="fr-FR" smtClean="0"/>
              <a:pPr/>
              <a:t>19</a:t>
            </a:fld>
            <a:endParaRPr lang="fr-FR" dirty="0"/>
          </a:p>
        </p:txBody>
      </p:sp>
      <p:pic>
        <p:nvPicPr>
          <p:cNvPr id="7" name="Image 6"/>
          <p:cNvPicPr>
            <a:picLocks noChangeAspect="1"/>
          </p:cNvPicPr>
          <p:nvPr/>
        </p:nvPicPr>
        <p:blipFill>
          <a:blip r:embed="rId2" cstate="email">
            <a:extLst>
              <a:ext uri="{28A0092B-C50C-407E-A947-70E740481C1C}">
                <a14:useLocalDpi xmlns:a14="http://schemas.microsoft.com/office/drawing/2010/main" val="0"/>
              </a:ext>
            </a:extLst>
          </a:blip>
          <a:stretch>
            <a:fillRect/>
          </a:stretch>
        </p:blipFill>
        <p:spPr>
          <a:xfrm>
            <a:off x="2051720" y="2975166"/>
            <a:ext cx="4392488" cy="2168792"/>
          </a:xfrm>
          <a:prstGeom prst="rect">
            <a:avLst/>
          </a:prstGeom>
        </p:spPr>
      </p:pic>
    </p:spTree>
    <p:extLst>
      <p:ext uri="{BB962C8B-B14F-4D97-AF65-F5344CB8AC3E}">
        <p14:creationId xmlns:p14="http://schemas.microsoft.com/office/powerpoint/2010/main" val="358586162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a:t>Service Set Identifier (SSID)</a:t>
            </a:r>
          </a:p>
        </p:txBody>
      </p:sp>
      <p:sp>
        <p:nvSpPr>
          <p:cNvPr id="3" name="Espace réservé du contenu 2"/>
          <p:cNvSpPr>
            <a:spLocks noGrp="1"/>
          </p:cNvSpPr>
          <p:nvPr>
            <p:ph idx="1"/>
          </p:nvPr>
        </p:nvSpPr>
        <p:spPr/>
        <p:txBody>
          <a:bodyPr/>
          <a:lstStyle/>
          <a:p>
            <a:r>
              <a:rPr lang="en-US" b="0" dirty="0"/>
              <a:t>A </a:t>
            </a:r>
            <a:r>
              <a:rPr lang="en-US" dirty="0"/>
              <a:t>service set identification (SSID) </a:t>
            </a:r>
            <a:r>
              <a:rPr lang="en-US" b="0" dirty="0"/>
              <a:t>is a 32-character alphanumeric key identifying the name of the wireless local area network.</a:t>
            </a:r>
          </a:p>
          <a:p>
            <a:pPr lvl="1"/>
            <a:r>
              <a:rPr lang="en-US" b="0" dirty="0"/>
              <a:t>The </a:t>
            </a:r>
            <a:r>
              <a:rPr lang="en-US" b="1" dirty="0"/>
              <a:t>Basic Service Set Identification </a:t>
            </a:r>
            <a:r>
              <a:rPr lang="en-US" b="0" dirty="0"/>
              <a:t>(BSSID) is used in </a:t>
            </a:r>
            <a:r>
              <a:rPr lang="en-US" b="1" dirty="0"/>
              <a:t>ad hoc </a:t>
            </a:r>
            <a:r>
              <a:rPr lang="en-US" dirty="0"/>
              <a:t>wireless network </a:t>
            </a:r>
            <a:r>
              <a:rPr lang="en-US" b="0" dirty="0"/>
              <a:t>with no access points</a:t>
            </a:r>
          </a:p>
          <a:p>
            <a:pPr lvl="1"/>
            <a:r>
              <a:rPr lang="en-US" b="0" dirty="0"/>
              <a:t>The </a:t>
            </a:r>
            <a:r>
              <a:rPr lang="en-US" b="1" dirty="0"/>
              <a:t>Extended Service Set Identification </a:t>
            </a:r>
            <a:r>
              <a:rPr lang="en-US" b="0" dirty="0"/>
              <a:t>(ESSID) is used in</a:t>
            </a:r>
            <a:r>
              <a:rPr lang="fr-FR" b="0" dirty="0"/>
              <a:t> an </a:t>
            </a:r>
            <a:r>
              <a:rPr lang="fr-FR" b="1" dirty="0"/>
              <a:t>infrastructure</a:t>
            </a:r>
            <a:r>
              <a:rPr lang="fr-FR" b="0" dirty="0"/>
              <a:t> </a:t>
            </a:r>
            <a:r>
              <a:rPr lang="fr-FR" b="0" dirty="0" err="1"/>
              <a:t>wireless</a:t>
            </a:r>
            <a:r>
              <a:rPr lang="fr-FR" b="0" dirty="0"/>
              <a:t> </a:t>
            </a:r>
            <a:r>
              <a:rPr lang="en-US" b="0" dirty="0"/>
              <a:t>network that includes an access point</a:t>
            </a:r>
          </a:p>
          <a:p>
            <a:r>
              <a:rPr lang="en-US" dirty="0"/>
              <a:t>To communicate with each other, devices must be configured with the </a:t>
            </a:r>
            <a:r>
              <a:rPr lang="fr-FR" dirty="0" err="1"/>
              <a:t>same</a:t>
            </a:r>
            <a:r>
              <a:rPr lang="fr-FR" dirty="0"/>
              <a:t> SSID</a:t>
            </a:r>
            <a:endParaRPr lang="en-US" dirty="0"/>
          </a:p>
          <a:p>
            <a:pPr lvl="1"/>
            <a:endParaRPr lang="fr-FR" dirty="0"/>
          </a:p>
        </p:txBody>
      </p:sp>
      <p:sp>
        <p:nvSpPr>
          <p:cNvPr id="4" name="Espace réservé du texte 3"/>
          <p:cNvSpPr>
            <a:spLocks noGrp="1"/>
          </p:cNvSpPr>
          <p:nvPr>
            <p:ph type="body" sz="quarter" idx="11"/>
          </p:nvPr>
        </p:nvSpPr>
        <p:spPr/>
        <p:txBody>
          <a:bodyPr/>
          <a:lstStyle/>
          <a:p>
            <a:endParaRPr lang="fr-FR"/>
          </a:p>
        </p:txBody>
      </p:sp>
      <p:sp>
        <p:nvSpPr>
          <p:cNvPr id="5" name="Espace réservé du numéro de diapositive 4"/>
          <p:cNvSpPr>
            <a:spLocks noGrp="1"/>
          </p:cNvSpPr>
          <p:nvPr>
            <p:ph type="sldNum" sz="quarter" idx="4"/>
          </p:nvPr>
        </p:nvSpPr>
        <p:spPr/>
        <p:txBody>
          <a:bodyPr/>
          <a:lstStyle/>
          <a:p>
            <a:fld id="{7F86108E-6173-CC4E-81D1-D6419E4934EE}" type="slidenum">
              <a:rPr lang="fr-FR" smtClean="0"/>
              <a:pPr/>
              <a:t>20</a:t>
            </a:fld>
            <a:endParaRPr lang="fr-FR" dirty="0"/>
          </a:p>
        </p:txBody>
      </p:sp>
    </p:spTree>
    <p:extLst>
      <p:ext uri="{BB962C8B-B14F-4D97-AF65-F5344CB8AC3E}">
        <p14:creationId xmlns:p14="http://schemas.microsoft.com/office/powerpoint/2010/main" val="420663427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CA" dirty="0"/>
              <a:t>Wireless Networks Classification</a:t>
            </a:r>
            <a:endParaRPr lang="fr-FR" dirty="0"/>
          </a:p>
        </p:txBody>
      </p:sp>
      <p:graphicFrame>
        <p:nvGraphicFramePr>
          <p:cNvPr id="6" name="Espace réservé du contenu 5"/>
          <p:cNvGraphicFramePr>
            <a:graphicFrameLocks noGrp="1"/>
          </p:cNvGraphicFramePr>
          <p:nvPr>
            <p:ph idx="1"/>
            <p:extLst>
              <p:ext uri="{D42A27DB-BD31-4B8C-83A1-F6EECF244321}">
                <p14:modId xmlns:p14="http://schemas.microsoft.com/office/powerpoint/2010/main" val="3256113143"/>
              </p:ext>
            </p:extLst>
          </p:nvPr>
        </p:nvGraphicFramePr>
        <p:xfrm>
          <a:off x="1475656" y="1635646"/>
          <a:ext cx="5832648" cy="2034533"/>
        </p:xfrm>
        <a:graphic>
          <a:graphicData uri="http://schemas.openxmlformats.org/drawingml/2006/table">
            <a:tbl>
              <a:tblPr firstRow="1" bandRow="1">
                <a:tableStyleId>{5C22544A-7EE6-4342-B048-85BDC9FD1C3A}</a:tableStyleId>
              </a:tblPr>
              <a:tblGrid>
                <a:gridCol w="1944216">
                  <a:extLst>
                    <a:ext uri="{9D8B030D-6E8A-4147-A177-3AD203B41FA5}">
                      <a16:colId xmlns:a16="http://schemas.microsoft.com/office/drawing/2014/main" val="20000"/>
                    </a:ext>
                  </a:extLst>
                </a:gridCol>
                <a:gridCol w="1944216">
                  <a:extLst>
                    <a:ext uri="{9D8B030D-6E8A-4147-A177-3AD203B41FA5}">
                      <a16:colId xmlns:a16="http://schemas.microsoft.com/office/drawing/2014/main" val="20001"/>
                    </a:ext>
                  </a:extLst>
                </a:gridCol>
                <a:gridCol w="1944216">
                  <a:extLst>
                    <a:ext uri="{9D8B030D-6E8A-4147-A177-3AD203B41FA5}">
                      <a16:colId xmlns:a16="http://schemas.microsoft.com/office/drawing/2014/main" val="20002"/>
                    </a:ext>
                  </a:extLst>
                </a:gridCol>
              </a:tblGrid>
              <a:tr h="480053">
                <a:tc>
                  <a:txBody>
                    <a:bodyPr/>
                    <a:lstStyle/>
                    <a:p>
                      <a:endParaRPr lang="fr-FR" sz="1600" dirty="0"/>
                    </a:p>
                  </a:txBody>
                  <a:tcPr/>
                </a:tc>
                <a:tc>
                  <a:txBody>
                    <a:bodyPr/>
                    <a:lstStyle/>
                    <a:p>
                      <a:r>
                        <a:rPr lang="fr-CA" sz="1600" dirty="0"/>
                        <a:t>Infrastructure</a:t>
                      </a:r>
                      <a:endParaRPr lang="fr-FR" sz="1600" dirty="0"/>
                    </a:p>
                  </a:txBody>
                  <a:tcPr/>
                </a:tc>
                <a:tc>
                  <a:txBody>
                    <a:bodyPr/>
                    <a:lstStyle/>
                    <a:p>
                      <a:r>
                        <a:rPr lang="fr-CA" sz="1600" dirty="0"/>
                        <a:t>No infrastructure</a:t>
                      </a:r>
                      <a:endParaRPr lang="fr-FR" sz="1600" dirty="0"/>
                    </a:p>
                  </a:txBody>
                  <a:tcPr/>
                </a:tc>
                <a:extLst>
                  <a:ext uri="{0D108BD9-81ED-4DB2-BD59-A6C34878D82A}">
                    <a16:rowId xmlns:a16="http://schemas.microsoft.com/office/drawing/2014/main" val="10000"/>
                  </a:ext>
                </a:extLst>
              </a:tr>
              <a:tr h="480053">
                <a:tc>
                  <a:txBody>
                    <a:bodyPr/>
                    <a:lstStyle/>
                    <a:p>
                      <a:r>
                        <a:rPr lang="fr-CA" b="1" dirty="0"/>
                        <a:t>1 hop</a:t>
                      </a:r>
                      <a:endParaRPr lang="fr-FR" b="1" dirty="0"/>
                    </a:p>
                  </a:txBody>
                  <a:tcPr/>
                </a:tc>
                <a:tc>
                  <a:txBody>
                    <a:bodyPr/>
                    <a:lstStyle/>
                    <a:p>
                      <a:r>
                        <a:rPr lang="fr-CA" dirty="0"/>
                        <a:t>1,2,3G</a:t>
                      </a:r>
                      <a:r>
                        <a:rPr lang="fr-CA" baseline="0" dirty="0"/>
                        <a:t> cellular networks</a:t>
                      </a:r>
                      <a:endParaRPr lang="fr-FR" dirty="0"/>
                    </a:p>
                  </a:txBody>
                  <a:tcPr/>
                </a:tc>
                <a:tc>
                  <a:txBody>
                    <a:bodyPr/>
                    <a:lstStyle/>
                    <a:p>
                      <a:r>
                        <a:rPr lang="fr-CA" dirty="0"/>
                        <a:t>Bluetooth</a:t>
                      </a:r>
                      <a:endParaRPr lang="fr-FR" dirty="0"/>
                    </a:p>
                  </a:txBody>
                  <a:tcPr/>
                </a:tc>
                <a:extLst>
                  <a:ext uri="{0D108BD9-81ED-4DB2-BD59-A6C34878D82A}">
                    <a16:rowId xmlns:a16="http://schemas.microsoft.com/office/drawing/2014/main" val="10001"/>
                  </a:ext>
                </a:extLst>
              </a:tr>
              <a:tr h="480053">
                <a:tc>
                  <a:txBody>
                    <a:bodyPr/>
                    <a:lstStyle/>
                    <a:p>
                      <a:r>
                        <a:rPr lang="fr-CA" b="1" dirty="0"/>
                        <a:t>Multi-hop</a:t>
                      </a:r>
                      <a:endParaRPr lang="fr-FR" b="1" dirty="0"/>
                    </a:p>
                  </a:txBody>
                  <a:tcPr/>
                </a:tc>
                <a:tc gridSpan="2">
                  <a:txBody>
                    <a:bodyPr/>
                    <a:lstStyle/>
                    <a:p>
                      <a:r>
                        <a:rPr lang="fr-CA" dirty="0"/>
                        <a:t>Mobile </a:t>
                      </a:r>
                      <a:r>
                        <a:rPr lang="fr-CA" dirty="0" err="1"/>
                        <a:t>Adhoc</a:t>
                      </a:r>
                      <a:r>
                        <a:rPr lang="fr-CA" dirty="0"/>
                        <a:t> Networks (MANET)</a:t>
                      </a:r>
                    </a:p>
                    <a:p>
                      <a:r>
                        <a:rPr lang="fr-CA" dirty="0"/>
                        <a:t>Wireless </a:t>
                      </a:r>
                      <a:r>
                        <a:rPr lang="fr-CA" dirty="0" err="1"/>
                        <a:t>Sensor</a:t>
                      </a:r>
                      <a:r>
                        <a:rPr lang="fr-CA" dirty="0"/>
                        <a:t> Networks (WSN)</a:t>
                      </a:r>
                    </a:p>
                    <a:p>
                      <a:r>
                        <a:rPr lang="fr-CA" dirty="0" err="1"/>
                        <a:t>Vehicular</a:t>
                      </a:r>
                      <a:r>
                        <a:rPr lang="fr-CA" baseline="0" dirty="0"/>
                        <a:t> </a:t>
                      </a:r>
                      <a:r>
                        <a:rPr lang="fr-CA" baseline="0" dirty="0" err="1"/>
                        <a:t>Adhoc</a:t>
                      </a:r>
                      <a:r>
                        <a:rPr lang="fr-CA" baseline="0" dirty="0"/>
                        <a:t> Networks (VANET)</a:t>
                      </a:r>
                      <a:endParaRPr lang="fr-FR" dirty="0"/>
                    </a:p>
                  </a:txBody>
                  <a:tcPr/>
                </a:tc>
                <a:tc hMerge="1">
                  <a:txBody>
                    <a:bodyPr/>
                    <a:lstStyle/>
                    <a:p>
                      <a:endParaRPr lang="fr-FR" dirty="0"/>
                    </a:p>
                  </a:txBody>
                  <a:tcPr/>
                </a:tc>
                <a:extLst>
                  <a:ext uri="{0D108BD9-81ED-4DB2-BD59-A6C34878D82A}">
                    <a16:rowId xmlns:a16="http://schemas.microsoft.com/office/drawing/2014/main" val="10002"/>
                  </a:ext>
                </a:extLst>
              </a:tr>
            </a:tbl>
          </a:graphicData>
        </a:graphic>
      </p:graphicFrame>
      <p:sp>
        <p:nvSpPr>
          <p:cNvPr id="4" name="Espace réservé du texte 3"/>
          <p:cNvSpPr>
            <a:spLocks noGrp="1"/>
          </p:cNvSpPr>
          <p:nvPr>
            <p:ph type="body" sz="quarter" idx="11"/>
          </p:nvPr>
        </p:nvSpPr>
        <p:spPr/>
        <p:txBody>
          <a:bodyPr/>
          <a:lstStyle/>
          <a:p>
            <a:r>
              <a:rPr lang="fr-CA" dirty="0"/>
              <a:t>One hop vs multi-hop</a:t>
            </a:r>
            <a:endParaRPr lang="fr-FR" dirty="0"/>
          </a:p>
        </p:txBody>
      </p:sp>
      <p:sp>
        <p:nvSpPr>
          <p:cNvPr id="5" name="Espace réservé du numéro de diapositive 4"/>
          <p:cNvSpPr>
            <a:spLocks noGrp="1"/>
          </p:cNvSpPr>
          <p:nvPr>
            <p:ph type="sldNum" sz="quarter" idx="4"/>
          </p:nvPr>
        </p:nvSpPr>
        <p:spPr/>
        <p:txBody>
          <a:bodyPr/>
          <a:lstStyle/>
          <a:p>
            <a:fld id="{7F86108E-6173-CC4E-81D1-D6419E4934EE}" type="slidenum">
              <a:rPr lang="fr-FR" smtClean="0"/>
              <a:pPr/>
              <a:t>21</a:t>
            </a:fld>
            <a:endParaRPr lang="fr-FR" dirty="0"/>
          </a:p>
        </p:txBody>
      </p:sp>
    </p:spTree>
    <p:extLst>
      <p:ext uri="{BB962C8B-B14F-4D97-AF65-F5344CB8AC3E}">
        <p14:creationId xmlns:p14="http://schemas.microsoft.com/office/powerpoint/2010/main" val="352014402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CA" dirty="0"/>
              <a:t>Wireless links : Signal propagation</a:t>
            </a:r>
            <a:endParaRPr lang="fr-FR" dirty="0"/>
          </a:p>
        </p:txBody>
      </p:sp>
      <p:sp>
        <p:nvSpPr>
          <p:cNvPr id="4" name="Espace réservé du texte 3"/>
          <p:cNvSpPr>
            <a:spLocks noGrp="1"/>
          </p:cNvSpPr>
          <p:nvPr>
            <p:ph type="body" sz="quarter" idx="11"/>
          </p:nvPr>
        </p:nvSpPr>
        <p:spPr/>
        <p:txBody>
          <a:bodyPr/>
          <a:lstStyle/>
          <a:p>
            <a:endParaRPr lang="fr-FR"/>
          </a:p>
        </p:txBody>
      </p:sp>
      <p:sp>
        <p:nvSpPr>
          <p:cNvPr id="5" name="Espace réservé du numéro de diapositive 4"/>
          <p:cNvSpPr>
            <a:spLocks noGrp="1"/>
          </p:cNvSpPr>
          <p:nvPr>
            <p:ph type="sldNum" sz="quarter" idx="4"/>
          </p:nvPr>
        </p:nvSpPr>
        <p:spPr/>
        <p:txBody>
          <a:bodyPr/>
          <a:lstStyle/>
          <a:p>
            <a:fld id="{7F86108E-6173-CC4E-81D1-D6419E4934EE}" type="slidenum">
              <a:rPr lang="fr-FR" smtClean="0"/>
              <a:pPr/>
              <a:t>22</a:t>
            </a:fld>
            <a:endParaRPr lang="fr-FR" dirty="0"/>
          </a:p>
        </p:txBody>
      </p:sp>
      <p:sp>
        <p:nvSpPr>
          <p:cNvPr id="7" name="Espace réservé du contenu 2">
            <a:extLst>
              <a:ext uri="{FF2B5EF4-FFF2-40B4-BE49-F238E27FC236}">
                <a16:creationId xmlns:a16="http://schemas.microsoft.com/office/drawing/2014/main" id="{AFC1C4E6-EBCD-49C1-AF22-770CC19F6F96}"/>
              </a:ext>
            </a:extLst>
          </p:cNvPr>
          <p:cNvSpPr txBox="1">
            <a:spLocks noGrp="1"/>
          </p:cNvSpPr>
          <p:nvPr>
            <p:ph idx="1"/>
          </p:nvPr>
        </p:nvSpPr>
        <p:spPr>
          <a:prstGeom prst="rect">
            <a:avLst/>
          </a:prstGeom>
        </p:spPr>
        <p:txBody>
          <a:bodyPr>
            <a:normAutofit/>
          </a:bodyPr>
          <a:lstStyle>
            <a:lvl1pPr marL="0" indent="0" algn="l" defTabSz="685800" rtl="0" eaLnBrk="1" latinLnBrk="0" hangingPunct="1">
              <a:lnSpc>
                <a:spcPct val="90000"/>
              </a:lnSpc>
              <a:spcBef>
                <a:spcPts val="750"/>
              </a:spcBef>
              <a:buFont typeface="Arial" panose="020B0604020202020204" pitchFamily="34" charset="0"/>
              <a:buNone/>
              <a:defRPr sz="2800" b="1" kern="1200">
                <a:solidFill>
                  <a:srgbClr val="575757"/>
                </a:solidFill>
                <a:latin typeface="+mn-lt"/>
                <a:ea typeface="+mn-ea"/>
                <a:cs typeface="+mn-cs"/>
              </a:defRPr>
            </a:lvl1pPr>
            <a:lvl2pPr marL="288000" indent="-171450" algn="l" defTabSz="685800" rtl="0" eaLnBrk="1" latinLnBrk="0" hangingPunct="1">
              <a:lnSpc>
                <a:spcPct val="90000"/>
              </a:lnSpc>
              <a:spcBef>
                <a:spcPts val="375"/>
              </a:spcBef>
              <a:buFont typeface="Arial" panose="020B0604020202020204" pitchFamily="34" charset="0"/>
              <a:buNone/>
              <a:defRPr sz="2400" b="1" kern="1200">
                <a:solidFill>
                  <a:srgbClr val="7EAA2E"/>
                </a:solidFill>
                <a:latin typeface="+mn-lt"/>
                <a:ea typeface="+mn-ea"/>
                <a:cs typeface="+mn-cs"/>
              </a:defRPr>
            </a:lvl2pPr>
            <a:lvl3pPr marL="540000" indent="-171450" algn="l" defTabSz="685800" rtl="0" eaLnBrk="1" latinLnBrk="0" hangingPunct="1">
              <a:lnSpc>
                <a:spcPct val="90000"/>
              </a:lnSpc>
              <a:spcBef>
                <a:spcPts val="375"/>
              </a:spcBef>
              <a:buClr>
                <a:srgbClr val="A2CA39"/>
              </a:buClr>
              <a:buFont typeface="Arial" panose="020B0604020202020204" pitchFamily="34" charset="0"/>
              <a:buChar char="•"/>
              <a:defRPr sz="1600" kern="1200">
                <a:solidFill>
                  <a:srgbClr val="575757"/>
                </a:solidFill>
                <a:latin typeface="+mn-lt"/>
                <a:ea typeface="+mn-ea"/>
                <a:cs typeface="+mn-cs"/>
              </a:defRPr>
            </a:lvl3pPr>
            <a:lvl4pPr marL="792000" indent="-171450" algn="l" defTabSz="685800" rtl="0" eaLnBrk="1" latinLnBrk="0" hangingPunct="1">
              <a:lnSpc>
                <a:spcPct val="90000"/>
              </a:lnSpc>
              <a:spcBef>
                <a:spcPts val="375"/>
              </a:spcBef>
              <a:buFont typeface="Arial" panose="020B0604020202020204" pitchFamily="34" charset="0"/>
              <a:buChar char="•"/>
              <a:defRPr sz="1400" kern="1200">
                <a:solidFill>
                  <a:srgbClr val="575757"/>
                </a:solidFill>
                <a:latin typeface="+mn-lt"/>
                <a:ea typeface="+mn-ea"/>
                <a:cs typeface="+mn-cs"/>
              </a:defRPr>
            </a:lvl4pPr>
            <a:lvl5pPr marL="1080000" indent="-171450" algn="l" defTabSz="685800" rtl="0" eaLnBrk="1" latinLnBrk="0" hangingPunct="1">
              <a:lnSpc>
                <a:spcPct val="90000"/>
              </a:lnSpc>
              <a:spcBef>
                <a:spcPts val="375"/>
              </a:spcBef>
              <a:buClr>
                <a:srgbClr val="A2CA39"/>
              </a:buClr>
              <a:buFont typeface="Arial" panose="020B0604020202020204" pitchFamily="34" charset="0"/>
              <a:buChar char="•"/>
              <a:defRPr sz="1400" kern="1200">
                <a:solidFill>
                  <a:srgbClr val="878787"/>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r>
              <a:rPr lang="en-GB" sz="1400" b="0" dirty="0"/>
              <a:t>During its travel through the environment, the radio signal gradually loses its energy (power). </a:t>
            </a:r>
          </a:p>
          <a:p>
            <a:r>
              <a:rPr lang="en-GB" sz="1400" b="0" dirty="0"/>
              <a:t>The signal reaches at the receiver’s antenna together with the environmental and other noises.</a:t>
            </a:r>
          </a:p>
          <a:p>
            <a:endParaRPr lang="en-GB" sz="1400" b="0" dirty="0"/>
          </a:p>
          <a:p>
            <a:endParaRPr lang="en-GB" b="0" dirty="0"/>
          </a:p>
          <a:p>
            <a:endParaRPr lang="en-GB" b="0" dirty="0"/>
          </a:p>
          <a:p>
            <a:endParaRPr lang="en-GB" b="0" dirty="0"/>
          </a:p>
          <a:p>
            <a:endParaRPr lang="en-GB" b="0" dirty="0"/>
          </a:p>
          <a:p>
            <a:endParaRPr lang="en-GB" b="0" dirty="0"/>
          </a:p>
          <a:p>
            <a:endParaRPr lang="en-GB" b="0" dirty="0"/>
          </a:p>
          <a:p>
            <a:endParaRPr lang="en-GB" b="0" dirty="0"/>
          </a:p>
        </p:txBody>
      </p:sp>
      <p:grpSp>
        <p:nvGrpSpPr>
          <p:cNvPr id="26" name="Groupe 25"/>
          <p:cNvGrpSpPr/>
          <p:nvPr/>
        </p:nvGrpSpPr>
        <p:grpSpPr>
          <a:xfrm>
            <a:off x="1079287" y="1930769"/>
            <a:ext cx="6805081" cy="1622985"/>
            <a:chOff x="1079287" y="1930769"/>
            <a:chExt cx="9913596" cy="2627506"/>
          </a:xfrm>
        </p:grpSpPr>
        <p:sp>
          <p:nvSpPr>
            <p:cNvPr id="8" name="ZoneTexte 7">
              <a:extLst>
                <a:ext uri="{FF2B5EF4-FFF2-40B4-BE49-F238E27FC236}">
                  <a16:creationId xmlns:a16="http://schemas.microsoft.com/office/drawing/2014/main" id="{1C5326F5-F9C9-4EE5-945B-62D5DD801BA9}"/>
                </a:ext>
              </a:extLst>
            </p:cNvPr>
            <p:cNvSpPr txBox="1"/>
            <p:nvPr/>
          </p:nvSpPr>
          <p:spPr>
            <a:xfrm>
              <a:off x="1079287" y="4109832"/>
              <a:ext cx="1537564" cy="448443"/>
            </a:xfrm>
            <a:prstGeom prst="rect">
              <a:avLst/>
            </a:prstGeom>
            <a:solidFill>
              <a:schemeClr val="bg1"/>
            </a:solidFill>
          </p:spPr>
          <p:txBody>
            <a:bodyPr wrap="square" rtlCol="0">
              <a:spAutoFit/>
            </a:bodyPr>
            <a:lstStyle/>
            <a:p>
              <a:r>
                <a:rPr lang="en-GB" sz="1200" dirty="0"/>
                <a:t>Transmitter</a:t>
              </a:r>
            </a:p>
          </p:txBody>
        </p:sp>
        <p:pic>
          <p:nvPicPr>
            <p:cNvPr id="9" name="Image 8">
              <a:extLst>
                <a:ext uri="{FF2B5EF4-FFF2-40B4-BE49-F238E27FC236}">
                  <a16:creationId xmlns:a16="http://schemas.microsoft.com/office/drawing/2014/main" id="{8CBC510E-C46B-4A5B-8B3A-1850CEF01417}"/>
                </a:ext>
              </a:extLst>
            </p:cNvPr>
            <p:cNvPicPr>
              <a:picLocks noChangeAspect="1"/>
            </p:cNvPicPr>
            <p:nvPr/>
          </p:nvPicPr>
          <p:blipFill>
            <a:blip r:embed="rId2"/>
            <a:stretch>
              <a:fillRect/>
            </a:stretch>
          </p:blipFill>
          <p:spPr>
            <a:xfrm>
              <a:off x="3238871" y="2779777"/>
              <a:ext cx="460781" cy="459255"/>
            </a:xfrm>
            <a:prstGeom prst="rect">
              <a:avLst/>
            </a:prstGeom>
          </p:spPr>
        </p:pic>
        <p:pic>
          <p:nvPicPr>
            <p:cNvPr id="10" name="Image 9">
              <a:extLst>
                <a:ext uri="{FF2B5EF4-FFF2-40B4-BE49-F238E27FC236}">
                  <a16:creationId xmlns:a16="http://schemas.microsoft.com/office/drawing/2014/main" id="{804D0136-537D-47FB-AEEE-39539436FCEB}"/>
                </a:ext>
              </a:extLst>
            </p:cNvPr>
            <p:cNvPicPr>
              <a:picLocks noChangeAspect="1"/>
            </p:cNvPicPr>
            <p:nvPr/>
          </p:nvPicPr>
          <p:blipFill>
            <a:blip r:embed="rId3"/>
            <a:stretch>
              <a:fillRect/>
            </a:stretch>
          </p:blipFill>
          <p:spPr>
            <a:xfrm>
              <a:off x="1277825" y="2469082"/>
              <a:ext cx="964326" cy="1143000"/>
            </a:xfrm>
            <a:prstGeom prst="rect">
              <a:avLst/>
            </a:prstGeom>
          </p:spPr>
        </p:pic>
        <p:pic>
          <p:nvPicPr>
            <p:cNvPr id="11" name="Image 10">
              <a:extLst>
                <a:ext uri="{FF2B5EF4-FFF2-40B4-BE49-F238E27FC236}">
                  <a16:creationId xmlns:a16="http://schemas.microsoft.com/office/drawing/2014/main" id="{EB01AD7E-B1FB-4ECE-8636-C38512E1EEF6}"/>
                </a:ext>
              </a:extLst>
            </p:cNvPr>
            <p:cNvPicPr>
              <a:picLocks noChangeAspect="1"/>
            </p:cNvPicPr>
            <p:nvPr/>
          </p:nvPicPr>
          <p:blipFill>
            <a:blip r:embed="rId3"/>
            <a:stretch>
              <a:fillRect/>
            </a:stretch>
          </p:blipFill>
          <p:spPr>
            <a:xfrm>
              <a:off x="4493659" y="2725173"/>
              <a:ext cx="2217592" cy="446543"/>
            </a:xfrm>
            <a:prstGeom prst="rect">
              <a:avLst/>
            </a:prstGeom>
          </p:spPr>
        </p:pic>
        <p:pic>
          <p:nvPicPr>
            <p:cNvPr id="12" name="Picture 2" descr="See original image">
              <a:extLst>
                <a:ext uri="{FF2B5EF4-FFF2-40B4-BE49-F238E27FC236}">
                  <a16:creationId xmlns:a16="http://schemas.microsoft.com/office/drawing/2014/main" id="{ADD39F82-EC98-486A-8EA1-0FF998F72840}"/>
                </a:ext>
              </a:extLst>
            </p:cNvPr>
            <p:cNvPicPr>
              <a:picLocks noChangeAspect="1" noChangeArrowheads="1"/>
            </p:cNvPicPr>
            <p:nvPr/>
          </p:nvPicPr>
          <p:blipFill>
            <a:blip r:embed="rId4" cstate="email">
              <a:extLst>
                <a:ext uri="{28A0092B-C50C-407E-A947-70E740481C1C}">
                  <a14:useLocalDpi xmlns:a14="http://schemas.microsoft.com/office/drawing/2010/main" val="0"/>
                </a:ext>
              </a:extLst>
            </a:blip>
            <a:srcRect/>
            <a:stretch>
              <a:fillRect/>
            </a:stretch>
          </p:blipFill>
          <p:spPr bwMode="auto">
            <a:xfrm>
              <a:off x="4540619" y="3658587"/>
              <a:ext cx="2123671" cy="130574"/>
            </a:xfrm>
            <a:prstGeom prst="rect">
              <a:avLst/>
            </a:prstGeom>
            <a:noFill/>
            <a:extLst>
              <a:ext uri="{909E8E84-426E-40DD-AFC4-6F175D3DCCD1}">
                <a14:hiddenFill xmlns:a14="http://schemas.microsoft.com/office/drawing/2010/main">
                  <a:solidFill>
                    <a:srgbClr val="FFFFFF"/>
                  </a:solidFill>
                </a14:hiddenFill>
              </a:ext>
            </a:extLst>
          </p:spPr>
        </p:pic>
        <p:sp>
          <p:nvSpPr>
            <p:cNvPr id="13" name="ZoneTexte 12">
              <a:extLst>
                <a:ext uri="{FF2B5EF4-FFF2-40B4-BE49-F238E27FC236}">
                  <a16:creationId xmlns:a16="http://schemas.microsoft.com/office/drawing/2014/main" id="{57F79CB3-555B-460D-BC2E-886B74ED87BE}"/>
                </a:ext>
              </a:extLst>
            </p:cNvPr>
            <p:cNvSpPr txBox="1"/>
            <p:nvPr/>
          </p:nvSpPr>
          <p:spPr>
            <a:xfrm>
              <a:off x="4308246" y="2225985"/>
              <a:ext cx="2826512" cy="448443"/>
            </a:xfrm>
            <a:prstGeom prst="rect">
              <a:avLst/>
            </a:prstGeom>
            <a:solidFill>
              <a:schemeClr val="bg1"/>
            </a:solidFill>
          </p:spPr>
          <p:txBody>
            <a:bodyPr wrap="square" rtlCol="0">
              <a:spAutoFit/>
            </a:bodyPr>
            <a:lstStyle/>
            <a:p>
              <a:r>
                <a:rPr lang="en-GB" sz="1200" i="1" dirty="0"/>
                <a:t>Loses the strength</a:t>
              </a:r>
            </a:p>
          </p:txBody>
        </p:sp>
        <p:sp>
          <p:nvSpPr>
            <p:cNvPr id="14" name="ZoneTexte 13">
              <a:extLst>
                <a:ext uri="{FF2B5EF4-FFF2-40B4-BE49-F238E27FC236}">
                  <a16:creationId xmlns:a16="http://schemas.microsoft.com/office/drawing/2014/main" id="{5B331444-5CDD-4848-A23D-FA66147C5B6F}"/>
                </a:ext>
              </a:extLst>
            </p:cNvPr>
            <p:cNvSpPr txBox="1"/>
            <p:nvPr/>
          </p:nvSpPr>
          <p:spPr>
            <a:xfrm>
              <a:off x="3144272" y="3814954"/>
              <a:ext cx="4998526" cy="448443"/>
            </a:xfrm>
            <a:prstGeom prst="rect">
              <a:avLst/>
            </a:prstGeom>
            <a:solidFill>
              <a:schemeClr val="bg1"/>
            </a:solidFill>
          </p:spPr>
          <p:txBody>
            <a:bodyPr wrap="square" rtlCol="0">
              <a:spAutoFit/>
            </a:bodyPr>
            <a:lstStyle/>
            <a:p>
              <a:r>
                <a:rPr lang="en-GB" sz="1200" i="1" dirty="0"/>
                <a:t>the environmental noise and interference</a:t>
              </a:r>
            </a:p>
          </p:txBody>
        </p:sp>
        <p:sp>
          <p:nvSpPr>
            <p:cNvPr id="15" name="Rectangle 14">
              <a:extLst>
                <a:ext uri="{FF2B5EF4-FFF2-40B4-BE49-F238E27FC236}">
                  <a16:creationId xmlns:a16="http://schemas.microsoft.com/office/drawing/2014/main" id="{7D943E97-1935-4818-8C47-B45C761844C8}"/>
                </a:ext>
              </a:extLst>
            </p:cNvPr>
            <p:cNvSpPr/>
            <p:nvPr/>
          </p:nvSpPr>
          <p:spPr>
            <a:xfrm>
              <a:off x="1079287" y="2477554"/>
              <a:ext cx="1441188" cy="1495878"/>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grpSp>
          <p:nvGrpSpPr>
            <p:cNvPr id="16" name="Groupe 15">
              <a:extLst>
                <a:ext uri="{FF2B5EF4-FFF2-40B4-BE49-F238E27FC236}">
                  <a16:creationId xmlns:a16="http://schemas.microsoft.com/office/drawing/2014/main" id="{B1BE591D-CF10-433A-856F-77B58BE148A9}"/>
                </a:ext>
              </a:extLst>
            </p:cNvPr>
            <p:cNvGrpSpPr/>
            <p:nvPr/>
          </p:nvGrpSpPr>
          <p:grpSpPr>
            <a:xfrm>
              <a:off x="8080647" y="1930769"/>
              <a:ext cx="2912236" cy="2419190"/>
              <a:chOff x="7840183" y="1888575"/>
              <a:chExt cx="2912236" cy="2419190"/>
            </a:xfrm>
          </p:grpSpPr>
          <p:pic>
            <p:nvPicPr>
              <p:cNvPr id="17" name="Image 16">
                <a:extLst>
                  <a:ext uri="{FF2B5EF4-FFF2-40B4-BE49-F238E27FC236}">
                    <a16:creationId xmlns:a16="http://schemas.microsoft.com/office/drawing/2014/main" id="{9D81E946-C49A-48A4-AD39-D9E8036E7567}"/>
                  </a:ext>
                </a:extLst>
              </p:cNvPr>
              <p:cNvPicPr>
                <a:picLocks noChangeAspect="1"/>
              </p:cNvPicPr>
              <p:nvPr/>
            </p:nvPicPr>
            <p:blipFill>
              <a:blip r:embed="rId2"/>
              <a:stretch>
                <a:fillRect/>
              </a:stretch>
            </p:blipFill>
            <p:spPr>
              <a:xfrm>
                <a:off x="7840183" y="2744839"/>
                <a:ext cx="460781" cy="459255"/>
              </a:xfrm>
              <a:prstGeom prst="rect">
                <a:avLst/>
              </a:prstGeom>
            </p:spPr>
          </p:pic>
          <p:sp>
            <p:nvSpPr>
              <p:cNvPr id="18" name="Rectangle 17">
                <a:extLst>
                  <a:ext uri="{FF2B5EF4-FFF2-40B4-BE49-F238E27FC236}">
                    <a16:creationId xmlns:a16="http://schemas.microsoft.com/office/drawing/2014/main" id="{E17635F2-E96F-4E0C-B10D-89234DB6CD30}"/>
                  </a:ext>
                </a:extLst>
              </p:cNvPr>
              <p:cNvSpPr/>
              <p:nvPr/>
            </p:nvSpPr>
            <p:spPr>
              <a:xfrm>
                <a:off x="8647349" y="1888575"/>
                <a:ext cx="2069603" cy="454278"/>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grpSp>
            <p:nvGrpSpPr>
              <p:cNvPr id="19" name="Groupe 18">
                <a:extLst>
                  <a:ext uri="{FF2B5EF4-FFF2-40B4-BE49-F238E27FC236}">
                    <a16:creationId xmlns:a16="http://schemas.microsoft.com/office/drawing/2014/main" id="{19DAE7C9-9D57-4494-932E-EA5A1D7F9AC9}"/>
                  </a:ext>
                </a:extLst>
              </p:cNvPr>
              <p:cNvGrpSpPr/>
              <p:nvPr/>
            </p:nvGrpSpPr>
            <p:grpSpPr>
              <a:xfrm>
                <a:off x="8358530" y="2496261"/>
                <a:ext cx="2393889" cy="1712359"/>
                <a:chOff x="9305304" y="2273205"/>
                <a:chExt cx="2393889" cy="1712359"/>
              </a:xfrm>
            </p:grpSpPr>
            <p:pic>
              <p:nvPicPr>
                <p:cNvPr id="22" name="Image 21">
                  <a:extLst>
                    <a:ext uri="{FF2B5EF4-FFF2-40B4-BE49-F238E27FC236}">
                      <a16:creationId xmlns:a16="http://schemas.microsoft.com/office/drawing/2014/main" id="{4B4F0C0C-E29A-46E2-9DB9-F156C3DBC3EE}"/>
                    </a:ext>
                  </a:extLst>
                </p:cNvPr>
                <p:cNvPicPr>
                  <a:picLocks noChangeAspect="1"/>
                </p:cNvPicPr>
                <p:nvPr/>
              </p:nvPicPr>
              <p:blipFill>
                <a:blip r:embed="rId5"/>
                <a:stretch>
                  <a:fillRect/>
                </a:stretch>
              </p:blipFill>
              <p:spPr>
                <a:xfrm>
                  <a:off x="9305304" y="2273205"/>
                  <a:ext cx="2318025" cy="1623218"/>
                </a:xfrm>
                <a:prstGeom prst="rect">
                  <a:avLst/>
                </a:prstGeom>
              </p:spPr>
            </p:pic>
            <p:sp>
              <p:nvSpPr>
                <p:cNvPr id="23" name="Rectangle 22">
                  <a:extLst>
                    <a:ext uri="{FF2B5EF4-FFF2-40B4-BE49-F238E27FC236}">
                      <a16:creationId xmlns:a16="http://schemas.microsoft.com/office/drawing/2014/main" id="{BB78D363-E046-479E-9B5C-91EF160E2359}"/>
                    </a:ext>
                  </a:extLst>
                </p:cNvPr>
                <p:cNvSpPr/>
                <p:nvPr/>
              </p:nvSpPr>
              <p:spPr>
                <a:xfrm>
                  <a:off x="9629590" y="3483178"/>
                  <a:ext cx="2069603" cy="502386"/>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24" name="Rectangle 23">
                  <a:extLst>
                    <a:ext uri="{FF2B5EF4-FFF2-40B4-BE49-F238E27FC236}">
                      <a16:creationId xmlns:a16="http://schemas.microsoft.com/office/drawing/2014/main" id="{A0702DB1-A1EE-4BDA-AC38-ED2129929D15}"/>
                    </a:ext>
                  </a:extLst>
                </p:cNvPr>
                <p:cNvSpPr/>
                <p:nvPr/>
              </p:nvSpPr>
              <p:spPr>
                <a:xfrm>
                  <a:off x="9305304" y="2401246"/>
                  <a:ext cx="440247" cy="1359541"/>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grpSp>
          <p:sp>
            <p:nvSpPr>
              <p:cNvPr id="20" name="ZoneTexte 19">
                <a:extLst>
                  <a:ext uri="{FF2B5EF4-FFF2-40B4-BE49-F238E27FC236}">
                    <a16:creationId xmlns:a16="http://schemas.microsoft.com/office/drawing/2014/main" id="{D25DC31D-77F3-49D7-8172-5E357D7620D7}"/>
                  </a:ext>
                </a:extLst>
              </p:cNvPr>
              <p:cNvSpPr txBox="1"/>
              <p:nvPr/>
            </p:nvSpPr>
            <p:spPr>
              <a:xfrm>
                <a:off x="9078508" y="3859322"/>
                <a:ext cx="1295162" cy="448443"/>
              </a:xfrm>
              <a:prstGeom prst="rect">
                <a:avLst/>
              </a:prstGeom>
              <a:solidFill>
                <a:schemeClr val="bg1"/>
              </a:solidFill>
            </p:spPr>
            <p:txBody>
              <a:bodyPr wrap="square" rtlCol="0">
                <a:spAutoFit/>
              </a:bodyPr>
              <a:lstStyle/>
              <a:p>
                <a:r>
                  <a:rPr lang="en-GB" sz="1200" dirty="0"/>
                  <a:t>Receiver</a:t>
                </a:r>
              </a:p>
            </p:txBody>
          </p:sp>
          <p:sp>
            <p:nvSpPr>
              <p:cNvPr id="21" name="Rectangle 20">
                <a:extLst>
                  <a:ext uri="{FF2B5EF4-FFF2-40B4-BE49-F238E27FC236}">
                    <a16:creationId xmlns:a16="http://schemas.microsoft.com/office/drawing/2014/main" id="{F4B0D7B9-A889-4CED-8F70-EB4210248EE8}"/>
                  </a:ext>
                </a:extLst>
              </p:cNvPr>
              <p:cNvSpPr/>
              <p:nvPr/>
            </p:nvSpPr>
            <p:spPr>
              <a:xfrm>
                <a:off x="8541342" y="2334381"/>
                <a:ext cx="2106351" cy="1495878"/>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grpSp>
        <p:sp>
          <p:nvSpPr>
            <p:cNvPr id="25" name="Plus 4">
              <a:extLst>
                <a:ext uri="{FF2B5EF4-FFF2-40B4-BE49-F238E27FC236}">
                  <a16:creationId xmlns:a16="http://schemas.microsoft.com/office/drawing/2014/main" id="{5F249A2E-4B8D-47F4-A394-08C8A66BDD06}"/>
                </a:ext>
              </a:extLst>
            </p:cNvPr>
            <p:cNvSpPr/>
            <p:nvPr/>
          </p:nvSpPr>
          <p:spPr>
            <a:xfrm>
              <a:off x="5247457" y="3185045"/>
              <a:ext cx="715674" cy="388954"/>
            </a:xfrm>
            <a:prstGeom prst="mathPlu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grpSp>
      <mc:AlternateContent xmlns:mc="http://schemas.openxmlformats.org/markup-compatibility/2006" xmlns:a14="http://schemas.microsoft.com/office/drawing/2010/main">
        <mc:Choice Requires="a14">
          <p:sp>
            <p:nvSpPr>
              <p:cNvPr id="27" name="Espace réservé du contenu 2">
                <a:extLst>
                  <a:ext uri="{FF2B5EF4-FFF2-40B4-BE49-F238E27FC236}">
                    <a16:creationId xmlns:a16="http://schemas.microsoft.com/office/drawing/2014/main" id="{A10ABE23-9F2A-4347-AE55-481F9721E1CE}"/>
                  </a:ext>
                </a:extLst>
              </p:cNvPr>
              <p:cNvSpPr txBox="1">
                <a:spLocks/>
              </p:cNvSpPr>
              <p:nvPr/>
            </p:nvSpPr>
            <p:spPr>
              <a:xfrm>
                <a:off x="683568" y="3669856"/>
                <a:ext cx="7920880" cy="1404465"/>
              </a:xfrm>
              <a:prstGeom prst="rect">
                <a:avLst/>
              </a:prstGeom>
            </p:spPr>
            <p:txBody>
              <a:bodyPr>
                <a:normAutofit/>
              </a:bodyPr>
              <a:lstStyle>
                <a:lvl1pPr marL="0" indent="0" algn="l" defTabSz="685800" rtl="0" eaLnBrk="1" latinLnBrk="0" hangingPunct="1">
                  <a:lnSpc>
                    <a:spcPct val="90000"/>
                  </a:lnSpc>
                  <a:spcBef>
                    <a:spcPts val="750"/>
                  </a:spcBef>
                  <a:buFont typeface="Arial" panose="020B0604020202020204" pitchFamily="34" charset="0"/>
                  <a:buNone/>
                  <a:defRPr sz="2800" b="1" kern="1200">
                    <a:solidFill>
                      <a:srgbClr val="575757"/>
                    </a:solidFill>
                    <a:latin typeface="+mn-lt"/>
                    <a:ea typeface="+mn-ea"/>
                    <a:cs typeface="+mn-cs"/>
                  </a:defRPr>
                </a:lvl1pPr>
                <a:lvl2pPr marL="288000" indent="-171450" algn="l" defTabSz="685800" rtl="0" eaLnBrk="1" latinLnBrk="0" hangingPunct="1">
                  <a:lnSpc>
                    <a:spcPct val="90000"/>
                  </a:lnSpc>
                  <a:spcBef>
                    <a:spcPts val="375"/>
                  </a:spcBef>
                  <a:buFont typeface="Arial" panose="020B0604020202020204" pitchFamily="34" charset="0"/>
                  <a:buNone/>
                  <a:defRPr sz="2400" b="1" kern="1200">
                    <a:solidFill>
                      <a:srgbClr val="7EAA2E"/>
                    </a:solidFill>
                    <a:latin typeface="+mn-lt"/>
                    <a:ea typeface="+mn-ea"/>
                    <a:cs typeface="+mn-cs"/>
                  </a:defRPr>
                </a:lvl2pPr>
                <a:lvl3pPr marL="540000" indent="-171450" algn="l" defTabSz="685800" rtl="0" eaLnBrk="1" latinLnBrk="0" hangingPunct="1">
                  <a:lnSpc>
                    <a:spcPct val="90000"/>
                  </a:lnSpc>
                  <a:spcBef>
                    <a:spcPts val="375"/>
                  </a:spcBef>
                  <a:buClr>
                    <a:srgbClr val="A2CA39"/>
                  </a:buClr>
                  <a:buFont typeface="Arial" panose="020B0604020202020204" pitchFamily="34" charset="0"/>
                  <a:buChar char="•"/>
                  <a:defRPr sz="1600" kern="1200">
                    <a:solidFill>
                      <a:srgbClr val="575757"/>
                    </a:solidFill>
                    <a:latin typeface="+mn-lt"/>
                    <a:ea typeface="+mn-ea"/>
                    <a:cs typeface="+mn-cs"/>
                  </a:defRPr>
                </a:lvl3pPr>
                <a:lvl4pPr marL="792000" indent="-171450" algn="l" defTabSz="685800" rtl="0" eaLnBrk="1" latinLnBrk="0" hangingPunct="1">
                  <a:lnSpc>
                    <a:spcPct val="90000"/>
                  </a:lnSpc>
                  <a:spcBef>
                    <a:spcPts val="375"/>
                  </a:spcBef>
                  <a:buFont typeface="Arial" panose="020B0604020202020204" pitchFamily="34" charset="0"/>
                  <a:buChar char="•"/>
                  <a:defRPr sz="1400" kern="1200">
                    <a:solidFill>
                      <a:srgbClr val="575757"/>
                    </a:solidFill>
                    <a:latin typeface="+mn-lt"/>
                    <a:ea typeface="+mn-ea"/>
                    <a:cs typeface="+mn-cs"/>
                  </a:defRPr>
                </a:lvl4pPr>
                <a:lvl5pPr marL="1080000" indent="-171450" algn="l" defTabSz="685800" rtl="0" eaLnBrk="1" latinLnBrk="0" hangingPunct="1">
                  <a:lnSpc>
                    <a:spcPct val="90000"/>
                  </a:lnSpc>
                  <a:spcBef>
                    <a:spcPts val="375"/>
                  </a:spcBef>
                  <a:buClr>
                    <a:srgbClr val="A2CA39"/>
                  </a:buClr>
                  <a:buFont typeface="Arial" panose="020B0604020202020204" pitchFamily="34" charset="0"/>
                  <a:buChar char="•"/>
                  <a:defRPr sz="1400" kern="1200">
                    <a:solidFill>
                      <a:srgbClr val="878787"/>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r>
                  <a:rPr lang="en-GB" sz="1200" b="0" dirty="0"/>
                  <a:t>At the receiver, in order to correctly extract the information out of the received signal, the signal to noise ratio (SNR) has to be sufficiently high.</a:t>
                </a:r>
              </a:p>
              <a:p>
                <a:pPr lvl="1"/>
                <a14:m>
                  <m:oMathPara xmlns:m="http://schemas.openxmlformats.org/officeDocument/2006/math">
                    <m:oMathParaPr>
                      <m:jc m:val="centerGroup"/>
                    </m:oMathParaPr>
                    <m:oMath xmlns:m="http://schemas.openxmlformats.org/officeDocument/2006/math">
                      <m:r>
                        <a:rPr lang="fr-FR" sz="1200" b="0" i="1" smtClean="0">
                          <a:solidFill>
                            <a:srgbClr val="C00000"/>
                          </a:solidFill>
                          <a:latin typeface="Cambria Math" panose="02040503050406030204" pitchFamily="18" charset="0"/>
                          <a:ea typeface="Cambria Math" panose="02040503050406030204" pitchFamily="18" charset="0"/>
                        </a:rPr>
                        <m:t>𝑆𝑁𝑅</m:t>
                      </m:r>
                      <m:r>
                        <a:rPr lang="fr-FR" sz="1200" b="0" i="1" smtClean="0">
                          <a:solidFill>
                            <a:srgbClr val="C00000"/>
                          </a:solidFill>
                          <a:latin typeface="Cambria Math" panose="02040503050406030204" pitchFamily="18" charset="0"/>
                          <a:ea typeface="Cambria Math" panose="02040503050406030204" pitchFamily="18" charset="0"/>
                        </a:rPr>
                        <m:t>=</m:t>
                      </m:r>
                      <m:f>
                        <m:fPr>
                          <m:ctrlPr>
                            <a:rPr lang="fr-FR" sz="1200" b="0" i="1">
                              <a:solidFill>
                                <a:srgbClr val="C00000"/>
                              </a:solidFill>
                              <a:latin typeface="Cambria Math" panose="02040503050406030204" pitchFamily="18" charset="0"/>
                              <a:ea typeface="Cambria Math" panose="02040503050406030204" pitchFamily="18" charset="0"/>
                            </a:rPr>
                          </m:ctrlPr>
                        </m:fPr>
                        <m:num>
                          <m:sSub>
                            <m:sSubPr>
                              <m:ctrlPr>
                                <a:rPr lang="fr-FR" sz="1200" b="0" i="1" smtClean="0">
                                  <a:solidFill>
                                    <a:srgbClr val="C00000"/>
                                  </a:solidFill>
                                  <a:latin typeface="Cambria Math" panose="02040503050406030204" pitchFamily="18" charset="0"/>
                                  <a:ea typeface="Cambria Math" panose="02040503050406030204" pitchFamily="18" charset="0"/>
                                </a:rPr>
                              </m:ctrlPr>
                            </m:sSubPr>
                            <m:e>
                              <m:r>
                                <a:rPr lang="fr-FR" sz="1200" b="0" i="1" smtClean="0">
                                  <a:solidFill>
                                    <a:srgbClr val="C00000"/>
                                  </a:solidFill>
                                  <a:latin typeface="Cambria Math" panose="02040503050406030204" pitchFamily="18" charset="0"/>
                                  <a:ea typeface="Cambria Math" panose="02040503050406030204" pitchFamily="18" charset="0"/>
                                </a:rPr>
                                <m:t>𝑃</m:t>
                              </m:r>
                            </m:e>
                            <m:sub>
                              <m:r>
                                <a:rPr lang="fr-FR" sz="1200" b="0" i="1" smtClean="0">
                                  <a:solidFill>
                                    <a:srgbClr val="C00000"/>
                                  </a:solidFill>
                                  <a:latin typeface="Cambria Math" panose="02040503050406030204" pitchFamily="18" charset="0"/>
                                  <a:ea typeface="Cambria Math" panose="02040503050406030204" pitchFamily="18" charset="0"/>
                                </a:rPr>
                                <m:t>𝑟</m:t>
                              </m:r>
                            </m:sub>
                          </m:sSub>
                        </m:num>
                        <m:den>
                          <m:r>
                            <a:rPr lang="fr-FR" sz="1200" b="0" i="1" smtClean="0">
                              <a:solidFill>
                                <a:srgbClr val="C00000"/>
                              </a:solidFill>
                              <a:latin typeface="Cambria Math" panose="02040503050406030204" pitchFamily="18" charset="0"/>
                              <a:ea typeface="Cambria Math" panose="02040503050406030204" pitchFamily="18" charset="0"/>
                            </a:rPr>
                            <m:t>𝑁</m:t>
                          </m:r>
                        </m:den>
                      </m:f>
                      <m:r>
                        <a:rPr lang="fr-FR" sz="1200" b="0" smtClean="0">
                          <a:solidFill>
                            <a:srgbClr val="C00000"/>
                          </a:solidFill>
                          <a:latin typeface="Cambria Math" panose="02040503050406030204" pitchFamily="18" charset="0"/>
                          <a:ea typeface="Cambria Math" panose="02040503050406030204" pitchFamily="18" charset="0"/>
                        </a:rPr>
                        <m:t>&gt;</m:t>
                      </m:r>
                      <m:sSub>
                        <m:sSubPr>
                          <m:ctrlPr>
                            <a:rPr lang="fr-FR" sz="1200" b="0" i="1" smtClean="0">
                              <a:solidFill>
                                <a:srgbClr val="C00000"/>
                              </a:solidFill>
                              <a:latin typeface="Cambria Math" panose="02040503050406030204" pitchFamily="18" charset="0"/>
                              <a:ea typeface="Cambria Math" panose="02040503050406030204" pitchFamily="18" charset="0"/>
                            </a:rPr>
                          </m:ctrlPr>
                        </m:sSubPr>
                        <m:e>
                          <m:r>
                            <a:rPr lang="fr-FR" sz="1200" b="0" i="1" smtClean="0">
                              <a:solidFill>
                                <a:srgbClr val="C00000"/>
                              </a:solidFill>
                              <a:latin typeface="Cambria Math" panose="02040503050406030204" pitchFamily="18" charset="0"/>
                              <a:ea typeface="Cambria Math" panose="02040503050406030204" pitchFamily="18" charset="0"/>
                            </a:rPr>
                            <m:t>𝑆𝑁𝑅</m:t>
                          </m:r>
                        </m:e>
                        <m:sub>
                          <m:r>
                            <a:rPr lang="fr-FR" sz="1200" b="0" i="1" smtClean="0">
                              <a:solidFill>
                                <a:srgbClr val="C00000"/>
                              </a:solidFill>
                              <a:latin typeface="Cambria Math" panose="02040503050406030204" pitchFamily="18" charset="0"/>
                              <a:ea typeface="Cambria Math" panose="02040503050406030204" pitchFamily="18" charset="0"/>
                            </a:rPr>
                            <m:t>𝑡h𝑟𝑒𝑠h𝑜𝑙𝑑</m:t>
                          </m:r>
                        </m:sub>
                      </m:sSub>
                    </m:oMath>
                  </m:oMathPara>
                </a14:m>
                <a:endParaRPr lang="en-GB" sz="1200" b="0" dirty="0"/>
              </a:p>
              <a:p>
                <a:pPr lvl="2"/>
                <a14:m>
                  <m:oMath xmlns:m="http://schemas.openxmlformats.org/officeDocument/2006/math">
                    <m:sSub>
                      <m:sSubPr>
                        <m:ctrlPr>
                          <a:rPr lang="fr-FR" sz="1200" i="1">
                            <a:latin typeface="Cambria Math" panose="02040503050406030204" pitchFamily="18" charset="0"/>
                            <a:ea typeface="Cambria Math" panose="02040503050406030204" pitchFamily="18" charset="0"/>
                          </a:rPr>
                        </m:ctrlPr>
                      </m:sSubPr>
                      <m:e>
                        <m:r>
                          <a:rPr lang="fr-FR" sz="1200" b="0" i="1" smtClean="0">
                            <a:latin typeface="Cambria Math" panose="02040503050406030204" pitchFamily="18" charset="0"/>
                            <a:ea typeface="Cambria Math" panose="02040503050406030204" pitchFamily="18" charset="0"/>
                          </a:rPr>
                          <m:t>𝑃</m:t>
                        </m:r>
                      </m:e>
                      <m:sub>
                        <m:r>
                          <a:rPr lang="fr-FR" sz="1200" b="0" i="1" smtClean="0">
                            <a:latin typeface="Cambria Math" panose="02040503050406030204" pitchFamily="18" charset="0"/>
                            <a:ea typeface="Cambria Math" panose="02040503050406030204" pitchFamily="18" charset="0"/>
                          </a:rPr>
                          <m:t>𝑟</m:t>
                        </m:r>
                      </m:sub>
                    </m:sSub>
                  </m:oMath>
                </a14:m>
                <a:r>
                  <a:rPr lang="en-GB" sz="1200" dirty="0"/>
                  <a:t>: Receive power of the signal</a:t>
                </a:r>
              </a:p>
              <a:p>
                <a:pPr lvl="2"/>
                <a14:m>
                  <m:oMath xmlns:m="http://schemas.openxmlformats.org/officeDocument/2006/math">
                    <m:r>
                      <m:rPr>
                        <m:sty m:val="p"/>
                      </m:rPr>
                      <a:rPr lang="fr-FR" sz="1200" b="0" smtClean="0">
                        <a:latin typeface="Cambria Math" panose="02040503050406030204" pitchFamily="18" charset="0"/>
                        <a:ea typeface="Cambria Math" panose="02040503050406030204" pitchFamily="18" charset="0"/>
                      </a:rPr>
                      <m:t>N</m:t>
                    </m:r>
                    <m:r>
                      <a:rPr lang="fr-FR" sz="1200" b="0" smtClean="0">
                        <a:latin typeface="Cambria Math" panose="02040503050406030204" pitchFamily="18" charset="0"/>
                        <a:ea typeface="Cambria Math" panose="02040503050406030204" pitchFamily="18" charset="0"/>
                      </a:rPr>
                      <m:t> </m:t>
                    </m:r>
                  </m:oMath>
                </a14:m>
                <a:r>
                  <a:rPr lang="en-GB" sz="1200" dirty="0"/>
                  <a:t>: Noise power</a:t>
                </a:r>
              </a:p>
            </p:txBody>
          </p:sp>
        </mc:Choice>
        <mc:Fallback xmlns="">
          <p:sp>
            <p:nvSpPr>
              <p:cNvPr id="27" name="Espace réservé du contenu 2">
                <a:extLst>
                  <a:ext uri="{FF2B5EF4-FFF2-40B4-BE49-F238E27FC236}">
                    <a16:creationId xmlns:a16="http://schemas.microsoft.com/office/drawing/2014/main" xmlns:a14="http://schemas.microsoft.com/office/drawing/2010/main" xmlns="" id="{A10ABE23-9F2A-4347-AE55-481F9721E1CE}"/>
                  </a:ext>
                </a:extLst>
              </p:cNvPr>
              <p:cNvSpPr txBox="1">
                <a:spLocks noRot="1" noChangeAspect="1" noMove="1" noResize="1" noEditPoints="1" noAdjustHandles="1" noChangeArrowheads="1" noChangeShapeType="1" noTextEdit="1"/>
              </p:cNvSpPr>
              <p:nvPr/>
            </p:nvSpPr>
            <p:spPr>
              <a:xfrm>
                <a:off x="683568" y="3669856"/>
                <a:ext cx="7920880" cy="1404465"/>
              </a:xfrm>
              <a:prstGeom prst="rect">
                <a:avLst/>
              </a:prstGeom>
              <a:blipFill rotWithShape="0">
                <a:blip r:embed="rId6"/>
                <a:stretch>
                  <a:fillRect t="-1304"/>
                </a:stretch>
              </a:blipFill>
            </p:spPr>
            <p:txBody>
              <a:bodyPr/>
              <a:lstStyle/>
              <a:p>
                <a:r>
                  <a:rPr lang="fr-FR">
                    <a:noFill/>
                  </a:rPr>
                  <a:t> </a:t>
                </a:r>
              </a:p>
            </p:txBody>
          </p:sp>
        </mc:Fallback>
      </mc:AlternateContent>
    </p:spTree>
    <p:extLst>
      <p:ext uri="{BB962C8B-B14F-4D97-AF65-F5344CB8AC3E}">
        <p14:creationId xmlns:p14="http://schemas.microsoft.com/office/powerpoint/2010/main" val="368878726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CA" dirty="0"/>
              <a:t>Wireless links : </a:t>
            </a:r>
            <a:r>
              <a:rPr lang="fr-CA" dirty="0" err="1"/>
              <a:t>Interference</a:t>
            </a:r>
            <a:r>
              <a:rPr lang="fr-CA" dirty="0"/>
              <a:t> and Path </a:t>
            </a:r>
            <a:r>
              <a:rPr lang="fr-CA" dirty="0" err="1"/>
              <a:t>Loss</a:t>
            </a:r>
            <a:endParaRPr lang="fr-FR" dirty="0"/>
          </a:p>
        </p:txBody>
      </p:sp>
      <p:sp>
        <p:nvSpPr>
          <p:cNvPr id="3" name="Espace réservé du contenu 2"/>
          <p:cNvSpPr>
            <a:spLocks noGrp="1"/>
          </p:cNvSpPr>
          <p:nvPr>
            <p:ph idx="1"/>
          </p:nvPr>
        </p:nvSpPr>
        <p:spPr/>
        <p:txBody>
          <a:bodyPr/>
          <a:lstStyle/>
          <a:p>
            <a:r>
              <a:rPr lang="en-US" dirty="0"/>
              <a:t>Interferences with other wireless sources </a:t>
            </a:r>
          </a:p>
          <a:p>
            <a:r>
              <a:rPr lang="en-US" dirty="0"/>
              <a:t>Path loss : decreased signal strength</a:t>
            </a:r>
          </a:p>
          <a:p>
            <a:pPr lvl="1"/>
            <a:r>
              <a:rPr lang="en-US" dirty="0"/>
              <a:t>Signal reflection</a:t>
            </a:r>
          </a:p>
          <a:p>
            <a:pPr lvl="1"/>
            <a:r>
              <a:rPr lang="en-US" dirty="0"/>
              <a:t>Signal diffraction</a:t>
            </a:r>
          </a:p>
          <a:p>
            <a:pPr lvl="1"/>
            <a:r>
              <a:rPr lang="en-US" dirty="0"/>
              <a:t>Signal scattering</a:t>
            </a:r>
          </a:p>
        </p:txBody>
      </p:sp>
      <p:sp>
        <p:nvSpPr>
          <p:cNvPr id="4" name="Espace réservé du texte 3"/>
          <p:cNvSpPr>
            <a:spLocks noGrp="1"/>
          </p:cNvSpPr>
          <p:nvPr>
            <p:ph type="body" sz="quarter" idx="11"/>
          </p:nvPr>
        </p:nvSpPr>
        <p:spPr/>
        <p:txBody>
          <a:bodyPr/>
          <a:lstStyle/>
          <a:p>
            <a:endParaRPr lang="fr-FR"/>
          </a:p>
        </p:txBody>
      </p:sp>
      <p:sp>
        <p:nvSpPr>
          <p:cNvPr id="5" name="Espace réservé du numéro de diapositive 4"/>
          <p:cNvSpPr>
            <a:spLocks noGrp="1"/>
          </p:cNvSpPr>
          <p:nvPr>
            <p:ph type="sldNum" sz="quarter" idx="4"/>
          </p:nvPr>
        </p:nvSpPr>
        <p:spPr/>
        <p:txBody>
          <a:bodyPr/>
          <a:lstStyle/>
          <a:p>
            <a:fld id="{7F86108E-6173-CC4E-81D1-D6419E4934EE}" type="slidenum">
              <a:rPr lang="fr-FR" smtClean="0"/>
              <a:pPr/>
              <a:t>23</a:t>
            </a:fld>
            <a:endParaRPr lang="fr-FR" dirty="0"/>
          </a:p>
        </p:txBody>
      </p:sp>
    </p:spTree>
    <p:extLst>
      <p:ext uri="{BB962C8B-B14F-4D97-AF65-F5344CB8AC3E}">
        <p14:creationId xmlns:p14="http://schemas.microsoft.com/office/powerpoint/2010/main" val="296096083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en-US" dirty="0"/>
              <a:t>Wireless links : Interference and Path Loss</a:t>
            </a:r>
          </a:p>
        </p:txBody>
      </p:sp>
      <p:sp>
        <p:nvSpPr>
          <p:cNvPr id="3" name="Espace réservé du contenu 2"/>
          <p:cNvSpPr>
            <a:spLocks noGrp="1"/>
          </p:cNvSpPr>
          <p:nvPr>
            <p:ph idx="1"/>
          </p:nvPr>
        </p:nvSpPr>
        <p:spPr/>
        <p:txBody>
          <a:bodyPr/>
          <a:lstStyle/>
          <a:p>
            <a:endParaRPr lang="fr-FR"/>
          </a:p>
        </p:txBody>
      </p:sp>
      <p:sp>
        <p:nvSpPr>
          <p:cNvPr id="4" name="Espace réservé du texte 3"/>
          <p:cNvSpPr>
            <a:spLocks noGrp="1"/>
          </p:cNvSpPr>
          <p:nvPr>
            <p:ph type="body" sz="quarter" idx="11"/>
          </p:nvPr>
        </p:nvSpPr>
        <p:spPr/>
        <p:txBody>
          <a:bodyPr/>
          <a:lstStyle/>
          <a:p>
            <a:endParaRPr lang="fr-FR"/>
          </a:p>
        </p:txBody>
      </p:sp>
      <p:sp>
        <p:nvSpPr>
          <p:cNvPr id="5" name="Espace réservé du numéro de diapositive 4"/>
          <p:cNvSpPr>
            <a:spLocks noGrp="1"/>
          </p:cNvSpPr>
          <p:nvPr>
            <p:ph type="sldNum" sz="quarter" idx="4"/>
          </p:nvPr>
        </p:nvSpPr>
        <p:spPr/>
        <p:txBody>
          <a:bodyPr/>
          <a:lstStyle/>
          <a:p>
            <a:fld id="{7F86108E-6173-CC4E-81D1-D6419E4934EE}" type="slidenum">
              <a:rPr lang="fr-FR" smtClean="0"/>
              <a:pPr/>
              <a:t>24</a:t>
            </a:fld>
            <a:endParaRPr lang="fr-FR" dirty="0"/>
          </a:p>
        </p:txBody>
      </p:sp>
      <p:pic>
        <p:nvPicPr>
          <p:cNvPr id="6" name="Image 5">
            <a:extLst>
              <a:ext uri="{FF2B5EF4-FFF2-40B4-BE49-F238E27FC236}">
                <a16:creationId xmlns:a16="http://schemas.microsoft.com/office/drawing/2014/main" id="{C8AA1D54-212D-49B8-8849-1FA2BC64E63D}"/>
              </a:ext>
            </a:extLst>
          </p:cNvPr>
          <p:cNvPicPr>
            <a:picLocks noChangeAspect="1"/>
          </p:cNvPicPr>
          <p:nvPr/>
        </p:nvPicPr>
        <p:blipFill>
          <a:blip r:embed="rId2"/>
          <a:stretch>
            <a:fillRect/>
          </a:stretch>
        </p:blipFill>
        <p:spPr>
          <a:xfrm>
            <a:off x="1331888" y="1221983"/>
            <a:ext cx="6264696" cy="3415992"/>
          </a:xfrm>
          <a:prstGeom prst="rect">
            <a:avLst/>
          </a:prstGeom>
        </p:spPr>
      </p:pic>
    </p:spTree>
    <p:extLst>
      <p:ext uri="{BB962C8B-B14F-4D97-AF65-F5344CB8AC3E}">
        <p14:creationId xmlns:p14="http://schemas.microsoft.com/office/powerpoint/2010/main" val="58678056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en-US" dirty="0"/>
              <a:t>Wireless links: Some Properties</a:t>
            </a:r>
          </a:p>
        </p:txBody>
      </p:sp>
      <p:sp>
        <p:nvSpPr>
          <p:cNvPr id="3" name="Espace réservé du contenu 2"/>
          <p:cNvSpPr>
            <a:spLocks noGrp="1"/>
          </p:cNvSpPr>
          <p:nvPr>
            <p:ph idx="1"/>
          </p:nvPr>
        </p:nvSpPr>
        <p:spPr>
          <a:xfrm>
            <a:off x="1331640" y="1275605"/>
            <a:ext cx="7272808" cy="3652353"/>
          </a:xfrm>
        </p:spPr>
        <p:txBody>
          <a:bodyPr/>
          <a:lstStyle/>
          <a:p>
            <a:r>
              <a:rPr lang="en-US" sz="2000" i="1" dirty="0"/>
              <a:t>SNR</a:t>
            </a:r>
            <a:r>
              <a:rPr lang="en-US" sz="2000" b="0" dirty="0"/>
              <a:t> = Signal to Noise Ratio in dB</a:t>
            </a:r>
          </a:p>
          <a:p>
            <a:r>
              <a:rPr lang="en-US" sz="2000" i="1" dirty="0"/>
              <a:t>BER</a:t>
            </a:r>
            <a:r>
              <a:rPr lang="en-US" sz="2000" b="0" dirty="0"/>
              <a:t> = Bit Error Rate in %</a:t>
            </a:r>
          </a:p>
          <a:p>
            <a:r>
              <a:rPr lang="en-US" sz="2000" b="0" dirty="0"/>
              <a:t>For a given modulation technique, the BER is inversely proportional to the SNR </a:t>
            </a:r>
            <a:r>
              <a:rPr lang="en-US" sz="2000" b="0" dirty="0">
                <a:sym typeface="Wingdings" panose="05000000000000000000" pitchFamily="2" charset="2"/>
              </a:rPr>
              <a:t> a</a:t>
            </a:r>
            <a:r>
              <a:rPr lang="en-US" sz="2000" b="0" dirty="0"/>
              <a:t> source can decrease the probability of receiving a frame with errors by increasing the signal power</a:t>
            </a:r>
          </a:p>
          <a:p>
            <a:r>
              <a:rPr lang="en-US" sz="2000" b="0" dirty="0"/>
              <a:t>For a given SNR, the BER is proportional to the data rate </a:t>
            </a:r>
          </a:p>
          <a:p>
            <a:r>
              <a:rPr lang="en-US" sz="2000" b="0" dirty="0"/>
              <a:t>Dynamic selection of the modulation technique for the 802.11 and cellular networks (from 3G) to adapt the transmission to the context (SNR)</a:t>
            </a:r>
            <a:endParaRPr lang="en-US" sz="2000" dirty="0"/>
          </a:p>
        </p:txBody>
      </p:sp>
      <p:sp>
        <p:nvSpPr>
          <p:cNvPr id="4" name="Espace réservé du texte 3"/>
          <p:cNvSpPr>
            <a:spLocks noGrp="1"/>
          </p:cNvSpPr>
          <p:nvPr>
            <p:ph type="body" sz="quarter" idx="11"/>
          </p:nvPr>
        </p:nvSpPr>
        <p:spPr/>
        <p:txBody>
          <a:bodyPr/>
          <a:lstStyle/>
          <a:p>
            <a:endParaRPr lang="fr-FR"/>
          </a:p>
        </p:txBody>
      </p:sp>
      <p:sp>
        <p:nvSpPr>
          <p:cNvPr id="5" name="Espace réservé du numéro de diapositive 4"/>
          <p:cNvSpPr>
            <a:spLocks noGrp="1"/>
          </p:cNvSpPr>
          <p:nvPr>
            <p:ph type="sldNum" sz="quarter" idx="4"/>
          </p:nvPr>
        </p:nvSpPr>
        <p:spPr/>
        <p:txBody>
          <a:bodyPr/>
          <a:lstStyle/>
          <a:p>
            <a:fld id="{7F86108E-6173-CC4E-81D1-D6419E4934EE}" type="slidenum">
              <a:rPr lang="fr-FR" smtClean="0"/>
              <a:pPr/>
              <a:t>25</a:t>
            </a:fld>
            <a:endParaRPr lang="fr-FR" dirty="0"/>
          </a:p>
        </p:txBody>
      </p:sp>
    </p:spTree>
    <p:extLst>
      <p:ext uri="{BB962C8B-B14F-4D97-AF65-F5344CB8AC3E}">
        <p14:creationId xmlns:p14="http://schemas.microsoft.com/office/powerpoint/2010/main" val="141406209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en-US" dirty="0"/>
              <a:t>Overview of the wireless technologies characteristics</a:t>
            </a:r>
          </a:p>
        </p:txBody>
      </p:sp>
      <p:sp>
        <p:nvSpPr>
          <p:cNvPr id="3" name="Espace réservé du contenu 2"/>
          <p:cNvSpPr>
            <a:spLocks noGrp="1"/>
          </p:cNvSpPr>
          <p:nvPr>
            <p:ph idx="1"/>
          </p:nvPr>
        </p:nvSpPr>
        <p:spPr/>
        <p:txBody>
          <a:bodyPr/>
          <a:lstStyle/>
          <a:p>
            <a:endParaRPr lang="en-US" dirty="0"/>
          </a:p>
        </p:txBody>
      </p:sp>
      <p:sp>
        <p:nvSpPr>
          <p:cNvPr id="4" name="Espace réservé du texte 3"/>
          <p:cNvSpPr>
            <a:spLocks noGrp="1"/>
          </p:cNvSpPr>
          <p:nvPr>
            <p:ph type="body" sz="quarter" idx="11"/>
          </p:nvPr>
        </p:nvSpPr>
        <p:spPr/>
        <p:txBody>
          <a:bodyPr/>
          <a:lstStyle/>
          <a:p>
            <a:r>
              <a:rPr lang="en-US" dirty="0"/>
              <a:t>Summary</a:t>
            </a:r>
          </a:p>
        </p:txBody>
      </p:sp>
      <p:sp>
        <p:nvSpPr>
          <p:cNvPr id="5" name="Espace réservé du numéro de diapositive 4"/>
          <p:cNvSpPr>
            <a:spLocks noGrp="1"/>
          </p:cNvSpPr>
          <p:nvPr>
            <p:ph type="sldNum" sz="quarter" idx="4"/>
          </p:nvPr>
        </p:nvSpPr>
        <p:spPr/>
        <p:txBody>
          <a:bodyPr/>
          <a:lstStyle/>
          <a:p>
            <a:fld id="{7F86108E-6173-CC4E-81D1-D6419E4934EE}" type="slidenum">
              <a:rPr lang="fr-FR" smtClean="0"/>
              <a:pPr/>
              <a:t>26</a:t>
            </a:fld>
            <a:endParaRPr lang="fr-FR" dirty="0"/>
          </a:p>
        </p:txBody>
      </p:sp>
      <p:pic>
        <p:nvPicPr>
          <p:cNvPr id="6" name="Image 5"/>
          <p:cNvPicPr>
            <a:picLocks noChangeAspect="1"/>
          </p:cNvPicPr>
          <p:nvPr/>
        </p:nvPicPr>
        <p:blipFill>
          <a:blip r:embed="rId2"/>
          <a:stretch>
            <a:fillRect/>
          </a:stretch>
        </p:blipFill>
        <p:spPr>
          <a:xfrm>
            <a:off x="539552" y="983063"/>
            <a:ext cx="4824536" cy="4056616"/>
          </a:xfrm>
          <a:prstGeom prst="rect">
            <a:avLst/>
          </a:prstGeom>
        </p:spPr>
      </p:pic>
      <p:sp>
        <p:nvSpPr>
          <p:cNvPr id="7" name="ZoneTexte 6"/>
          <p:cNvSpPr txBox="1"/>
          <p:nvPr/>
        </p:nvSpPr>
        <p:spPr bwMode="auto">
          <a:xfrm>
            <a:off x="5433153" y="1224221"/>
            <a:ext cx="3102230" cy="600164"/>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FAA26D3D-D897-4be2-8F04-BA451C77F1D7}">
              <ma14:placeholderFlag xmlns:ma14="http://schemas.microsoft.com/office/mac/drawingml/2011/main" xmlns="" val="1"/>
            </a:ext>
          </a:extLst>
        </p:spPr>
        <p:txBody>
          <a:bodyPr vert="horz" wrap="square" lIns="0" tIns="45720" rIns="36000" bIns="45720" numCol="1" rtlCol="0" anchor="b" anchorCtr="0" compatLnSpc="1">
            <a:prstTxWarp prst="textNoShape">
              <a:avLst/>
            </a:prstTxWarp>
            <a:spAutoFit/>
          </a:bodyPr>
          <a:lstStyle/>
          <a:p>
            <a:r>
              <a:rPr lang="en-US" sz="1100" dirty="0"/>
              <a:t>Source: European Virtual Learning Platform for</a:t>
            </a:r>
          </a:p>
          <a:p>
            <a:r>
              <a:rPr lang="en-US" sz="1100" dirty="0"/>
              <a:t>Electrical and Information Engineering, Jordi Salazar, Wireless Networks</a:t>
            </a:r>
          </a:p>
        </p:txBody>
      </p:sp>
    </p:spTree>
    <p:extLst>
      <p:ext uri="{BB962C8B-B14F-4D97-AF65-F5344CB8AC3E}">
        <p14:creationId xmlns:p14="http://schemas.microsoft.com/office/powerpoint/2010/main" val="399818756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contenu 1"/>
          <p:cNvSpPr>
            <a:spLocks noGrp="1"/>
          </p:cNvSpPr>
          <p:nvPr>
            <p:ph sz="quarter" idx="10"/>
          </p:nvPr>
        </p:nvSpPr>
        <p:spPr>
          <a:xfrm>
            <a:off x="1115616" y="1923678"/>
            <a:ext cx="7200900" cy="1079971"/>
          </a:xfrm>
        </p:spPr>
        <p:txBody>
          <a:bodyPr/>
          <a:lstStyle/>
          <a:p>
            <a:r>
              <a:rPr lang="fr-CA" dirty="0">
                <a:latin typeface="Calibri" charset="0"/>
                <a:ea typeface="ＭＳ Ｐゴシック" charset="0"/>
              </a:rPr>
              <a:t>The 802.11 standard</a:t>
            </a:r>
            <a:endParaRPr lang="fr-FR" dirty="0">
              <a:latin typeface="Calibri" charset="0"/>
              <a:ea typeface="ＭＳ Ｐゴシック" charset="0"/>
            </a:endParaRPr>
          </a:p>
        </p:txBody>
      </p:sp>
      <p:sp>
        <p:nvSpPr>
          <p:cNvPr id="3" name="Espace réservé du texte 2"/>
          <p:cNvSpPr>
            <a:spLocks noGrp="1"/>
          </p:cNvSpPr>
          <p:nvPr>
            <p:ph type="body" sz="quarter" idx="11"/>
          </p:nvPr>
        </p:nvSpPr>
        <p:spPr>
          <a:xfrm>
            <a:off x="1115617" y="3003650"/>
            <a:ext cx="7272337" cy="1295828"/>
          </a:xfrm>
        </p:spPr>
        <p:txBody>
          <a:bodyPr/>
          <a:lstStyle/>
          <a:p>
            <a:endParaRPr lang="fr-FR" dirty="0"/>
          </a:p>
        </p:txBody>
      </p:sp>
    </p:spTree>
    <p:extLst>
      <p:ext uri="{BB962C8B-B14F-4D97-AF65-F5344CB8AC3E}">
        <p14:creationId xmlns:p14="http://schemas.microsoft.com/office/powerpoint/2010/main" val="223995569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en-US" dirty="0"/>
              <a:t>The IEEE 802.11 Standard and the OSI Reference Model</a:t>
            </a:r>
            <a:endParaRPr lang="fr-FR" dirty="0"/>
          </a:p>
        </p:txBody>
      </p:sp>
      <p:sp>
        <p:nvSpPr>
          <p:cNvPr id="4" name="Espace réservé du texte 3"/>
          <p:cNvSpPr>
            <a:spLocks noGrp="1"/>
          </p:cNvSpPr>
          <p:nvPr>
            <p:ph type="body" sz="quarter" idx="11"/>
          </p:nvPr>
        </p:nvSpPr>
        <p:spPr/>
        <p:txBody>
          <a:bodyPr/>
          <a:lstStyle/>
          <a:p>
            <a:endParaRPr lang="fr-FR"/>
          </a:p>
        </p:txBody>
      </p:sp>
      <p:sp>
        <p:nvSpPr>
          <p:cNvPr id="5" name="Espace réservé du numéro de diapositive 4"/>
          <p:cNvSpPr>
            <a:spLocks noGrp="1"/>
          </p:cNvSpPr>
          <p:nvPr>
            <p:ph type="sldNum" sz="quarter" idx="4"/>
          </p:nvPr>
        </p:nvSpPr>
        <p:spPr/>
        <p:txBody>
          <a:bodyPr/>
          <a:lstStyle/>
          <a:p>
            <a:fld id="{7F86108E-6173-CC4E-81D1-D6419E4934EE}" type="slidenum">
              <a:rPr lang="fr-FR" smtClean="0"/>
              <a:pPr/>
              <a:t>28</a:t>
            </a:fld>
            <a:endParaRPr lang="fr-FR" dirty="0"/>
          </a:p>
        </p:txBody>
      </p:sp>
      <p:sp>
        <p:nvSpPr>
          <p:cNvPr id="3" name="Espace réservé du contenu 2"/>
          <p:cNvSpPr>
            <a:spLocks noGrp="1"/>
          </p:cNvSpPr>
          <p:nvPr>
            <p:ph idx="1"/>
          </p:nvPr>
        </p:nvSpPr>
        <p:spPr>
          <a:xfrm>
            <a:off x="251519" y="1161937"/>
            <a:ext cx="4067335" cy="3319017"/>
          </a:xfrm>
        </p:spPr>
        <p:txBody>
          <a:bodyPr/>
          <a:lstStyle/>
          <a:p>
            <a:r>
              <a:rPr lang="en-US" sz="1800" dirty="0"/>
              <a:t>Physical layer</a:t>
            </a:r>
          </a:p>
          <a:p>
            <a:pPr lvl="1"/>
            <a:r>
              <a:rPr lang="en-US" sz="1100" b="0" dirty="0"/>
              <a:t>Encoding and transmission schemes for wireless communications</a:t>
            </a:r>
            <a:endParaRPr lang="en-US" sz="1100" dirty="0"/>
          </a:p>
          <a:p>
            <a:r>
              <a:rPr lang="en-US" sz="1800" dirty="0"/>
              <a:t>Data link layer </a:t>
            </a:r>
          </a:p>
          <a:p>
            <a:pPr lvl="1"/>
            <a:r>
              <a:rPr lang="en-US" sz="1400" dirty="0"/>
              <a:t>MAC </a:t>
            </a:r>
          </a:p>
          <a:p>
            <a:pPr lvl="2"/>
            <a:r>
              <a:rPr lang="en-US" sz="1050" dirty="0"/>
              <a:t>CSMA/CA : (Carrier Sense Multiple Access/Collision Avoidance)</a:t>
            </a:r>
          </a:p>
          <a:p>
            <a:pPr lvl="1"/>
            <a:r>
              <a:rPr lang="en-US" sz="1400" dirty="0"/>
              <a:t>Logical Link Control LLC sub-layer</a:t>
            </a:r>
          </a:p>
          <a:p>
            <a:pPr lvl="2"/>
            <a:r>
              <a:rPr lang="en-US" sz="1200" dirty="0"/>
              <a:t>Interface between the MAC and the network layer</a:t>
            </a:r>
          </a:p>
          <a:p>
            <a:pPr lvl="1"/>
            <a:endParaRPr lang="en-US" sz="1400" dirty="0"/>
          </a:p>
          <a:p>
            <a:pPr lvl="1"/>
            <a:endParaRPr lang="en-US" sz="1400" dirty="0"/>
          </a:p>
        </p:txBody>
      </p:sp>
      <p:grpSp>
        <p:nvGrpSpPr>
          <p:cNvPr id="16" name="Groupe 15"/>
          <p:cNvGrpSpPr/>
          <p:nvPr/>
        </p:nvGrpSpPr>
        <p:grpSpPr>
          <a:xfrm>
            <a:off x="4283968" y="995945"/>
            <a:ext cx="4735500" cy="3805074"/>
            <a:chOff x="3868948" y="1004381"/>
            <a:chExt cx="4735500" cy="3805074"/>
          </a:xfrm>
        </p:grpSpPr>
        <p:grpSp>
          <p:nvGrpSpPr>
            <p:cNvPr id="7" name="Groupe 6"/>
            <p:cNvGrpSpPr/>
            <p:nvPr/>
          </p:nvGrpSpPr>
          <p:grpSpPr>
            <a:xfrm>
              <a:off x="3868948" y="1004381"/>
              <a:ext cx="4319700" cy="2347033"/>
              <a:chOff x="2051720" y="2355726"/>
              <a:chExt cx="4319700" cy="2347033"/>
            </a:xfrm>
          </p:grpSpPr>
          <p:pic>
            <p:nvPicPr>
              <p:cNvPr id="8" name="Image 7"/>
              <p:cNvPicPr>
                <a:picLocks noChangeAspect="1"/>
              </p:cNvPicPr>
              <p:nvPr/>
            </p:nvPicPr>
            <p:blipFill>
              <a:blip r:embed="rId2"/>
              <a:stretch>
                <a:fillRect/>
              </a:stretch>
            </p:blipFill>
            <p:spPr>
              <a:xfrm>
                <a:off x="2051720" y="2355726"/>
                <a:ext cx="4319700" cy="2347033"/>
              </a:xfrm>
              <a:prstGeom prst="rect">
                <a:avLst/>
              </a:prstGeom>
            </p:spPr>
          </p:pic>
          <p:sp>
            <p:nvSpPr>
              <p:cNvPr id="6" name="Rectangle 5"/>
              <p:cNvSpPr/>
              <p:nvPr/>
            </p:nvSpPr>
            <p:spPr>
              <a:xfrm>
                <a:off x="5707100" y="4139119"/>
                <a:ext cx="647292" cy="520863"/>
              </a:xfrm>
              <a:prstGeom prst="rect">
                <a:avLst/>
              </a:prstGeom>
              <a:noFill/>
              <a:ln w="19050">
                <a:solidFill>
                  <a:srgbClr val="FF0000"/>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grpSp>
        <p:pic>
          <p:nvPicPr>
            <p:cNvPr id="9" name="Image 8"/>
            <p:cNvPicPr>
              <a:picLocks noChangeAspect="1"/>
            </p:cNvPicPr>
            <p:nvPr/>
          </p:nvPicPr>
          <p:blipFill>
            <a:blip r:embed="rId3"/>
            <a:stretch>
              <a:fillRect/>
            </a:stretch>
          </p:blipFill>
          <p:spPr>
            <a:xfrm>
              <a:off x="3868948" y="3944455"/>
              <a:ext cx="4735499" cy="865000"/>
            </a:xfrm>
            <a:prstGeom prst="rect">
              <a:avLst/>
            </a:prstGeom>
          </p:spPr>
        </p:pic>
        <p:cxnSp>
          <p:nvCxnSpPr>
            <p:cNvPr id="11" name="Connecteur droit 10"/>
            <p:cNvCxnSpPr/>
            <p:nvPr/>
          </p:nvCxnSpPr>
          <p:spPr>
            <a:xfrm flipH="1">
              <a:off x="3923928" y="3308637"/>
              <a:ext cx="3617428" cy="631265"/>
            </a:xfrm>
            <a:prstGeom prst="line">
              <a:avLst/>
            </a:prstGeom>
            <a:ln w="19050">
              <a:solidFill>
                <a:srgbClr val="FF0000"/>
              </a:solidFill>
            </a:ln>
          </p:spPr>
          <p:style>
            <a:lnRef idx="1">
              <a:schemeClr val="dk1"/>
            </a:lnRef>
            <a:fillRef idx="0">
              <a:schemeClr val="dk1"/>
            </a:fillRef>
            <a:effectRef idx="0">
              <a:schemeClr val="dk1"/>
            </a:effectRef>
            <a:fontRef idx="minor">
              <a:schemeClr val="tx1"/>
            </a:fontRef>
          </p:style>
        </p:cxnSp>
        <p:cxnSp>
          <p:nvCxnSpPr>
            <p:cNvPr id="12" name="Connecteur droit 11"/>
            <p:cNvCxnSpPr/>
            <p:nvPr/>
          </p:nvCxnSpPr>
          <p:spPr>
            <a:xfrm>
              <a:off x="8188648" y="3308637"/>
              <a:ext cx="415800" cy="631265"/>
            </a:xfrm>
            <a:prstGeom prst="line">
              <a:avLst/>
            </a:prstGeom>
            <a:ln w="12700">
              <a:solidFill>
                <a:srgbClr val="FF0000"/>
              </a:solidFill>
            </a:ln>
          </p:spPr>
          <p:style>
            <a:lnRef idx="1">
              <a:schemeClr val="dk1"/>
            </a:lnRef>
            <a:fillRef idx="0">
              <a:schemeClr val="dk1"/>
            </a:fillRef>
            <a:effectRef idx="0">
              <a:schemeClr val="dk1"/>
            </a:effectRef>
            <a:fontRef idx="minor">
              <a:schemeClr val="tx1"/>
            </a:fontRef>
          </p:style>
        </p:cxnSp>
        <p:sp>
          <p:nvSpPr>
            <p:cNvPr id="15" name="Rectangle 14"/>
            <p:cNvSpPr/>
            <p:nvPr/>
          </p:nvSpPr>
          <p:spPr>
            <a:xfrm>
              <a:off x="3903836" y="3939902"/>
              <a:ext cx="4700611" cy="792088"/>
            </a:xfrm>
            <a:prstGeom prst="rect">
              <a:avLst/>
            </a:prstGeom>
            <a:noFill/>
            <a:ln w="19050">
              <a:solidFill>
                <a:srgbClr val="FF0000"/>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grpSp>
    </p:spTree>
    <p:extLst>
      <p:ext uri="{BB962C8B-B14F-4D97-AF65-F5344CB8AC3E}">
        <p14:creationId xmlns:p14="http://schemas.microsoft.com/office/powerpoint/2010/main" val="79450610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CA" dirty="0"/>
              <a:t>The 802.11 Frame</a:t>
            </a:r>
            <a:endParaRPr lang="fr-FR" dirty="0"/>
          </a:p>
        </p:txBody>
      </p:sp>
      <p:sp>
        <p:nvSpPr>
          <p:cNvPr id="3" name="Espace réservé du contenu 2"/>
          <p:cNvSpPr>
            <a:spLocks noGrp="1"/>
          </p:cNvSpPr>
          <p:nvPr>
            <p:ph idx="1"/>
          </p:nvPr>
        </p:nvSpPr>
        <p:spPr>
          <a:xfrm>
            <a:off x="402257" y="938075"/>
            <a:ext cx="8496944" cy="3319017"/>
          </a:xfrm>
        </p:spPr>
        <p:txBody>
          <a:bodyPr/>
          <a:lstStyle/>
          <a:p>
            <a:endParaRPr lang="fr-FR" sz="1100" b="0" dirty="0"/>
          </a:p>
          <a:p>
            <a:r>
              <a:rPr lang="en-US" sz="1100" dirty="0"/>
              <a:t>Protocol Version </a:t>
            </a:r>
            <a:r>
              <a:rPr lang="en-US" sz="1100" b="0" dirty="0"/>
              <a:t>provides the current version of the 802.11 protocol used</a:t>
            </a:r>
          </a:p>
          <a:p>
            <a:r>
              <a:rPr lang="en-US" sz="1100" dirty="0"/>
              <a:t>Type and Subtype </a:t>
            </a:r>
            <a:r>
              <a:rPr lang="en-US" sz="1100" b="0" dirty="0"/>
              <a:t>determines the function of the frame. There are three different frame type fields: control, data, and management. There are multiple subtype fields for each frame type. Each subtype determines the specific function to perform for its associated frame type.</a:t>
            </a:r>
          </a:p>
          <a:p>
            <a:r>
              <a:rPr lang="en-US" sz="1100" dirty="0"/>
              <a:t>More Fragments </a:t>
            </a:r>
            <a:r>
              <a:rPr lang="en-US" sz="1100" b="0" dirty="0"/>
              <a:t>indicates whether more fragments of the frame, either data or management type, are to follow.</a:t>
            </a:r>
          </a:p>
          <a:p>
            <a:r>
              <a:rPr lang="en-US" sz="1100" dirty="0"/>
              <a:t>Retry </a:t>
            </a:r>
            <a:r>
              <a:rPr lang="en-US" sz="1100" b="0" dirty="0"/>
              <a:t>indicates whether or not the frame, for either data or management frame types, is being retransmitted.</a:t>
            </a:r>
          </a:p>
          <a:p>
            <a:r>
              <a:rPr lang="en-US" sz="1100" dirty="0"/>
              <a:t>Power Management </a:t>
            </a:r>
            <a:r>
              <a:rPr lang="en-US" sz="1100" b="0" dirty="0"/>
              <a:t>indicates whether the sending STA is in active mode or power-save mode.</a:t>
            </a:r>
          </a:p>
          <a:p>
            <a:r>
              <a:rPr lang="en-US" sz="1100" b="0" dirty="0"/>
              <a:t> </a:t>
            </a:r>
            <a:r>
              <a:rPr lang="en-US" sz="1100" dirty="0"/>
              <a:t>More Data </a:t>
            </a:r>
            <a:r>
              <a:rPr lang="en-US" sz="1100" b="0" dirty="0"/>
              <a:t>indicates to a STA in power-save mode that the AP has more frames to send. It is also used for APs to indicate that additional broadcast/multicast frames are to follow.</a:t>
            </a:r>
          </a:p>
          <a:p>
            <a:r>
              <a:rPr lang="en-US" sz="1100" dirty="0"/>
              <a:t>WEP </a:t>
            </a:r>
            <a:r>
              <a:rPr lang="en-US" sz="1100" b="0" dirty="0"/>
              <a:t>indicates whether or not encryption and authentication are used in the frame. It can be set for all data frames and management frames, which have the subtype set to authentication.</a:t>
            </a:r>
          </a:p>
        </p:txBody>
      </p:sp>
      <p:sp>
        <p:nvSpPr>
          <p:cNvPr id="4" name="Espace réservé du texte 3"/>
          <p:cNvSpPr>
            <a:spLocks noGrp="1"/>
          </p:cNvSpPr>
          <p:nvPr>
            <p:ph type="body" sz="quarter" idx="11"/>
          </p:nvPr>
        </p:nvSpPr>
        <p:spPr/>
        <p:txBody>
          <a:bodyPr/>
          <a:lstStyle/>
          <a:p>
            <a:r>
              <a:rPr lang="fr-FR" dirty="0"/>
              <a:t>Frame Control Main </a:t>
            </a:r>
            <a:r>
              <a:rPr lang="fr-FR" dirty="0" err="1"/>
              <a:t>fields</a:t>
            </a:r>
            <a:endParaRPr lang="fr-FR" dirty="0"/>
          </a:p>
        </p:txBody>
      </p:sp>
      <p:sp>
        <p:nvSpPr>
          <p:cNvPr id="5" name="Espace réservé du numéro de diapositive 4"/>
          <p:cNvSpPr>
            <a:spLocks noGrp="1"/>
          </p:cNvSpPr>
          <p:nvPr>
            <p:ph type="sldNum" sz="quarter" idx="4"/>
          </p:nvPr>
        </p:nvSpPr>
        <p:spPr/>
        <p:txBody>
          <a:bodyPr/>
          <a:lstStyle/>
          <a:p>
            <a:fld id="{7F86108E-6173-CC4E-81D1-D6419E4934EE}" type="slidenum">
              <a:rPr lang="fr-FR" smtClean="0"/>
              <a:pPr/>
              <a:t>29</a:t>
            </a:fld>
            <a:endParaRPr lang="fr-FR" dirty="0"/>
          </a:p>
        </p:txBody>
      </p:sp>
      <p:pic>
        <p:nvPicPr>
          <p:cNvPr id="6" name="Image 5"/>
          <p:cNvPicPr>
            <a:picLocks noChangeAspect="1"/>
          </p:cNvPicPr>
          <p:nvPr/>
        </p:nvPicPr>
        <p:blipFill>
          <a:blip r:embed="rId2"/>
          <a:stretch>
            <a:fillRect/>
          </a:stretch>
        </p:blipFill>
        <p:spPr>
          <a:xfrm>
            <a:off x="2094445" y="3075481"/>
            <a:ext cx="5112568" cy="2016549"/>
          </a:xfrm>
          <a:prstGeom prst="rect">
            <a:avLst/>
          </a:prstGeom>
        </p:spPr>
      </p:pic>
    </p:spTree>
    <p:extLst>
      <p:ext uri="{BB962C8B-B14F-4D97-AF65-F5344CB8AC3E}">
        <p14:creationId xmlns:p14="http://schemas.microsoft.com/office/powerpoint/2010/main" val="259583305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CA" dirty="0"/>
              <a:t>The 802.11 Frame</a:t>
            </a:r>
            <a:endParaRPr lang="fr-FR" dirty="0"/>
          </a:p>
        </p:txBody>
      </p:sp>
      <p:sp>
        <p:nvSpPr>
          <p:cNvPr id="3" name="Espace réservé du contenu 2"/>
          <p:cNvSpPr>
            <a:spLocks noGrp="1"/>
          </p:cNvSpPr>
          <p:nvPr>
            <p:ph idx="1"/>
          </p:nvPr>
        </p:nvSpPr>
        <p:spPr>
          <a:xfrm>
            <a:off x="467543" y="1203599"/>
            <a:ext cx="8405041" cy="3312368"/>
          </a:xfrm>
        </p:spPr>
        <p:txBody>
          <a:bodyPr/>
          <a:lstStyle/>
          <a:p>
            <a:endParaRPr lang="fr-FR" sz="1100" b="0" dirty="0"/>
          </a:p>
          <a:p>
            <a:r>
              <a:rPr lang="fr-FR" sz="1100" dirty="0"/>
              <a:t>Duration</a:t>
            </a:r>
            <a:r>
              <a:rPr lang="fr-FR" sz="1100" b="0" dirty="0"/>
              <a:t> : for RTS/CTS</a:t>
            </a:r>
          </a:p>
          <a:p>
            <a:r>
              <a:rPr lang="en-US" sz="1100" dirty="0"/>
              <a:t>Destination Address (DA) </a:t>
            </a:r>
            <a:r>
              <a:rPr lang="en-US" sz="1100" b="0" dirty="0"/>
              <a:t>indicates the MAC address of the final destination to receive the frame.</a:t>
            </a:r>
          </a:p>
          <a:p>
            <a:r>
              <a:rPr lang="en-US" sz="1100" dirty="0"/>
              <a:t>Source Address (SA) </a:t>
            </a:r>
            <a:r>
              <a:rPr lang="en-US" sz="1100" b="0" dirty="0"/>
              <a:t>indicates the MAC address of the original source that initially created and transmitted the frame.</a:t>
            </a:r>
          </a:p>
          <a:p>
            <a:r>
              <a:rPr lang="en-US" sz="1100" dirty="0"/>
              <a:t>Receiver Address (RA) </a:t>
            </a:r>
            <a:r>
              <a:rPr lang="en-US" sz="1100" b="0" dirty="0"/>
              <a:t>indicates the MAC address of the next immediate node on the wireless medium to receive the frame.</a:t>
            </a:r>
          </a:p>
          <a:p>
            <a:r>
              <a:rPr lang="en-US" sz="1100" dirty="0"/>
              <a:t>Transmitter Address (TA) </a:t>
            </a:r>
            <a:r>
              <a:rPr lang="en-US" sz="1100" b="0" dirty="0"/>
              <a:t>indicates the MAC address of the node that transmitted the frame onto the wireless medium.</a:t>
            </a:r>
          </a:p>
          <a:p>
            <a:r>
              <a:rPr lang="en-US" sz="1100" dirty="0"/>
              <a:t>Frame Check Sequence (FCS)</a:t>
            </a:r>
            <a:r>
              <a:rPr lang="en-US" sz="1100" b="0" dirty="0"/>
              <a:t> is a generated value over all the fields of the MAC header and the frame body field by the transmitter using the cyclic redundancy check (CRC). The receiver uses the same CRC calculation to determine its own value of the FCS field to verify whether or not any errors occurred in the frame during the transmission.</a:t>
            </a:r>
            <a:endParaRPr lang="fr-FR" sz="1100" dirty="0"/>
          </a:p>
        </p:txBody>
      </p:sp>
      <p:sp>
        <p:nvSpPr>
          <p:cNvPr id="4" name="Espace réservé du texte 3"/>
          <p:cNvSpPr>
            <a:spLocks noGrp="1"/>
          </p:cNvSpPr>
          <p:nvPr>
            <p:ph type="body" sz="quarter" idx="11"/>
          </p:nvPr>
        </p:nvSpPr>
        <p:spPr/>
        <p:txBody>
          <a:bodyPr/>
          <a:lstStyle/>
          <a:p>
            <a:endParaRPr lang="fr-FR"/>
          </a:p>
        </p:txBody>
      </p:sp>
      <p:sp>
        <p:nvSpPr>
          <p:cNvPr id="5" name="Espace réservé du numéro de diapositive 4"/>
          <p:cNvSpPr>
            <a:spLocks noGrp="1"/>
          </p:cNvSpPr>
          <p:nvPr>
            <p:ph type="sldNum" sz="quarter" idx="4"/>
          </p:nvPr>
        </p:nvSpPr>
        <p:spPr/>
        <p:txBody>
          <a:bodyPr/>
          <a:lstStyle/>
          <a:p>
            <a:fld id="{7F86108E-6173-CC4E-81D1-D6419E4934EE}" type="slidenum">
              <a:rPr lang="fr-FR" smtClean="0"/>
              <a:pPr/>
              <a:t>30</a:t>
            </a:fld>
            <a:endParaRPr lang="fr-FR" dirty="0"/>
          </a:p>
        </p:txBody>
      </p:sp>
      <p:pic>
        <p:nvPicPr>
          <p:cNvPr id="6" name="Image 5"/>
          <p:cNvPicPr>
            <a:picLocks noChangeAspect="1"/>
          </p:cNvPicPr>
          <p:nvPr/>
        </p:nvPicPr>
        <p:blipFill>
          <a:blip r:embed="rId2"/>
          <a:stretch>
            <a:fillRect/>
          </a:stretch>
        </p:blipFill>
        <p:spPr>
          <a:xfrm>
            <a:off x="2051720" y="3075481"/>
            <a:ext cx="5112568" cy="2016549"/>
          </a:xfrm>
          <a:prstGeom prst="rect">
            <a:avLst/>
          </a:prstGeom>
        </p:spPr>
      </p:pic>
    </p:spTree>
    <p:extLst>
      <p:ext uri="{BB962C8B-B14F-4D97-AF65-F5344CB8AC3E}">
        <p14:creationId xmlns:p14="http://schemas.microsoft.com/office/powerpoint/2010/main" val="333463657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en-US" dirty="0"/>
              <a:t>Network Architecture</a:t>
            </a:r>
          </a:p>
        </p:txBody>
      </p:sp>
      <p:sp>
        <p:nvSpPr>
          <p:cNvPr id="3" name="Espace réservé du contenu 2"/>
          <p:cNvSpPr>
            <a:spLocks noGrp="1"/>
          </p:cNvSpPr>
          <p:nvPr>
            <p:ph idx="1"/>
          </p:nvPr>
        </p:nvSpPr>
        <p:spPr/>
        <p:txBody>
          <a:bodyPr/>
          <a:lstStyle/>
          <a:p>
            <a:r>
              <a:rPr lang="en-US" dirty="0"/>
              <a:t>Basic Service Set (BSS) </a:t>
            </a:r>
            <a:r>
              <a:rPr lang="en-US" b="0" dirty="0"/>
              <a:t>= Access Point + wireless stations</a:t>
            </a:r>
          </a:p>
          <a:p>
            <a:r>
              <a:rPr lang="en-US" dirty="0"/>
              <a:t>Service Set </a:t>
            </a:r>
            <a:r>
              <a:rPr lang="en-US" dirty="0" err="1"/>
              <a:t>Identier</a:t>
            </a:r>
            <a:r>
              <a:rPr lang="en-US" dirty="0"/>
              <a:t> (SSID)</a:t>
            </a:r>
            <a:r>
              <a:rPr lang="en-US" b="0" dirty="0"/>
              <a:t> = Name of the Access Point (AP)</a:t>
            </a:r>
          </a:p>
          <a:p>
            <a:r>
              <a:rPr lang="en-US" dirty="0"/>
              <a:t>Beacon Frame </a:t>
            </a:r>
            <a:r>
              <a:rPr lang="en-US" b="0" dirty="0"/>
              <a:t>: AP periodically sends beacons containing (SSID, MAC(AP))</a:t>
            </a:r>
            <a:endParaRPr lang="en-US" dirty="0"/>
          </a:p>
        </p:txBody>
      </p:sp>
      <p:sp>
        <p:nvSpPr>
          <p:cNvPr id="4" name="Espace réservé du texte 3"/>
          <p:cNvSpPr>
            <a:spLocks noGrp="1"/>
          </p:cNvSpPr>
          <p:nvPr>
            <p:ph type="body" sz="quarter" idx="11"/>
          </p:nvPr>
        </p:nvSpPr>
        <p:spPr/>
        <p:txBody>
          <a:bodyPr/>
          <a:lstStyle/>
          <a:p>
            <a:endParaRPr lang="en-US"/>
          </a:p>
        </p:txBody>
      </p:sp>
      <p:sp>
        <p:nvSpPr>
          <p:cNvPr id="5" name="Espace réservé du numéro de diapositive 4"/>
          <p:cNvSpPr>
            <a:spLocks noGrp="1"/>
          </p:cNvSpPr>
          <p:nvPr>
            <p:ph type="sldNum" sz="quarter" idx="4"/>
          </p:nvPr>
        </p:nvSpPr>
        <p:spPr/>
        <p:txBody>
          <a:bodyPr/>
          <a:lstStyle/>
          <a:p>
            <a:fld id="{7F86108E-6173-CC4E-81D1-D6419E4934EE}" type="slidenum">
              <a:rPr lang="fr-FR" smtClean="0"/>
              <a:pPr/>
              <a:t>31</a:t>
            </a:fld>
            <a:endParaRPr lang="fr-FR" dirty="0"/>
          </a:p>
        </p:txBody>
      </p:sp>
    </p:spTree>
    <p:extLst>
      <p:ext uri="{BB962C8B-B14F-4D97-AF65-F5344CB8AC3E}">
        <p14:creationId xmlns:p14="http://schemas.microsoft.com/office/powerpoint/2010/main" val="254653065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CA" dirty="0"/>
              <a:t>Network association</a:t>
            </a:r>
            <a:endParaRPr lang="fr-FR" dirty="0"/>
          </a:p>
        </p:txBody>
      </p:sp>
      <p:pic>
        <p:nvPicPr>
          <p:cNvPr id="6" name="Espace réservé du contenu 5"/>
          <p:cNvPicPr>
            <a:picLocks noGrp="1" noChangeAspect="1"/>
          </p:cNvPicPr>
          <p:nvPr>
            <p:ph idx="1"/>
          </p:nvPr>
        </p:nvPicPr>
        <p:blipFill>
          <a:blip r:embed="rId2"/>
          <a:stretch>
            <a:fillRect/>
          </a:stretch>
        </p:blipFill>
        <p:spPr>
          <a:xfrm>
            <a:off x="1547664" y="1927904"/>
            <a:ext cx="5873982" cy="2974059"/>
          </a:xfrm>
          <a:prstGeom prst="rect">
            <a:avLst/>
          </a:prstGeom>
        </p:spPr>
      </p:pic>
      <p:sp>
        <p:nvSpPr>
          <p:cNvPr id="4" name="Espace réservé du texte 3"/>
          <p:cNvSpPr>
            <a:spLocks noGrp="1"/>
          </p:cNvSpPr>
          <p:nvPr>
            <p:ph type="body" sz="quarter" idx="11"/>
          </p:nvPr>
        </p:nvSpPr>
        <p:spPr/>
        <p:txBody>
          <a:bodyPr/>
          <a:lstStyle/>
          <a:p>
            <a:endParaRPr lang="fr-FR"/>
          </a:p>
        </p:txBody>
      </p:sp>
      <p:sp>
        <p:nvSpPr>
          <p:cNvPr id="5" name="Espace réservé du numéro de diapositive 4"/>
          <p:cNvSpPr>
            <a:spLocks noGrp="1"/>
          </p:cNvSpPr>
          <p:nvPr>
            <p:ph type="sldNum" sz="quarter" idx="4"/>
          </p:nvPr>
        </p:nvSpPr>
        <p:spPr/>
        <p:txBody>
          <a:bodyPr/>
          <a:lstStyle/>
          <a:p>
            <a:fld id="{7F86108E-6173-CC4E-81D1-D6419E4934EE}" type="slidenum">
              <a:rPr lang="fr-FR" smtClean="0"/>
              <a:pPr/>
              <a:t>32</a:t>
            </a:fld>
            <a:endParaRPr lang="fr-FR" dirty="0"/>
          </a:p>
        </p:txBody>
      </p:sp>
      <p:sp>
        <p:nvSpPr>
          <p:cNvPr id="7" name="ZoneTexte 6"/>
          <p:cNvSpPr txBox="1"/>
          <p:nvPr/>
        </p:nvSpPr>
        <p:spPr bwMode="auto">
          <a:xfrm>
            <a:off x="1259632" y="1482338"/>
            <a:ext cx="5976664" cy="36933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FAA26D3D-D897-4be2-8F04-BA451C77F1D7}">
              <ma14:placeholderFlag xmlns:ma14="http://schemas.microsoft.com/office/mac/drawingml/2011/main" xmlns="" val="1"/>
            </a:ext>
          </a:extLst>
        </p:spPr>
        <p:txBody>
          <a:bodyPr vert="horz" wrap="square" lIns="0" tIns="45720" rIns="36000" bIns="45720" numCol="1" rtlCol="0" anchor="b" anchorCtr="0" compatLnSpc="1">
            <a:prstTxWarp prst="textNoShape">
              <a:avLst/>
            </a:prstTxWarp>
            <a:spAutoFit/>
          </a:bodyPr>
          <a:lstStyle/>
          <a:p>
            <a:r>
              <a:rPr lang="en-US" dirty="0"/>
              <a:t>Active or passive scan depending on the signal strength</a:t>
            </a:r>
          </a:p>
        </p:txBody>
      </p:sp>
    </p:spTree>
    <p:extLst>
      <p:ext uri="{BB962C8B-B14F-4D97-AF65-F5344CB8AC3E}">
        <p14:creationId xmlns:p14="http://schemas.microsoft.com/office/powerpoint/2010/main" val="87194173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2339752" y="267494"/>
            <a:ext cx="6264696" cy="324036"/>
          </a:xfrm>
        </p:spPr>
        <p:txBody>
          <a:bodyPr/>
          <a:lstStyle/>
          <a:p>
            <a:r>
              <a:rPr lang="fr-CA" dirty="0"/>
              <a:t>802.11 Media Access</a:t>
            </a:r>
            <a:endParaRPr lang="fr-FR" dirty="0"/>
          </a:p>
        </p:txBody>
      </p:sp>
      <p:sp>
        <p:nvSpPr>
          <p:cNvPr id="3" name="Espace réservé du contenu 2"/>
          <p:cNvSpPr>
            <a:spLocks noGrp="1"/>
          </p:cNvSpPr>
          <p:nvPr>
            <p:ph idx="1"/>
          </p:nvPr>
        </p:nvSpPr>
        <p:spPr/>
        <p:txBody>
          <a:bodyPr/>
          <a:lstStyle/>
          <a:p>
            <a:r>
              <a:rPr lang="en-US" b="0" dirty="0"/>
              <a:t>Random access to the media</a:t>
            </a:r>
          </a:p>
          <a:p>
            <a:r>
              <a:rPr lang="en-US" b="0" dirty="0"/>
              <a:t>CSMA/CA (Carrier Sense Multiple Access/Collision Avoidance)</a:t>
            </a:r>
          </a:p>
          <a:p>
            <a:r>
              <a:rPr lang="en-US" b="0" dirty="0"/>
              <a:t>Acknowledgements/retransmissions : high BER</a:t>
            </a:r>
          </a:p>
          <a:p>
            <a:r>
              <a:rPr lang="en-US" b="0" dirty="0"/>
              <a:t>No error detection</a:t>
            </a:r>
          </a:p>
          <a:p>
            <a:pPr lvl="1"/>
            <a:r>
              <a:rPr lang="en-US" dirty="0"/>
              <a:t>Need to listen to the channel before transmitting but transmitted signal may be low at reception</a:t>
            </a:r>
            <a:endParaRPr lang="en-US" b="0" dirty="0"/>
          </a:p>
          <a:p>
            <a:pPr lvl="1"/>
            <a:r>
              <a:rPr lang="en-US" b="0" dirty="0"/>
              <a:t>Can not detect all collisions (</a:t>
            </a:r>
            <a:r>
              <a:rPr lang="en-US" dirty="0"/>
              <a:t>hidden terminals</a:t>
            </a:r>
            <a:r>
              <a:rPr lang="en-US" b="0" dirty="0"/>
              <a:t>)</a:t>
            </a:r>
          </a:p>
          <a:p>
            <a:pPr marL="0" indent="0">
              <a:buNone/>
            </a:pPr>
            <a:endParaRPr lang="fr-FR" b="0" dirty="0"/>
          </a:p>
          <a:p>
            <a:endParaRPr lang="fr-FR" dirty="0"/>
          </a:p>
        </p:txBody>
      </p:sp>
      <p:sp>
        <p:nvSpPr>
          <p:cNvPr id="4" name="Espace réservé du texte 3"/>
          <p:cNvSpPr>
            <a:spLocks noGrp="1"/>
          </p:cNvSpPr>
          <p:nvPr>
            <p:ph type="body" sz="quarter" idx="11"/>
          </p:nvPr>
        </p:nvSpPr>
        <p:spPr/>
        <p:txBody>
          <a:bodyPr/>
          <a:lstStyle/>
          <a:p>
            <a:r>
              <a:rPr lang="fr-FR" dirty="0"/>
              <a:t>CSMA/CA</a:t>
            </a:r>
          </a:p>
        </p:txBody>
      </p:sp>
      <p:sp>
        <p:nvSpPr>
          <p:cNvPr id="5" name="Espace réservé du numéro de diapositive 4"/>
          <p:cNvSpPr>
            <a:spLocks noGrp="1"/>
          </p:cNvSpPr>
          <p:nvPr>
            <p:ph type="sldNum" sz="quarter" idx="4"/>
          </p:nvPr>
        </p:nvSpPr>
        <p:spPr/>
        <p:txBody>
          <a:bodyPr/>
          <a:lstStyle/>
          <a:p>
            <a:fld id="{7F86108E-6173-CC4E-81D1-D6419E4934EE}" type="slidenum">
              <a:rPr lang="fr-FR" smtClean="0"/>
              <a:pPr/>
              <a:t>33</a:t>
            </a:fld>
            <a:endParaRPr lang="fr-FR" dirty="0"/>
          </a:p>
        </p:txBody>
      </p:sp>
    </p:spTree>
    <p:extLst>
      <p:ext uri="{BB962C8B-B14F-4D97-AF65-F5344CB8AC3E}">
        <p14:creationId xmlns:p14="http://schemas.microsoft.com/office/powerpoint/2010/main" val="167664278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en-US" dirty="0"/>
              <a:t>Acknowledgement</a:t>
            </a:r>
          </a:p>
        </p:txBody>
      </p:sp>
      <p:sp>
        <p:nvSpPr>
          <p:cNvPr id="3" name="Espace réservé du contenu 2"/>
          <p:cNvSpPr>
            <a:spLocks noGrp="1"/>
          </p:cNvSpPr>
          <p:nvPr>
            <p:ph idx="1"/>
          </p:nvPr>
        </p:nvSpPr>
        <p:spPr/>
        <p:txBody>
          <a:bodyPr/>
          <a:lstStyle/>
          <a:p>
            <a:r>
              <a:rPr lang="en-US" b="0" dirty="0"/>
              <a:t>Acknowledgement (ACK) for every received data frame</a:t>
            </a:r>
          </a:p>
          <a:p>
            <a:pPr lvl="1"/>
            <a:r>
              <a:rPr lang="en-US" b="0" u="sng" dirty="0"/>
              <a:t>Transmitter</a:t>
            </a:r>
            <a:r>
              <a:rPr lang="en-US" b="0" dirty="0"/>
              <a:t> : </a:t>
            </a:r>
          </a:p>
          <a:p>
            <a:pPr lvl="2"/>
            <a:r>
              <a:rPr lang="en-US" b="0" dirty="0"/>
              <a:t>sends a frame and waits for ACK</a:t>
            </a:r>
          </a:p>
          <a:p>
            <a:pPr lvl="1"/>
            <a:r>
              <a:rPr lang="en-US" b="0" u="sng" dirty="0"/>
              <a:t>Receiver</a:t>
            </a:r>
            <a:r>
              <a:rPr lang="en-US" b="0" dirty="0"/>
              <a:t> : </a:t>
            </a:r>
          </a:p>
          <a:p>
            <a:pPr lvl="2"/>
            <a:r>
              <a:rPr lang="en-US" b="0" dirty="0"/>
              <a:t>if received frame and CRC OK, wait for SIFS (Short Inter-Frame Spacing) and send ACK</a:t>
            </a:r>
          </a:p>
          <a:p>
            <a:pPr lvl="2"/>
            <a:r>
              <a:rPr lang="en-US" b="0" dirty="0"/>
              <a:t>If no ACK after α retransmissions, discard the frame</a:t>
            </a:r>
            <a:endParaRPr lang="en-US" dirty="0"/>
          </a:p>
          <a:p>
            <a:endParaRPr lang="fr-FR" dirty="0"/>
          </a:p>
        </p:txBody>
      </p:sp>
      <p:sp>
        <p:nvSpPr>
          <p:cNvPr id="4" name="Espace réservé du texte 3"/>
          <p:cNvSpPr>
            <a:spLocks noGrp="1"/>
          </p:cNvSpPr>
          <p:nvPr>
            <p:ph type="body" sz="quarter" idx="11"/>
          </p:nvPr>
        </p:nvSpPr>
        <p:spPr/>
        <p:txBody>
          <a:bodyPr/>
          <a:lstStyle/>
          <a:p>
            <a:endParaRPr lang="fr-FR"/>
          </a:p>
        </p:txBody>
      </p:sp>
      <p:sp>
        <p:nvSpPr>
          <p:cNvPr id="5" name="Espace réservé du numéro de diapositive 4"/>
          <p:cNvSpPr>
            <a:spLocks noGrp="1"/>
          </p:cNvSpPr>
          <p:nvPr>
            <p:ph type="sldNum" sz="quarter" idx="4"/>
          </p:nvPr>
        </p:nvSpPr>
        <p:spPr/>
        <p:txBody>
          <a:bodyPr/>
          <a:lstStyle/>
          <a:p>
            <a:fld id="{7F86108E-6173-CC4E-81D1-D6419E4934EE}" type="slidenum">
              <a:rPr lang="fr-FR" smtClean="0"/>
              <a:pPr/>
              <a:t>34</a:t>
            </a:fld>
            <a:endParaRPr lang="fr-FR" dirty="0"/>
          </a:p>
        </p:txBody>
      </p:sp>
    </p:spTree>
    <p:extLst>
      <p:ext uri="{BB962C8B-B14F-4D97-AF65-F5344CB8AC3E}">
        <p14:creationId xmlns:p14="http://schemas.microsoft.com/office/powerpoint/2010/main" val="175729141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CA" dirty="0"/>
              <a:t>CSMA/CA</a:t>
            </a:r>
            <a:endParaRPr lang="fr-FR" dirty="0"/>
          </a:p>
        </p:txBody>
      </p:sp>
      <p:sp>
        <p:nvSpPr>
          <p:cNvPr id="3" name="Espace réservé du contenu 2"/>
          <p:cNvSpPr>
            <a:spLocks noGrp="1"/>
          </p:cNvSpPr>
          <p:nvPr>
            <p:ph idx="1"/>
          </p:nvPr>
        </p:nvSpPr>
        <p:spPr/>
        <p:txBody>
          <a:bodyPr/>
          <a:lstStyle/>
          <a:p>
            <a:r>
              <a:rPr lang="en-US" sz="1800" b="0" dirty="0"/>
              <a:t>A) Carrier Sense </a:t>
            </a:r>
          </a:p>
          <a:p>
            <a:pPr marL="857250" lvl="1" indent="-457200"/>
            <a:r>
              <a:rPr lang="fr-FR" sz="1400" dirty="0"/>
              <a:t>A </a:t>
            </a:r>
            <a:r>
              <a:rPr lang="en-US" sz="1400" dirty="0"/>
              <a:t>node first </a:t>
            </a:r>
            <a:r>
              <a:rPr lang="en-US" sz="1400" b="1" dirty="0"/>
              <a:t>listens</a:t>
            </a:r>
            <a:r>
              <a:rPr lang="en-US" sz="1400" dirty="0"/>
              <a:t> to the shared medium to determine whether another node is transmitting or not</a:t>
            </a:r>
          </a:p>
          <a:p>
            <a:r>
              <a:rPr lang="en-US" sz="1800" b="0" dirty="0"/>
              <a:t>B) Collision avoidance </a:t>
            </a:r>
          </a:p>
          <a:p>
            <a:pPr marL="857250" lvl="1" indent="-457200">
              <a:buFont typeface="+mj-lt"/>
              <a:buAutoNum type="arabicPeriod"/>
            </a:pPr>
            <a:r>
              <a:rPr lang="en-US" sz="1400" b="0" dirty="0"/>
              <a:t>if another node was heard, we wait for a </a:t>
            </a:r>
            <a:r>
              <a:rPr lang="en-US" sz="1400" b="1" dirty="0"/>
              <a:t>random </a:t>
            </a:r>
            <a:r>
              <a:rPr lang="en-US" sz="1400" b="1" dirty="0" err="1"/>
              <a:t>backoff</a:t>
            </a:r>
            <a:r>
              <a:rPr lang="en-US" sz="1400" b="1" dirty="0"/>
              <a:t> time </a:t>
            </a:r>
            <a:r>
              <a:rPr lang="en-US" sz="1400" b="0" dirty="0"/>
              <a:t>for the node to stop transmitting before listening again for a free communication channel</a:t>
            </a:r>
          </a:p>
          <a:p>
            <a:pPr marL="857250" lvl="1" indent="-457200">
              <a:buFont typeface="+mj-lt"/>
              <a:buAutoNum type="arabicPeriod"/>
            </a:pPr>
            <a:r>
              <a:rPr lang="en-US" sz="1400" dirty="0"/>
              <a:t>Else : </a:t>
            </a:r>
          </a:p>
          <a:p>
            <a:pPr marL="1257300" lvl="2" indent="-457200">
              <a:buFont typeface="+mj-lt"/>
              <a:buAutoNum type="arabicPeriod"/>
            </a:pPr>
            <a:r>
              <a:rPr lang="en-US" sz="1200" dirty="0"/>
              <a:t>Channel reservation (optional implementation): Send Request To Send (RTS) / Receive Clear to Send (CTS)</a:t>
            </a:r>
          </a:p>
          <a:p>
            <a:pPr marL="1257300" lvl="2" indent="-457200">
              <a:buFont typeface="+mj-lt"/>
              <a:buAutoNum type="arabicPeriod"/>
            </a:pPr>
            <a:r>
              <a:rPr lang="fr-FR" sz="1200" dirty="0"/>
              <a:t>If </a:t>
            </a:r>
            <a:r>
              <a:rPr lang="fr-FR" sz="1200" dirty="0" err="1"/>
              <a:t>receive</a:t>
            </a:r>
            <a:r>
              <a:rPr lang="fr-FR" sz="1200" dirty="0"/>
              <a:t> CTS (the </a:t>
            </a:r>
            <a:r>
              <a:rPr lang="fr-FR" sz="1200" dirty="0" err="1"/>
              <a:t>channel</a:t>
            </a:r>
            <a:r>
              <a:rPr lang="fr-FR" sz="1200" dirty="0"/>
              <a:t> </a:t>
            </a:r>
            <a:r>
              <a:rPr lang="fr-FR" sz="1200" dirty="0" err="1"/>
              <a:t>is</a:t>
            </a:r>
            <a:r>
              <a:rPr lang="fr-FR" sz="1200" dirty="0"/>
              <a:t> free) : transmission </a:t>
            </a:r>
            <a:r>
              <a:rPr lang="fr-FR" sz="1200" dirty="0" err="1"/>
              <a:t>after</a:t>
            </a:r>
            <a:r>
              <a:rPr lang="fr-FR" sz="1200" dirty="0"/>
              <a:t> a certain </a:t>
            </a:r>
            <a:r>
              <a:rPr lang="fr-FR" sz="1200" dirty="0" err="1"/>
              <a:t>delay</a:t>
            </a:r>
            <a:r>
              <a:rPr lang="fr-FR" sz="1200" dirty="0"/>
              <a:t> (</a:t>
            </a:r>
            <a:r>
              <a:rPr lang="fr-FR" sz="1200" b="1" dirty="0"/>
              <a:t>DIFS</a:t>
            </a:r>
            <a:r>
              <a:rPr lang="fr-FR" sz="1200" dirty="0"/>
              <a:t>, </a:t>
            </a:r>
            <a:r>
              <a:rPr lang="fr-FR" sz="1200" dirty="0" err="1"/>
              <a:t>Distributed</a:t>
            </a:r>
            <a:r>
              <a:rPr lang="fr-FR" sz="1200" dirty="0"/>
              <a:t> Inter-Frame </a:t>
            </a:r>
            <a:r>
              <a:rPr lang="fr-FR" sz="1200" dirty="0" err="1"/>
              <a:t>Space</a:t>
            </a:r>
            <a:r>
              <a:rPr lang="fr-FR" sz="1200" dirty="0"/>
              <a:t>)</a:t>
            </a:r>
          </a:p>
          <a:p>
            <a:pPr marL="1257300" lvl="2" indent="-457200">
              <a:buFont typeface="+mj-lt"/>
              <a:buAutoNum type="arabicPeriod"/>
            </a:pPr>
            <a:r>
              <a:rPr lang="fr-FR" sz="1200" b="0" dirty="0" err="1"/>
              <a:t>Else</a:t>
            </a:r>
            <a:r>
              <a:rPr lang="fr-FR" sz="1200" b="0" dirty="0"/>
              <a:t> </a:t>
            </a:r>
            <a:r>
              <a:rPr lang="fr-FR" sz="1200" b="0" dirty="0" err="1"/>
              <a:t>random</a:t>
            </a:r>
            <a:r>
              <a:rPr lang="fr-FR" sz="1200" b="0" dirty="0"/>
              <a:t> </a:t>
            </a:r>
            <a:r>
              <a:rPr lang="fr-FR" sz="1200" b="0" dirty="0" err="1"/>
              <a:t>timer</a:t>
            </a:r>
            <a:r>
              <a:rPr lang="fr-FR" sz="1200" b="0" dirty="0"/>
              <a:t> (</a:t>
            </a:r>
            <a:r>
              <a:rPr lang="fr-FR" sz="1200" b="0" dirty="0" err="1"/>
              <a:t>decreased</a:t>
            </a:r>
            <a:r>
              <a:rPr lang="fr-FR" sz="1200" b="0" dirty="0"/>
              <a:t> </a:t>
            </a:r>
            <a:r>
              <a:rPr lang="fr-FR" sz="1200" b="0" dirty="0" err="1"/>
              <a:t>each</a:t>
            </a:r>
            <a:r>
              <a:rPr lang="fr-FR" sz="1200" b="0" dirty="0"/>
              <a:t> time the </a:t>
            </a:r>
            <a:r>
              <a:rPr lang="fr-FR" sz="1200" b="0" dirty="0" err="1"/>
              <a:t>channel</a:t>
            </a:r>
            <a:r>
              <a:rPr lang="fr-FR" sz="1200" b="0" dirty="0"/>
              <a:t> </a:t>
            </a:r>
            <a:r>
              <a:rPr lang="fr-FR" sz="1200" b="0" dirty="0" err="1"/>
              <a:t>is</a:t>
            </a:r>
            <a:r>
              <a:rPr lang="fr-FR" sz="1200" b="0" dirty="0"/>
              <a:t> free) </a:t>
            </a:r>
          </a:p>
          <a:p>
            <a:pPr marL="1257300" lvl="2" indent="-457200">
              <a:buFont typeface="+mj-lt"/>
              <a:buAutoNum type="arabicPeriod"/>
            </a:pPr>
            <a:r>
              <a:rPr lang="fr-FR" sz="1200" b="0" dirty="0" err="1"/>
              <a:t>When</a:t>
            </a:r>
            <a:r>
              <a:rPr lang="fr-FR" sz="1200" b="0" dirty="0"/>
              <a:t> </a:t>
            </a:r>
            <a:r>
              <a:rPr lang="fr-FR" sz="1200" b="0" dirty="0" err="1"/>
              <a:t>timer</a:t>
            </a:r>
            <a:r>
              <a:rPr lang="fr-FR" sz="1200" b="0" dirty="0"/>
              <a:t> = 0, transmission and </a:t>
            </a:r>
            <a:r>
              <a:rPr lang="fr-FR" sz="1200" b="0" dirty="0" err="1"/>
              <a:t>waiting</a:t>
            </a:r>
            <a:r>
              <a:rPr lang="fr-FR" sz="1200" b="0" dirty="0"/>
              <a:t> for ACK</a:t>
            </a:r>
          </a:p>
          <a:p>
            <a:pPr marL="1257300" lvl="2" indent="-457200">
              <a:buFont typeface="+mj-lt"/>
              <a:buAutoNum type="arabicPeriod"/>
            </a:pPr>
            <a:r>
              <a:rPr lang="fr-FR" sz="1200" dirty="0"/>
              <a:t>If ACK </a:t>
            </a:r>
            <a:r>
              <a:rPr lang="fr-FR" sz="1200" dirty="0" err="1"/>
              <a:t>is</a:t>
            </a:r>
            <a:r>
              <a:rPr lang="fr-FR" sz="1200" dirty="0"/>
              <a:t> </a:t>
            </a:r>
            <a:r>
              <a:rPr lang="fr-FR" sz="1200" dirty="0" err="1"/>
              <a:t>received</a:t>
            </a:r>
            <a:r>
              <a:rPr lang="fr-FR" sz="1200" dirty="0"/>
              <a:t> </a:t>
            </a:r>
            <a:r>
              <a:rPr lang="fr-FR" sz="1200" dirty="0" err="1"/>
              <a:t>then</a:t>
            </a:r>
            <a:r>
              <a:rPr lang="fr-FR" sz="1200" dirty="0"/>
              <a:t> </a:t>
            </a:r>
          </a:p>
          <a:p>
            <a:pPr marL="1714500" lvl="3" indent="-457200"/>
            <a:r>
              <a:rPr lang="fr-FR" sz="1000" dirty="0" err="1"/>
              <a:t>proceed</a:t>
            </a:r>
            <a:r>
              <a:rPr lang="fr-FR" sz="1000" dirty="0"/>
              <a:t> to the transmission of </a:t>
            </a:r>
            <a:r>
              <a:rPr lang="fr-FR" sz="1000" dirty="0" err="1"/>
              <a:t>next</a:t>
            </a:r>
            <a:r>
              <a:rPr lang="fr-FR" sz="1000" dirty="0"/>
              <a:t> frame</a:t>
            </a:r>
          </a:p>
          <a:p>
            <a:pPr marL="1714500" lvl="3" indent="-457200"/>
            <a:r>
              <a:rPr lang="fr-FR" sz="1000" b="0" dirty="0" err="1"/>
              <a:t>Else</a:t>
            </a:r>
            <a:r>
              <a:rPr lang="fr-FR" sz="1000" dirty="0"/>
              <a:t> </a:t>
            </a:r>
            <a:r>
              <a:rPr lang="fr-FR" sz="1000" dirty="0" err="1"/>
              <a:t>Step</a:t>
            </a:r>
            <a:r>
              <a:rPr lang="fr-FR" sz="1000" dirty="0"/>
              <a:t> A)</a:t>
            </a:r>
          </a:p>
        </p:txBody>
      </p:sp>
      <p:sp>
        <p:nvSpPr>
          <p:cNvPr id="4" name="Espace réservé du texte 3"/>
          <p:cNvSpPr>
            <a:spLocks noGrp="1"/>
          </p:cNvSpPr>
          <p:nvPr>
            <p:ph type="body" sz="quarter" idx="11"/>
          </p:nvPr>
        </p:nvSpPr>
        <p:spPr/>
        <p:txBody>
          <a:bodyPr/>
          <a:lstStyle/>
          <a:p>
            <a:endParaRPr lang="fr-FR"/>
          </a:p>
        </p:txBody>
      </p:sp>
      <p:sp>
        <p:nvSpPr>
          <p:cNvPr id="5" name="Espace réservé du numéro de diapositive 4"/>
          <p:cNvSpPr>
            <a:spLocks noGrp="1"/>
          </p:cNvSpPr>
          <p:nvPr>
            <p:ph type="sldNum" sz="quarter" idx="4"/>
          </p:nvPr>
        </p:nvSpPr>
        <p:spPr/>
        <p:txBody>
          <a:bodyPr/>
          <a:lstStyle/>
          <a:p>
            <a:fld id="{7F86108E-6173-CC4E-81D1-D6419E4934EE}" type="slidenum">
              <a:rPr lang="fr-FR" smtClean="0"/>
              <a:pPr/>
              <a:t>35</a:t>
            </a:fld>
            <a:endParaRPr lang="fr-FR" dirty="0"/>
          </a:p>
        </p:txBody>
      </p:sp>
    </p:spTree>
    <p:extLst>
      <p:ext uri="{BB962C8B-B14F-4D97-AF65-F5344CB8AC3E}">
        <p14:creationId xmlns:p14="http://schemas.microsoft.com/office/powerpoint/2010/main" val="176365991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en-US" dirty="0"/>
              <a:t>CSMA/CA diagram</a:t>
            </a:r>
          </a:p>
        </p:txBody>
      </p:sp>
      <p:sp>
        <p:nvSpPr>
          <p:cNvPr id="4" name="Espace réservé du texte 3"/>
          <p:cNvSpPr>
            <a:spLocks noGrp="1"/>
          </p:cNvSpPr>
          <p:nvPr>
            <p:ph type="body" sz="quarter" idx="11"/>
          </p:nvPr>
        </p:nvSpPr>
        <p:spPr/>
        <p:txBody>
          <a:bodyPr/>
          <a:lstStyle/>
          <a:p>
            <a:endParaRPr lang="en-US"/>
          </a:p>
        </p:txBody>
      </p:sp>
      <p:sp>
        <p:nvSpPr>
          <p:cNvPr id="5" name="Espace réservé du numéro de diapositive 4"/>
          <p:cNvSpPr>
            <a:spLocks noGrp="1"/>
          </p:cNvSpPr>
          <p:nvPr>
            <p:ph type="sldNum" sz="quarter" idx="4"/>
          </p:nvPr>
        </p:nvSpPr>
        <p:spPr/>
        <p:txBody>
          <a:bodyPr/>
          <a:lstStyle/>
          <a:p>
            <a:fld id="{7F86108E-6173-CC4E-81D1-D6419E4934EE}" type="slidenum">
              <a:rPr lang="fr-FR" smtClean="0"/>
              <a:pPr/>
              <a:t>36</a:t>
            </a:fld>
            <a:endParaRPr lang="fr-FR" dirty="0"/>
          </a:p>
        </p:txBody>
      </p:sp>
      <p:sp>
        <p:nvSpPr>
          <p:cNvPr id="7" name="ZoneTexte 6"/>
          <p:cNvSpPr txBox="1"/>
          <p:nvPr/>
        </p:nvSpPr>
        <p:spPr bwMode="auto">
          <a:xfrm>
            <a:off x="251519" y="4627876"/>
            <a:ext cx="8621065" cy="43088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FAA26D3D-D897-4be2-8F04-BA451C77F1D7}">
              <ma14:placeholderFlag xmlns:ma14="http://schemas.microsoft.com/office/mac/drawingml/2011/main" xmlns="" val="1"/>
            </a:ext>
          </a:extLst>
        </p:spPr>
        <p:txBody>
          <a:bodyPr vert="horz" wrap="square" lIns="0" tIns="45720" rIns="36000" bIns="45720" numCol="1" rtlCol="0" anchor="b" anchorCtr="0" compatLnSpc="1">
            <a:prstTxWarp prst="textNoShape">
              <a:avLst/>
            </a:prstTxWarp>
            <a:spAutoFit/>
          </a:bodyPr>
          <a:lstStyle/>
          <a:p>
            <a:r>
              <a:rPr lang="en-US" sz="1100" dirty="0"/>
              <a:t>Preamble time-division multiple access fixed slot assignment protocol for secure mobile ad hoc networks. </a:t>
            </a:r>
            <a:r>
              <a:rPr lang="fr-FR" sz="1100" dirty="0"/>
              <a:t>Khalid Hussain </a:t>
            </a:r>
            <a:r>
              <a:rPr lang="fr-FR" sz="1100" dirty="0" err="1"/>
              <a:t>Mohammadani</a:t>
            </a:r>
            <a:r>
              <a:rPr lang="en-US" sz="1100" dirty="0"/>
              <a:t> et al. International Journal of Distributed Sensor Networks</a:t>
            </a:r>
          </a:p>
        </p:txBody>
      </p:sp>
      <p:pic>
        <p:nvPicPr>
          <p:cNvPr id="8" name="Espace réservé du contenu 7"/>
          <p:cNvPicPr>
            <a:picLocks noGrp="1" noChangeAspect="1"/>
          </p:cNvPicPr>
          <p:nvPr>
            <p:ph idx="1"/>
          </p:nvPr>
        </p:nvPicPr>
        <p:blipFill>
          <a:blip r:embed="rId2" cstate="email">
            <a:extLst>
              <a:ext uri="{28A0092B-C50C-407E-A947-70E740481C1C}">
                <a14:useLocalDpi xmlns:a14="http://schemas.microsoft.com/office/drawing/2010/main" val="0"/>
              </a:ext>
            </a:extLst>
          </a:blip>
          <a:stretch>
            <a:fillRect/>
          </a:stretch>
        </p:blipFill>
        <p:spPr>
          <a:xfrm>
            <a:off x="2699792" y="1084211"/>
            <a:ext cx="3573541" cy="3464233"/>
          </a:xfrm>
        </p:spPr>
      </p:pic>
    </p:spTree>
    <p:extLst>
      <p:ext uri="{BB962C8B-B14F-4D97-AF65-F5344CB8AC3E}">
        <p14:creationId xmlns:p14="http://schemas.microsoft.com/office/powerpoint/2010/main" val="24245736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CA" dirty="0" err="1"/>
              <a:t>Hidden</a:t>
            </a:r>
            <a:r>
              <a:rPr lang="fr-CA" dirty="0"/>
              <a:t> </a:t>
            </a:r>
            <a:r>
              <a:rPr lang="fr-CA" dirty="0" err="1"/>
              <a:t>Terminals</a:t>
            </a:r>
            <a:r>
              <a:rPr lang="fr-CA" dirty="0"/>
              <a:t> </a:t>
            </a:r>
            <a:r>
              <a:rPr lang="fr-CA" dirty="0" err="1"/>
              <a:t>Problem</a:t>
            </a:r>
            <a:endParaRPr lang="fr-FR" dirty="0"/>
          </a:p>
        </p:txBody>
      </p:sp>
      <p:sp>
        <p:nvSpPr>
          <p:cNvPr id="3" name="Espace réservé du contenu 2"/>
          <p:cNvSpPr>
            <a:spLocks noGrp="1"/>
          </p:cNvSpPr>
          <p:nvPr>
            <p:ph idx="1"/>
          </p:nvPr>
        </p:nvSpPr>
        <p:spPr/>
        <p:txBody>
          <a:bodyPr/>
          <a:lstStyle/>
          <a:p>
            <a:r>
              <a:rPr lang="en-US" b="0" dirty="0"/>
              <a:t> Stations are not able to 'hear' another station's broadcast</a:t>
            </a:r>
          </a:p>
          <a:p>
            <a:pPr lvl="1"/>
            <a:r>
              <a:rPr lang="en-US" dirty="0"/>
              <a:t>Causes : distance, receiver power, sensitivity</a:t>
            </a:r>
          </a:p>
          <a:p>
            <a:pPr marL="457200" lvl="1" indent="0">
              <a:buNone/>
            </a:pPr>
            <a:r>
              <a:rPr lang="en-US" dirty="0">
                <a:sym typeface="Wingdings" panose="05000000000000000000" pitchFamily="2" charset="2"/>
              </a:rPr>
              <a:t> Can not avoid collision in some cases</a:t>
            </a:r>
            <a:endParaRPr lang="fr-FR" dirty="0"/>
          </a:p>
        </p:txBody>
      </p:sp>
      <p:sp>
        <p:nvSpPr>
          <p:cNvPr id="4" name="Espace réservé du texte 3"/>
          <p:cNvSpPr>
            <a:spLocks noGrp="1"/>
          </p:cNvSpPr>
          <p:nvPr>
            <p:ph type="body" sz="quarter" idx="11"/>
          </p:nvPr>
        </p:nvSpPr>
        <p:spPr/>
        <p:txBody>
          <a:bodyPr/>
          <a:lstStyle/>
          <a:p>
            <a:endParaRPr lang="fr-FR"/>
          </a:p>
        </p:txBody>
      </p:sp>
      <p:sp>
        <p:nvSpPr>
          <p:cNvPr id="5" name="Espace réservé du numéro de diapositive 4"/>
          <p:cNvSpPr>
            <a:spLocks noGrp="1"/>
          </p:cNvSpPr>
          <p:nvPr>
            <p:ph type="sldNum" sz="quarter" idx="4"/>
          </p:nvPr>
        </p:nvSpPr>
        <p:spPr/>
        <p:txBody>
          <a:bodyPr/>
          <a:lstStyle/>
          <a:p>
            <a:fld id="{7F86108E-6173-CC4E-81D1-D6419E4934EE}" type="slidenum">
              <a:rPr lang="fr-FR" smtClean="0"/>
              <a:pPr/>
              <a:t>37</a:t>
            </a:fld>
            <a:endParaRPr lang="fr-FR" dirty="0"/>
          </a:p>
        </p:txBody>
      </p:sp>
      <p:pic>
        <p:nvPicPr>
          <p:cNvPr id="6" name="Image 5"/>
          <p:cNvPicPr>
            <a:picLocks noChangeAspect="1"/>
          </p:cNvPicPr>
          <p:nvPr/>
        </p:nvPicPr>
        <p:blipFill>
          <a:blip r:embed="rId2"/>
          <a:stretch>
            <a:fillRect/>
          </a:stretch>
        </p:blipFill>
        <p:spPr>
          <a:xfrm>
            <a:off x="1979712" y="2571750"/>
            <a:ext cx="5263318" cy="2261684"/>
          </a:xfrm>
          <a:prstGeom prst="rect">
            <a:avLst/>
          </a:prstGeom>
        </p:spPr>
      </p:pic>
    </p:spTree>
    <p:extLst>
      <p:ext uri="{BB962C8B-B14F-4D97-AF65-F5344CB8AC3E}">
        <p14:creationId xmlns:p14="http://schemas.microsoft.com/office/powerpoint/2010/main" val="288242716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en-US" dirty="0"/>
              <a:t>Security</a:t>
            </a:r>
          </a:p>
        </p:txBody>
      </p:sp>
      <p:sp>
        <p:nvSpPr>
          <p:cNvPr id="3" name="Espace réservé du contenu 2"/>
          <p:cNvSpPr>
            <a:spLocks noGrp="1"/>
          </p:cNvSpPr>
          <p:nvPr>
            <p:ph idx="1"/>
          </p:nvPr>
        </p:nvSpPr>
        <p:spPr/>
        <p:txBody>
          <a:bodyPr/>
          <a:lstStyle/>
          <a:p>
            <a:r>
              <a:rPr lang="en-US" b="0" dirty="0"/>
              <a:t>Wireless communications is vulnerable to eavesdropping</a:t>
            </a:r>
          </a:p>
          <a:p>
            <a:r>
              <a:rPr lang="en-US" b="0" dirty="0"/>
              <a:t>Confidentiality and encryption</a:t>
            </a:r>
          </a:p>
          <a:p>
            <a:pPr lvl="1"/>
            <a:r>
              <a:rPr lang="en-US" sz="2000" b="0" dirty="0"/>
              <a:t>WEP (Wired Equivalent Privacy)</a:t>
            </a:r>
          </a:p>
          <a:p>
            <a:pPr lvl="1"/>
            <a:r>
              <a:rPr lang="en-US" sz="2000" b="0" dirty="0"/>
              <a:t>WPA (Wi-Fi Protected Access)</a:t>
            </a:r>
          </a:p>
          <a:p>
            <a:pPr lvl="1"/>
            <a:r>
              <a:rPr lang="en-US" sz="2000" b="0" dirty="0"/>
              <a:t>WPA2 (Wi-Fi Protected Access, version 2)</a:t>
            </a:r>
            <a:endParaRPr lang="en-US" dirty="0"/>
          </a:p>
        </p:txBody>
      </p:sp>
      <p:sp>
        <p:nvSpPr>
          <p:cNvPr id="4" name="Espace réservé du texte 3"/>
          <p:cNvSpPr>
            <a:spLocks noGrp="1"/>
          </p:cNvSpPr>
          <p:nvPr>
            <p:ph type="body" sz="quarter" idx="11"/>
          </p:nvPr>
        </p:nvSpPr>
        <p:spPr/>
        <p:txBody>
          <a:bodyPr/>
          <a:lstStyle/>
          <a:p>
            <a:endParaRPr lang="en-US"/>
          </a:p>
        </p:txBody>
      </p:sp>
      <p:sp>
        <p:nvSpPr>
          <p:cNvPr id="5" name="Espace réservé du numéro de diapositive 4"/>
          <p:cNvSpPr>
            <a:spLocks noGrp="1"/>
          </p:cNvSpPr>
          <p:nvPr>
            <p:ph type="sldNum" sz="quarter" idx="4"/>
          </p:nvPr>
        </p:nvSpPr>
        <p:spPr/>
        <p:txBody>
          <a:bodyPr/>
          <a:lstStyle/>
          <a:p>
            <a:fld id="{7F86108E-6173-CC4E-81D1-D6419E4934EE}" type="slidenum">
              <a:rPr lang="fr-FR" smtClean="0"/>
              <a:pPr/>
              <a:t>38</a:t>
            </a:fld>
            <a:endParaRPr lang="fr-FR" dirty="0"/>
          </a:p>
        </p:txBody>
      </p:sp>
    </p:spTree>
    <p:extLst>
      <p:ext uri="{BB962C8B-B14F-4D97-AF65-F5344CB8AC3E}">
        <p14:creationId xmlns:p14="http://schemas.microsoft.com/office/powerpoint/2010/main" val="64518228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contenu 1"/>
          <p:cNvSpPr>
            <a:spLocks noGrp="1"/>
          </p:cNvSpPr>
          <p:nvPr>
            <p:ph sz="quarter" idx="10"/>
          </p:nvPr>
        </p:nvSpPr>
        <p:spPr>
          <a:xfrm>
            <a:off x="1115616" y="1923678"/>
            <a:ext cx="7200900" cy="1079971"/>
          </a:xfrm>
        </p:spPr>
        <p:txBody>
          <a:bodyPr/>
          <a:lstStyle/>
          <a:p>
            <a:r>
              <a:rPr lang="fr-FR" dirty="0">
                <a:latin typeface="Calibri" charset="0"/>
                <a:ea typeface="ＭＳ Ｐゴシック" charset="0"/>
              </a:rPr>
              <a:t>Cellular Networks </a:t>
            </a:r>
          </a:p>
        </p:txBody>
      </p:sp>
      <p:sp>
        <p:nvSpPr>
          <p:cNvPr id="3" name="Espace réservé du texte 2"/>
          <p:cNvSpPr>
            <a:spLocks noGrp="1"/>
          </p:cNvSpPr>
          <p:nvPr>
            <p:ph type="body" sz="quarter" idx="11"/>
          </p:nvPr>
        </p:nvSpPr>
        <p:spPr>
          <a:xfrm>
            <a:off x="1115617" y="3003650"/>
            <a:ext cx="7272337" cy="1295828"/>
          </a:xfrm>
        </p:spPr>
        <p:txBody>
          <a:bodyPr/>
          <a:lstStyle/>
          <a:p>
            <a:endParaRPr lang="fr-FR" dirty="0"/>
          </a:p>
        </p:txBody>
      </p:sp>
    </p:spTree>
    <p:extLst>
      <p:ext uri="{BB962C8B-B14F-4D97-AF65-F5344CB8AC3E}">
        <p14:creationId xmlns:p14="http://schemas.microsoft.com/office/powerpoint/2010/main" val="337543803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CA" dirty="0"/>
              <a:t>Cellular Networks vs 802.11 Networks</a:t>
            </a:r>
            <a:endParaRPr lang="fr-FR" dirty="0"/>
          </a:p>
        </p:txBody>
      </p:sp>
      <p:sp>
        <p:nvSpPr>
          <p:cNvPr id="3" name="Espace réservé du contenu 2"/>
          <p:cNvSpPr>
            <a:spLocks noGrp="1"/>
          </p:cNvSpPr>
          <p:nvPr>
            <p:ph idx="1"/>
          </p:nvPr>
        </p:nvSpPr>
        <p:spPr/>
        <p:txBody>
          <a:bodyPr/>
          <a:lstStyle/>
          <a:p>
            <a:endParaRPr lang="fr-FR" dirty="0"/>
          </a:p>
        </p:txBody>
      </p:sp>
      <p:sp>
        <p:nvSpPr>
          <p:cNvPr id="4" name="Espace réservé du texte 3"/>
          <p:cNvSpPr>
            <a:spLocks noGrp="1"/>
          </p:cNvSpPr>
          <p:nvPr>
            <p:ph type="body" sz="quarter" idx="11"/>
          </p:nvPr>
        </p:nvSpPr>
        <p:spPr/>
        <p:txBody>
          <a:bodyPr/>
          <a:lstStyle/>
          <a:p>
            <a:endParaRPr lang="fr-FR"/>
          </a:p>
        </p:txBody>
      </p:sp>
      <p:sp>
        <p:nvSpPr>
          <p:cNvPr id="5" name="Espace réservé du numéro de diapositive 4"/>
          <p:cNvSpPr>
            <a:spLocks noGrp="1"/>
          </p:cNvSpPr>
          <p:nvPr>
            <p:ph type="sldNum" sz="quarter" idx="4"/>
          </p:nvPr>
        </p:nvSpPr>
        <p:spPr/>
        <p:txBody>
          <a:bodyPr/>
          <a:lstStyle/>
          <a:p>
            <a:fld id="{7F86108E-6173-CC4E-81D1-D6419E4934EE}" type="slidenum">
              <a:rPr lang="fr-FR" smtClean="0"/>
              <a:pPr/>
              <a:t>40</a:t>
            </a:fld>
            <a:endParaRPr lang="fr-FR" dirty="0"/>
          </a:p>
        </p:txBody>
      </p:sp>
      <p:pic>
        <p:nvPicPr>
          <p:cNvPr id="6" name="Image 5">
            <a:extLst>
              <a:ext uri="{FF2B5EF4-FFF2-40B4-BE49-F238E27FC236}">
                <a16:creationId xmlns:a16="http://schemas.microsoft.com/office/drawing/2014/main" id="{93A4EB2A-77C0-40BD-8407-2D6491B8284F}"/>
              </a:ext>
            </a:extLst>
          </p:cNvPr>
          <p:cNvPicPr>
            <a:picLocks noChangeAspect="1"/>
          </p:cNvPicPr>
          <p:nvPr/>
        </p:nvPicPr>
        <p:blipFill>
          <a:blip r:embed="rId2"/>
          <a:stretch>
            <a:fillRect/>
          </a:stretch>
        </p:blipFill>
        <p:spPr>
          <a:xfrm>
            <a:off x="1691680" y="1098215"/>
            <a:ext cx="5195661" cy="3496407"/>
          </a:xfrm>
          <a:prstGeom prst="rect">
            <a:avLst/>
          </a:prstGeom>
        </p:spPr>
      </p:pic>
    </p:spTree>
    <p:extLst>
      <p:ext uri="{BB962C8B-B14F-4D97-AF65-F5344CB8AC3E}">
        <p14:creationId xmlns:p14="http://schemas.microsoft.com/office/powerpoint/2010/main" val="43326497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a:t>Cellular Network Evolution</a:t>
            </a:r>
          </a:p>
        </p:txBody>
      </p:sp>
      <p:sp>
        <p:nvSpPr>
          <p:cNvPr id="3" name="Espace réservé du contenu 2"/>
          <p:cNvSpPr>
            <a:spLocks noGrp="1"/>
          </p:cNvSpPr>
          <p:nvPr>
            <p:ph idx="1"/>
          </p:nvPr>
        </p:nvSpPr>
        <p:spPr/>
        <p:txBody>
          <a:bodyPr/>
          <a:lstStyle/>
          <a:p>
            <a:r>
              <a:rPr lang="en-US" b="0" dirty="0"/>
              <a:t>1G : voice, analog</a:t>
            </a:r>
          </a:p>
          <a:p>
            <a:r>
              <a:rPr lang="en-US" b="0" dirty="0"/>
              <a:t>2G : voice, digital + data (2.5G) GSM, GPRS (FDMA/TDMA)</a:t>
            </a:r>
          </a:p>
          <a:p>
            <a:r>
              <a:rPr lang="fr-FR" b="0" dirty="0"/>
              <a:t>3G : </a:t>
            </a:r>
            <a:r>
              <a:rPr lang="fr-FR" b="0" dirty="0" err="1"/>
              <a:t>voice</a:t>
            </a:r>
            <a:r>
              <a:rPr lang="fr-FR" b="0" dirty="0"/>
              <a:t> and data, </a:t>
            </a:r>
            <a:r>
              <a:rPr lang="fr-FR" b="0" dirty="0" err="1"/>
              <a:t>higher</a:t>
            </a:r>
            <a:r>
              <a:rPr lang="fr-FR" b="0" dirty="0"/>
              <a:t> </a:t>
            </a:r>
            <a:r>
              <a:rPr lang="fr-FR" b="0" dirty="0" err="1"/>
              <a:t>bandwidth</a:t>
            </a:r>
            <a:r>
              <a:rPr lang="fr-FR" b="0" dirty="0"/>
              <a:t>, UMTS (CDMA)</a:t>
            </a:r>
          </a:p>
          <a:p>
            <a:r>
              <a:rPr lang="fr-FR" b="0" dirty="0"/>
              <a:t>4G : </a:t>
            </a:r>
            <a:r>
              <a:rPr lang="fr-FR" b="0" dirty="0" err="1"/>
              <a:t>voice</a:t>
            </a:r>
            <a:r>
              <a:rPr lang="fr-FR" b="0" dirty="0"/>
              <a:t> and data, </a:t>
            </a:r>
            <a:r>
              <a:rPr lang="fr-FR" b="0" dirty="0" err="1"/>
              <a:t>higher</a:t>
            </a:r>
            <a:r>
              <a:rPr lang="fr-FR" b="0" dirty="0"/>
              <a:t> </a:t>
            </a:r>
            <a:r>
              <a:rPr lang="fr-FR" b="0" dirty="0" err="1"/>
              <a:t>bandwidth</a:t>
            </a:r>
            <a:r>
              <a:rPr lang="fr-FR" b="0" dirty="0"/>
              <a:t>, LTE (OFDM + </a:t>
            </a:r>
            <a:r>
              <a:rPr lang="en-US" b="0" dirty="0"/>
              <a:t>MIMO)</a:t>
            </a:r>
          </a:p>
          <a:p>
            <a:r>
              <a:rPr lang="en-US" b="0" dirty="0"/>
              <a:t>5G- beyond 5G: 2020 - present</a:t>
            </a:r>
            <a:endParaRPr lang="fr-FR" dirty="0"/>
          </a:p>
        </p:txBody>
      </p:sp>
      <p:sp>
        <p:nvSpPr>
          <p:cNvPr id="4" name="Espace réservé du texte 3"/>
          <p:cNvSpPr>
            <a:spLocks noGrp="1"/>
          </p:cNvSpPr>
          <p:nvPr>
            <p:ph type="body" sz="quarter" idx="11"/>
          </p:nvPr>
        </p:nvSpPr>
        <p:spPr/>
        <p:txBody>
          <a:bodyPr/>
          <a:lstStyle/>
          <a:p>
            <a:endParaRPr lang="fr-FR"/>
          </a:p>
        </p:txBody>
      </p:sp>
      <p:sp>
        <p:nvSpPr>
          <p:cNvPr id="5" name="Espace réservé du numéro de diapositive 4"/>
          <p:cNvSpPr>
            <a:spLocks noGrp="1"/>
          </p:cNvSpPr>
          <p:nvPr>
            <p:ph type="sldNum" sz="quarter" idx="4"/>
          </p:nvPr>
        </p:nvSpPr>
        <p:spPr/>
        <p:txBody>
          <a:bodyPr/>
          <a:lstStyle/>
          <a:p>
            <a:fld id="{7F86108E-6173-CC4E-81D1-D6419E4934EE}" type="slidenum">
              <a:rPr lang="fr-FR" smtClean="0"/>
              <a:pPr/>
              <a:t>41</a:t>
            </a:fld>
            <a:endParaRPr lang="fr-FR" dirty="0"/>
          </a:p>
        </p:txBody>
      </p:sp>
    </p:spTree>
    <p:extLst>
      <p:ext uri="{BB962C8B-B14F-4D97-AF65-F5344CB8AC3E}">
        <p14:creationId xmlns:p14="http://schemas.microsoft.com/office/powerpoint/2010/main" val="1248672733"/>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en-US" dirty="0"/>
              <a:t>GSM</a:t>
            </a:r>
          </a:p>
        </p:txBody>
      </p:sp>
      <p:sp>
        <p:nvSpPr>
          <p:cNvPr id="3" name="Espace réservé du contenu 2"/>
          <p:cNvSpPr>
            <a:spLocks noGrp="1"/>
          </p:cNvSpPr>
          <p:nvPr>
            <p:ph idx="1"/>
          </p:nvPr>
        </p:nvSpPr>
        <p:spPr/>
        <p:txBody>
          <a:bodyPr/>
          <a:lstStyle/>
          <a:p>
            <a:endParaRPr lang="en-US"/>
          </a:p>
        </p:txBody>
      </p:sp>
      <p:sp>
        <p:nvSpPr>
          <p:cNvPr id="4" name="Espace réservé du texte 3"/>
          <p:cNvSpPr>
            <a:spLocks noGrp="1"/>
          </p:cNvSpPr>
          <p:nvPr>
            <p:ph type="body" sz="quarter" idx="11"/>
          </p:nvPr>
        </p:nvSpPr>
        <p:spPr/>
        <p:txBody>
          <a:bodyPr/>
          <a:lstStyle/>
          <a:p>
            <a:endParaRPr lang="en-US"/>
          </a:p>
        </p:txBody>
      </p:sp>
      <p:sp>
        <p:nvSpPr>
          <p:cNvPr id="5" name="Espace réservé du numéro de diapositive 4"/>
          <p:cNvSpPr>
            <a:spLocks noGrp="1"/>
          </p:cNvSpPr>
          <p:nvPr>
            <p:ph type="sldNum" sz="quarter" idx="4"/>
          </p:nvPr>
        </p:nvSpPr>
        <p:spPr/>
        <p:txBody>
          <a:bodyPr/>
          <a:lstStyle/>
          <a:p>
            <a:fld id="{7F86108E-6173-CC4E-81D1-D6419E4934EE}" type="slidenum">
              <a:rPr lang="fr-FR" smtClean="0"/>
              <a:pPr/>
              <a:t>42</a:t>
            </a:fld>
            <a:endParaRPr lang="fr-FR" dirty="0"/>
          </a:p>
        </p:txBody>
      </p:sp>
      <p:pic>
        <p:nvPicPr>
          <p:cNvPr id="6" name="Image 5"/>
          <p:cNvPicPr>
            <a:picLocks noChangeAspect="1"/>
          </p:cNvPicPr>
          <p:nvPr/>
        </p:nvPicPr>
        <p:blipFill>
          <a:blip r:embed="rId2"/>
          <a:stretch>
            <a:fillRect/>
          </a:stretch>
        </p:blipFill>
        <p:spPr>
          <a:xfrm>
            <a:off x="1192062" y="1493383"/>
            <a:ext cx="5181738" cy="3101239"/>
          </a:xfrm>
          <a:prstGeom prst="rect">
            <a:avLst/>
          </a:prstGeom>
        </p:spPr>
      </p:pic>
    </p:spTree>
    <p:extLst>
      <p:ext uri="{BB962C8B-B14F-4D97-AF65-F5344CB8AC3E}">
        <p14:creationId xmlns:p14="http://schemas.microsoft.com/office/powerpoint/2010/main" val="2733444622"/>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en-US" dirty="0"/>
              <a:t>Sources</a:t>
            </a:r>
          </a:p>
        </p:txBody>
      </p:sp>
      <p:sp>
        <p:nvSpPr>
          <p:cNvPr id="3" name="Espace réservé du contenu 2"/>
          <p:cNvSpPr>
            <a:spLocks noGrp="1"/>
          </p:cNvSpPr>
          <p:nvPr>
            <p:ph idx="1"/>
          </p:nvPr>
        </p:nvSpPr>
        <p:spPr/>
        <p:txBody>
          <a:bodyPr/>
          <a:lstStyle/>
          <a:p>
            <a:r>
              <a:rPr lang="en-US" sz="1600" b="0" dirty="0"/>
              <a:t>M1 </a:t>
            </a:r>
            <a:r>
              <a:rPr lang="en-US" sz="1600" b="0" dirty="0" err="1"/>
              <a:t>Informatique</a:t>
            </a:r>
            <a:r>
              <a:rPr lang="en-US" sz="1600" b="0" dirty="0"/>
              <a:t>, </a:t>
            </a:r>
            <a:r>
              <a:rPr lang="en-US" sz="1600" b="0" dirty="0" err="1"/>
              <a:t>Reseaux</a:t>
            </a:r>
            <a:r>
              <a:rPr lang="en-US" sz="1600" b="0" dirty="0"/>
              <a:t> </a:t>
            </a:r>
            <a:r>
              <a:rPr lang="fr-FR" sz="1600" b="0" dirty="0"/>
              <a:t>Cours 8 : </a:t>
            </a:r>
            <a:r>
              <a:rPr lang="fr-FR" sz="1600" b="0" dirty="0" err="1"/>
              <a:t>Reseaux</a:t>
            </a:r>
            <a:r>
              <a:rPr lang="fr-FR" sz="1600" b="0" dirty="0"/>
              <a:t> mobiles et sans fil, </a:t>
            </a:r>
            <a:r>
              <a:rPr lang="en-US" sz="1600" b="0" dirty="0"/>
              <a:t>Olivier </a:t>
            </a:r>
            <a:r>
              <a:rPr lang="en-US" sz="1600" b="0" dirty="0" err="1"/>
              <a:t>Togni</a:t>
            </a:r>
            <a:r>
              <a:rPr lang="en-US" sz="1600" b="0" dirty="0"/>
              <a:t> </a:t>
            </a:r>
            <a:r>
              <a:rPr lang="en-US" sz="1600" b="0" dirty="0" err="1"/>
              <a:t>Universite</a:t>
            </a:r>
            <a:r>
              <a:rPr lang="en-US" sz="1600" b="0" dirty="0"/>
              <a:t> de Bourgogne, IEM/LE2I</a:t>
            </a:r>
          </a:p>
          <a:p>
            <a:r>
              <a:rPr lang="en-US" sz="1600" b="0" dirty="0"/>
              <a:t>Wireless networks, Jordi Salazar, Czech Technical University of Prague Faculty of electrical engineering, European Virtual Learning Platform for Electrical and Information Engineering</a:t>
            </a:r>
            <a:endParaRPr lang="en-US" sz="1600" dirty="0"/>
          </a:p>
        </p:txBody>
      </p:sp>
      <p:sp>
        <p:nvSpPr>
          <p:cNvPr id="4" name="Espace réservé du texte 3"/>
          <p:cNvSpPr>
            <a:spLocks noGrp="1"/>
          </p:cNvSpPr>
          <p:nvPr>
            <p:ph type="body" sz="quarter" idx="11"/>
          </p:nvPr>
        </p:nvSpPr>
        <p:spPr/>
        <p:txBody>
          <a:bodyPr/>
          <a:lstStyle/>
          <a:p>
            <a:endParaRPr lang="en-US"/>
          </a:p>
        </p:txBody>
      </p:sp>
      <p:sp>
        <p:nvSpPr>
          <p:cNvPr id="5" name="Espace réservé du numéro de diapositive 4"/>
          <p:cNvSpPr>
            <a:spLocks noGrp="1"/>
          </p:cNvSpPr>
          <p:nvPr>
            <p:ph type="sldNum" sz="quarter" idx="4"/>
          </p:nvPr>
        </p:nvSpPr>
        <p:spPr/>
        <p:txBody>
          <a:bodyPr/>
          <a:lstStyle/>
          <a:p>
            <a:fld id="{7F86108E-6173-CC4E-81D1-D6419E4934EE}" type="slidenum">
              <a:rPr lang="fr-FR" smtClean="0"/>
              <a:pPr/>
              <a:t>43</a:t>
            </a:fld>
            <a:endParaRPr lang="fr-FR" dirty="0"/>
          </a:p>
        </p:txBody>
      </p:sp>
    </p:spTree>
    <p:extLst>
      <p:ext uri="{BB962C8B-B14F-4D97-AF65-F5344CB8AC3E}">
        <p14:creationId xmlns:p14="http://schemas.microsoft.com/office/powerpoint/2010/main" val="944383760"/>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contenu 1"/>
          <p:cNvSpPr>
            <a:spLocks noGrp="1"/>
          </p:cNvSpPr>
          <p:nvPr>
            <p:ph sz="quarter" idx="10"/>
          </p:nvPr>
        </p:nvSpPr>
        <p:spPr>
          <a:xfrm>
            <a:off x="1115616" y="1923678"/>
            <a:ext cx="7200900" cy="1079971"/>
          </a:xfrm>
        </p:spPr>
        <p:txBody>
          <a:bodyPr/>
          <a:lstStyle/>
          <a:p>
            <a:r>
              <a:rPr lang="fr-FR" sz="3200" dirty="0">
                <a:latin typeface="Calibri" charset="0"/>
                <a:ea typeface="ＭＳ Ｐゴシック" charset="0"/>
              </a:rPr>
              <a:t>Part 2 : </a:t>
            </a:r>
            <a:r>
              <a:rPr lang="fr-FR" sz="3200" dirty="0" err="1">
                <a:latin typeface="Calibri" charset="0"/>
                <a:ea typeface="ＭＳ Ｐゴシック" charset="0"/>
              </a:rPr>
              <a:t>Vehicular</a:t>
            </a:r>
            <a:r>
              <a:rPr lang="fr-FR" sz="3200" dirty="0">
                <a:latin typeface="Calibri" charset="0"/>
                <a:ea typeface="ＭＳ Ｐゴシック" charset="0"/>
              </a:rPr>
              <a:t> Communications : Wireless Communication Technologies</a:t>
            </a:r>
          </a:p>
        </p:txBody>
      </p:sp>
      <p:sp>
        <p:nvSpPr>
          <p:cNvPr id="3" name="Espace réservé du texte 2"/>
          <p:cNvSpPr>
            <a:spLocks noGrp="1"/>
          </p:cNvSpPr>
          <p:nvPr>
            <p:ph type="body" sz="quarter" idx="11"/>
          </p:nvPr>
        </p:nvSpPr>
        <p:spPr>
          <a:xfrm>
            <a:off x="1115617" y="3003650"/>
            <a:ext cx="7272337" cy="1295828"/>
          </a:xfrm>
        </p:spPr>
        <p:txBody>
          <a:bodyPr/>
          <a:lstStyle/>
          <a:p>
            <a:endParaRPr lang="fr-FR" dirty="0"/>
          </a:p>
        </p:txBody>
      </p:sp>
    </p:spTree>
    <p:extLst>
      <p:ext uri="{BB962C8B-B14F-4D97-AF65-F5344CB8AC3E}">
        <p14:creationId xmlns:p14="http://schemas.microsoft.com/office/powerpoint/2010/main" val="1819932700"/>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en-US" dirty="0"/>
              <a:t>V2X (Vehicle-to-Everything): Background and services</a:t>
            </a:r>
          </a:p>
        </p:txBody>
      </p:sp>
      <p:sp>
        <p:nvSpPr>
          <p:cNvPr id="4" name="Espace réservé du texte 3"/>
          <p:cNvSpPr>
            <a:spLocks noGrp="1"/>
          </p:cNvSpPr>
          <p:nvPr>
            <p:ph type="body" sz="quarter" idx="11"/>
          </p:nvPr>
        </p:nvSpPr>
        <p:spPr/>
        <p:txBody>
          <a:bodyPr/>
          <a:lstStyle/>
          <a:p>
            <a:endParaRPr lang="fr-FR"/>
          </a:p>
        </p:txBody>
      </p:sp>
      <p:sp>
        <p:nvSpPr>
          <p:cNvPr id="5" name="Espace réservé du numéro de diapositive 4"/>
          <p:cNvSpPr>
            <a:spLocks noGrp="1"/>
          </p:cNvSpPr>
          <p:nvPr>
            <p:ph type="sldNum" sz="quarter" idx="4"/>
          </p:nvPr>
        </p:nvSpPr>
        <p:spPr>
          <a:xfrm>
            <a:off x="6516688" y="4917567"/>
            <a:ext cx="2133600" cy="204788"/>
          </a:xfrm>
        </p:spPr>
        <p:txBody>
          <a:bodyPr/>
          <a:lstStyle/>
          <a:p>
            <a:pPr>
              <a:defRPr/>
            </a:pPr>
            <a:fld id="{912CE98F-775D-0F48-B752-A04A0D0FD28A}" type="slidenum">
              <a:rPr lang="fr-FR" smtClean="0"/>
              <a:pPr>
                <a:defRPr/>
              </a:pPr>
              <a:t>45</a:t>
            </a:fld>
            <a:endParaRPr lang="fr-FR"/>
          </a:p>
        </p:txBody>
      </p:sp>
      <p:sp>
        <p:nvSpPr>
          <p:cNvPr id="6" name="Espace réservé du contenu 2"/>
          <p:cNvSpPr>
            <a:spLocks noGrp="1"/>
          </p:cNvSpPr>
          <p:nvPr>
            <p:ph idx="1"/>
          </p:nvPr>
        </p:nvSpPr>
        <p:spPr>
          <a:xfrm>
            <a:off x="50714" y="3448295"/>
            <a:ext cx="3215157" cy="1139679"/>
          </a:xfrm>
        </p:spPr>
        <p:txBody>
          <a:bodyPr/>
          <a:lstStyle/>
          <a:p>
            <a:r>
              <a:rPr lang="en-US" sz="1800" dirty="0"/>
              <a:t>Enhance road safety</a:t>
            </a:r>
          </a:p>
          <a:p>
            <a:pPr lvl="1"/>
            <a:r>
              <a:rPr lang="en-US" sz="1400" dirty="0"/>
              <a:t>Collision awareness</a:t>
            </a:r>
          </a:p>
          <a:p>
            <a:pPr lvl="1"/>
            <a:r>
              <a:rPr lang="en-US" sz="1400" dirty="0"/>
              <a:t>Hazard warning, </a:t>
            </a:r>
            <a:r>
              <a:rPr lang="en-US" sz="1400" dirty="0" err="1"/>
              <a:t>etc</a:t>
            </a:r>
            <a:endParaRPr lang="en-US" sz="1400" dirty="0"/>
          </a:p>
        </p:txBody>
      </p:sp>
      <p:pic>
        <p:nvPicPr>
          <p:cNvPr id="3" name="Imag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44103" y="1657387"/>
            <a:ext cx="3014572" cy="1872208"/>
          </a:xfrm>
          <a:prstGeom prst="rect">
            <a:avLst/>
          </a:prstGeom>
        </p:spPr>
      </p:pic>
      <p:pic>
        <p:nvPicPr>
          <p:cNvPr id="9" name="Image 8"/>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491880" y="1657387"/>
            <a:ext cx="2770966" cy="1774996"/>
          </a:xfrm>
          <a:prstGeom prst="rect">
            <a:avLst/>
          </a:prstGeom>
        </p:spPr>
      </p:pic>
      <p:sp>
        <p:nvSpPr>
          <p:cNvPr id="11" name="Espace réservé du contenu 2"/>
          <p:cNvSpPr txBox="1">
            <a:spLocks/>
          </p:cNvSpPr>
          <p:nvPr/>
        </p:nvSpPr>
        <p:spPr bwMode="auto">
          <a:xfrm>
            <a:off x="3373067" y="3483496"/>
            <a:ext cx="3215157" cy="726729"/>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FAA26D3D-D897-4be2-8F04-BA451C77F1D7}">
              <ma14:placeholderFlag xmlns:ma14="http://schemas.microsoft.com/office/mac/drawingml/2011/main" xmlns="" val="1"/>
            </a:ext>
          </a:extLst>
        </p:spPr>
        <p:txBody>
          <a:bodyPr vert="horz" wrap="square" lIns="91440" tIns="45720" rIns="91440" bIns="45720" numCol="1" anchor="t" anchorCtr="0" compatLnSpc="1">
            <a:prstTxWarp prst="textNoShape">
              <a:avLst/>
            </a:prstTxWarp>
          </a:bodyPr>
          <a:lstStyle>
            <a:lvl1pPr marL="342900" indent="-342900" algn="l" defTabSz="457200" rtl="0" eaLnBrk="1" fontAlgn="base" hangingPunct="1">
              <a:spcBef>
                <a:spcPct val="20000"/>
              </a:spcBef>
              <a:spcAft>
                <a:spcPct val="0"/>
              </a:spcAft>
              <a:buClr>
                <a:srgbClr val="009DDF"/>
              </a:buClr>
              <a:buSzPct val="100000"/>
              <a:buFont typeface="Wingdings" charset="2"/>
              <a:buChar char="§"/>
              <a:defRPr sz="2200" b="1" kern="1200">
                <a:solidFill>
                  <a:schemeClr val="tx1"/>
                </a:solidFill>
                <a:latin typeface="+mn-lt"/>
                <a:ea typeface="ＭＳ Ｐゴシック" panose="020B0600070205080204" pitchFamily="34" charset="-128"/>
                <a:cs typeface="ＭＳ Ｐゴシック" charset="0"/>
              </a:defRPr>
            </a:lvl1pPr>
            <a:lvl2pPr marL="742950" indent="-285750" algn="l" defTabSz="457200" rtl="0" eaLnBrk="1" fontAlgn="base" hangingPunct="1">
              <a:spcBef>
                <a:spcPct val="20000"/>
              </a:spcBef>
              <a:spcAft>
                <a:spcPct val="0"/>
              </a:spcAft>
              <a:buClr>
                <a:srgbClr val="009DDF"/>
              </a:buClr>
              <a:buSzPct val="80000"/>
              <a:buFont typeface="Arial"/>
              <a:buChar char="•"/>
              <a:defRPr kern="1200">
                <a:solidFill>
                  <a:srgbClr val="5D6E75"/>
                </a:solidFill>
                <a:latin typeface="+mn-lt"/>
                <a:ea typeface="ＭＳ Ｐゴシック" panose="020B0600070205080204" pitchFamily="34" charset="-128"/>
                <a:cs typeface="+mn-cs"/>
              </a:defRPr>
            </a:lvl2pPr>
            <a:lvl3pPr marL="1143000" indent="-228600" algn="l" defTabSz="457200" rtl="0" eaLnBrk="1" fontAlgn="base" hangingPunct="1">
              <a:spcBef>
                <a:spcPct val="20000"/>
              </a:spcBef>
              <a:spcAft>
                <a:spcPct val="0"/>
              </a:spcAft>
              <a:buClr>
                <a:srgbClr val="009DDF"/>
              </a:buClr>
              <a:buSzPct val="60000"/>
              <a:buFont typeface="Courier New"/>
              <a:buChar char="o"/>
              <a:defRPr sz="1600" kern="1200">
                <a:solidFill>
                  <a:srgbClr val="5D6E75"/>
                </a:solidFill>
                <a:latin typeface="+mn-lt"/>
                <a:ea typeface="ＭＳ Ｐゴシック" panose="020B0600070205080204" pitchFamily="34" charset="-128"/>
                <a:cs typeface="+mn-cs"/>
              </a:defRPr>
            </a:lvl3pPr>
            <a:lvl4pPr marL="1600200" indent="-228600" algn="l" defTabSz="457200" rtl="0" eaLnBrk="1" fontAlgn="base" hangingPunct="1">
              <a:spcBef>
                <a:spcPct val="20000"/>
              </a:spcBef>
              <a:spcAft>
                <a:spcPct val="0"/>
              </a:spcAft>
              <a:buClr>
                <a:srgbClr val="009DDF"/>
              </a:buClr>
              <a:buSzPct val="50000"/>
              <a:buFont typeface="Arial" charset="0"/>
              <a:buChar char="•"/>
              <a:defRPr sz="1400" kern="1200">
                <a:solidFill>
                  <a:srgbClr val="5D6E75"/>
                </a:solidFill>
                <a:latin typeface="+mn-lt"/>
                <a:ea typeface="ＭＳ Ｐゴシック" panose="020B0600070205080204" pitchFamily="34" charset="-128"/>
                <a:cs typeface="+mn-cs"/>
              </a:defRPr>
            </a:lvl4pPr>
            <a:lvl5pPr marL="2057400" indent="-228600" algn="l" defTabSz="457200" rtl="0" eaLnBrk="1" fontAlgn="base" hangingPunct="1">
              <a:spcBef>
                <a:spcPct val="20000"/>
              </a:spcBef>
              <a:spcAft>
                <a:spcPct val="0"/>
              </a:spcAft>
              <a:buFont typeface="Arial" charset="0"/>
              <a:buChar char="»"/>
              <a:defRPr sz="2000" kern="1200">
                <a:solidFill>
                  <a:srgbClr val="5D6E75"/>
                </a:solidFill>
                <a:latin typeface="+mn-lt"/>
                <a:ea typeface="ＭＳ Ｐゴシック" panose="020B0600070205080204" pitchFamily="34" charset="-128"/>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en-US" sz="1800" dirty="0"/>
              <a:t>Reduce Road congestion</a:t>
            </a:r>
          </a:p>
          <a:p>
            <a:pPr lvl="1"/>
            <a:r>
              <a:rPr lang="en-US" sz="1400" dirty="0"/>
              <a:t>Itinerary recommendation </a:t>
            </a:r>
          </a:p>
          <a:p>
            <a:pPr lvl="1"/>
            <a:r>
              <a:rPr lang="en-US" sz="1400" dirty="0"/>
              <a:t>Congestion alert</a:t>
            </a:r>
          </a:p>
          <a:p>
            <a:pPr lvl="1"/>
            <a:endParaRPr lang="en-US" sz="1400" dirty="0"/>
          </a:p>
        </p:txBody>
      </p:sp>
      <p:pic>
        <p:nvPicPr>
          <p:cNvPr id="12" name="Image 11"/>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588224" y="1635646"/>
            <a:ext cx="2466975" cy="1847850"/>
          </a:xfrm>
          <a:prstGeom prst="rect">
            <a:avLst/>
          </a:prstGeom>
        </p:spPr>
      </p:pic>
      <p:sp>
        <p:nvSpPr>
          <p:cNvPr id="13" name="Espace réservé du contenu 2"/>
          <p:cNvSpPr txBox="1">
            <a:spLocks/>
          </p:cNvSpPr>
          <p:nvPr/>
        </p:nvSpPr>
        <p:spPr bwMode="auto">
          <a:xfrm>
            <a:off x="6300192" y="3473803"/>
            <a:ext cx="3215157" cy="726729"/>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FAA26D3D-D897-4be2-8F04-BA451C77F1D7}">
              <ma14:placeholderFlag xmlns:ma14="http://schemas.microsoft.com/office/mac/drawingml/2011/main" xmlns="" val="1"/>
            </a:ext>
          </a:extLst>
        </p:spPr>
        <p:txBody>
          <a:bodyPr vert="horz" wrap="square" lIns="91440" tIns="45720" rIns="91440" bIns="45720" numCol="1" anchor="t" anchorCtr="0" compatLnSpc="1">
            <a:prstTxWarp prst="textNoShape">
              <a:avLst/>
            </a:prstTxWarp>
          </a:bodyPr>
          <a:lstStyle>
            <a:lvl1pPr marL="342900" indent="-342900" algn="l" defTabSz="457200" rtl="0" eaLnBrk="1" fontAlgn="base" hangingPunct="1">
              <a:spcBef>
                <a:spcPct val="20000"/>
              </a:spcBef>
              <a:spcAft>
                <a:spcPct val="0"/>
              </a:spcAft>
              <a:buClr>
                <a:srgbClr val="009DDF"/>
              </a:buClr>
              <a:buSzPct val="100000"/>
              <a:buFont typeface="Wingdings" charset="2"/>
              <a:buChar char="§"/>
              <a:defRPr sz="2200" b="1" kern="1200">
                <a:solidFill>
                  <a:schemeClr val="tx1"/>
                </a:solidFill>
                <a:latin typeface="+mn-lt"/>
                <a:ea typeface="ＭＳ Ｐゴシック" panose="020B0600070205080204" pitchFamily="34" charset="-128"/>
                <a:cs typeface="ＭＳ Ｐゴシック" charset="0"/>
              </a:defRPr>
            </a:lvl1pPr>
            <a:lvl2pPr marL="742950" indent="-285750" algn="l" defTabSz="457200" rtl="0" eaLnBrk="1" fontAlgn="base" hangingPunct="1">
              <a:spcBef>
                <a:spcPct val="20000"/>
              </a:spcBef>
              <a:spcAft>
                <a:spcPct val="0"/>
              </a:spcAft>
              <a:buClr>
                <a:srgbClr val="009DDF"/>
              </a:buClr>
              <a:buSzPct val="80000"/>
              <a:buFont typeface="Arial"/>
              <a:buChar char="•"/>
              <a:defRPr kern="1200">
                <a:solidFill>
                  <a:srgbClr val="5D6E75"/>
                </a:solidFill>
                <a:latin typeface="+mn-lt"/>
                <a:ea typeface="ＭＳ Ｐゴシック" panose="020B0600070205080204" pitchFamily="34" charset="-128"/>
                <a:cs typeface="+mn-cs"/>
              </a:defRPr>
            </a:lvl2pPr>
            <a:lvl3pPr marL="1143000" indent="-228600" algn="l" defTabSz="457200" rtl="0" eaLnBrk="1" fontAlgn="base" hangingPunct="1">
              <a:spcBef>
                <a:spcPct val="20000"/>
              </a:spcBef>
              <a:spcAft>
                <a:spcPct val="0"/>
              </a:spcAft>
              <a:buClr>
                <a:srgbClr val="009DDF"/>
              </a:buClr>
              <a:buSzPct val="60000"/>
              <a:buFont typeface="Courier New"/>
              <a:buChar char="o"/>
              <a:defRPr sz="1600" kern="1200">
                <a:solidFill>
                  <a:srgbClr val="5D6E75"/>
                </a:solidFill>
                <a:latin typeface="+mn-lt"/>
                <a:ea typeface="ＭＳ Ｐゴシック" panose="020B0600070205080204" pitchFamily="34" charset="-128"/>
                <a:cs typeface="+mn-cs"/>
              </a:defRPr>
            </a:lvl3pPr>
            <a:lvl4pPr marL="1600200" indent="-228600" algn="l" defTabSz="457200" rtl="0" eaLnBrk="1" fontAlgn="base" hangingPunct="1">
              <a:spcBef>
                <a:spcPct val="20000"/>
              </a:spcBef>
              <a:spcAft>
                <a:spcPct val="0"/>
              </a:spcAft>
              <a:buClr>
                <a:srgbClr val="009DDF"/>
              </a:buClr>
              <a:buSzPct val="50000"/>
              <a:buFont typeface="Arial" charset="0"/>
              <a:buChar char="•"/>
              <a:defRPr sz="1400" kern="1200">
                <a:solidFill>
                  <a:srgbClr val="5D6E75"/>
                </a:solidFill>
                <a:latin typeface="+mn-lt"/>
                <a:ea typeface="ＭＳ Ｐゴシック" panose="020B0600070205080204" pitchFamily="34" charset="-128"/>
                <a:cs typeface="+mn-cs"/>
              </a:defRPr>
            </a:lvl4pPr>
            <a:lvl5pPr marL="2057400" indent="-228600" algn="l" defTabSz="457200" rtl="0" eaLnBrk="1" fontAlgn="base" hangingPunct="1">
              <a:spcBef>
                <a:spcPct val="20000"/>
              </a:spcBef>
              <a:spcAft>
                <a:spcPct val="0"/>
              </a:spcAft>
              <a:buFont typeface="Arial" charset="0"/>
              <a:buChar char="»"/>
              <a:defRPr sz="2000" kern="1200">
                <a:solidFill>
                  <a:srgbClr val="5D6E75"/>
                </a:solidFill>
                <a:latin typeface="+mn-lt"/>
                <a:ea typeface="ＭＳ Ｐゴシック" panose="020B0600070205080204" pitchFamily="34" charset="-128"/>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en-US" sz="1800" dirty="0"/>
              <a:t>Improve user comfort</a:t>
            </a:r>
          </a:p>
          <a:p>
            <a:pPr lvl="1"/>
            <a:r>
              <a:rPr lang="en-US" sz="1400" dirty="0"/>
              <a:t>Point Of Interest</a:t>
            </a:r>
          </a:p>
          <a:p>
            <a:pPr lvl="1"/>
            <a:r>
              <a:rPr lang="en-US" sz="1400" dirty="0"/>
              <a:t>Social Networking services</a:t>
            </a:r>
          </a:p>
          <a:p>
            <a:pPr lvl="1"/>
            <a:endParaRPr lang="en-US" sz="1400" dirty="0"/>
          </a:p>
        </p:txBody>
      </p:sp>
    </p:spTree>
    <p:extLst>
      <p:ext uri="{BB962C8B-B14F-4D97-AF65-F5344CB8AC3E}">
        <p14:creationId xmlns:p14="http://schemas.microsoft.com/office/powerpoint/2010/main" val="367032116"/>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en-US" dirty="0"/>
              <a:t>V2X (Vehicle-to-Everything) Communication Types</a:t>
            </a:r>
          </a:p>
        </p:txBody>
      </p:sp>
      <p:sp>
        <p:nvSpPr>
          <p:cNvPr id="4" name="Espace réservé du texte 3"/>
          <p:cNvSpPr>
            <a:spLocks noGrp="1"/>
          </p:cNvSpPr>
          <p:nvPr>
            <p:ph type="body" sz="quarter" idx="11"/>
          </p:nvPr>
        </p:nvSpPr>
        <p:spPr/>
        <p:txBody>
          <a:bodyPr/>
          <a:lstStyle/>
          <a:p>
            <a:endParaRPr lang="fr-FR"/>
          </a:p>
        </p:txBody>
      </p:sp>
      <p:sp>
        <p:nvSpPr>
          <p:cNvPr id="5" name="Espace réservé du numéro de diapositive 4"/>
          <p:cNvSpPr>
            <a:spLocks noGrp="1"/>
          </p:cNvSpPr>
          <p:nvPr>
            <p:ph type="sldNum" sz="quarter" idx="4"/>
          </p:nvPr>
        </p:nvSpPr>
        <p:spPr>
          <a:xfrm>
            <a:off x="6516688" y="4917567"/>
            <a:ext cx="2133600" cy="204788"/>
          </a:xfrm>
        </p:spPr>
        <p:txBody>
          <a:bodyPr/>
          <a:lstStyle/>
          <a:p>
            <a:pPr>
              <a:defRPr/>
            </a:pPr>
            <a:fld id="{912CE98F-775D-0F48-B752-A04A0D0FD28A}" type="slidenum">
              <a:rPr lang="fr-FR" smtClean="0"/>
              <a:pPr>
                <a:defRPr/>
              </a:pPr>
              <a:t>46</a:t>
            </a:fld>
            <a:endParaRPr lang="fr-FR"/>
          </a:p>
        </p:txBody>
      </p:sp>
      <p:pic>
        <p:nvPicPr>
          <p:cNvPr id="8" name="Image 7"/>
          <p:cNvPicPr>
            <a:picLocks noChangeAspect="1"/>
          </p:cNvPicPr>
          <p:nvPr/>
        </p:nvPicPr>
        <p:blipFill>
          <a:blip r:embed="rId2"/>
          <a:stretch>
            <a:fillRect/>
          </a:stretch>
        </p:blipFill>
        <p:spPr>
          <a:xfrm>
            <a:off x="1259632" y="1328395"/>
            <a:ext cx="6120680" cy="3589172"/>
          </a:xfrm>
          <a:prstGeom prst="rect">
            <a:avLst/>
          </a:prstGeom>
        </p:spPr>
      </p:pic>
      <p:sp>
        <p:nvSpPr>
          <p:cNvPr id="3" name="ZoneTexte 2"/>
          <p:cNvSpPr txBox="1"/>
          <p:nvPr/>
        </p:nvSpPr>
        <p:spPr bwMode="auto">
          <a:xfrm>
            <a:off x="1259632" y="4845356"/>
            <a:ext cx="3987080" cy="276999"/>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FAA26D3D-D897-4be2-8F04-BA451C77F1D7}">
              <ma14:placeholderFlag xmlns:ma14="http://schemas.microsoft.com/office/mac/drawingml/2011/main" xmlns="" val="1"/>
            </a:ext>
          </a:extLst>
        </p:spPr>
        <p:txBody>
          <a:bodyPr vert="horz" wrap="square" lIns="0" tIns="45720" rIns="36000" bIns="45720" numCol="1" rtlCol="0" anchor="b" anchorCtr="0" compatLnSpc="1">
            <a:prstTxWarp prst="textNoShape">
              <a:avLst/>
            </a:prstTxWarp>
            <a:spAutoFit/>
          </a:bodyPr>
          <a:lstStyle/>
          <a:p>
            <a:r>
              <a:rPr lang="en-US" sz="1200" dirty="0"/>
              <a:t>Image source : Ericsson</a:t>
            </a:r>
          </a:p>
        </p:txBody>
      </p:sp>
    </p:spTree>
    <p:extLst>
      <p:ext uri="{BB962C8B-B14F-4D97-AF65-F5344CB8AC3E}">
        <p14:creationId xmlns:p14="http://schemas.microsoft.com/office/powerpoint/2010/main" val="3883315277"/>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en-US" dirty="0"/>
              <a:t>Performance Indicators of Communication Technologies</a:t>
            </a:r>
          </a:p>
        </p:txBody>
      </p:sp>
      <p:sp>
        <p:nvSpPr>
          <p:cNvPr id="4" name="Espace réservé du texte 3"/>
          <p:cNvSpPr>
            <a:spLocks noGrp="1"/>
          </p:cNvSpPr>
          <p:nvPr>
            <p:ph type="body" sz="quarter" idx="11"/>
          </p:nvPr>
        </p:nvSpPr>
        <p:spPr/>
        <p:txBody>
          <a:bodyPr/>
          <a:lstStyle/>
          <a:p>
            <a:endParaRPr lang="en-US"/>
          </a:p>
        </p:txBody>
      </p:sp>
      <p:sp>
        <p:nvSpPr>
          <p:cNvPr id="5" name="Espace réservé du numéro de diapositive 4"/>
          <p:cNvSpPr>
            <a:spLocks noGrp="1"/>
          </p:cNvSpPr>
          <p:nvPr>
            <p:ph type="sldNum" sz="quarter" idx="4"/>
          </p:nvPr>
        </p:nvSpPr>
        <p:spPr/>
        <p:txBody>
          <a:bodyPr/>
          <a:lstStyle/>
          <a:p>
            <a:fld id="{7F86108E-6173-CC4E-81D1-D6419E4934EE}" type="slidenum">
              <a:rPr lang="fr-FR" smtClean="0"/>
              <a:pPr/>
              <a:t>47</a:t>
            </a:fld>
            <a:endParaRPr lang="fr-FR" dirty="0"/>
          </a:p>
        </p:txBody>
      </p:sp>
      <p:graphicFrame>
        <p:nvGraphicFramePr>
          <p:cNvPr id="9" name="Espace réservé du contenu 3">
            <a:extLst>
              <a:ext uri="{FF2B5EF4-FFF2-40B4-BE49-F238E27FC236}">
                <a16:creationId xmlns:a16="http://schemas.microsoft.com/office/drawing/2014/main" id="{FAEA3148-C694-4B7A-8E1B-14C1BE301E65}"/>
              </a:ext>
            </a:extLst>
          </p:cNvPr>
          <p:cNvGraphicFramePr>
            <a:graphicFrameLocks/>
          </p:cNvGraphicFramePr>
          <p:nvPr>
            <p:extLst>
              <p:ext uri="{D42A27DB-BD31-4B8C-83A1-F6EECF244321}">
                <p14:modId xmlns:p14="http://schemas.microsoft.com/office/powerpoint/2010/main" val="1182335850"/>
              </p:ext>
            </p:extLst>
          </p:nvPr>
        </p:nvGraphicFramePr>
        <p:xfrm>
          <a:off x="1115616" y="1779662"/>
          <a:ext cx="6830144" cy="2795214"/>
        </p:xfrm>
        <a:graphic>
          <a:graphicData uri="http://schemas.openxmlformats.org/drawingml/2006/table">
            <a:tbl>
              <a:tblPr firstRow="1" bandRow="1">
                <a:tableStyleId>{5C22544A-7EE6-4342-B048-85BDC9FD1C3A}</a:tableStyleId>
              </a:tblPr>
              <a:tblGrid>
                <a:gridCol w="3415072">
                  <a:extLst>
                    <a:ext uri="{9D8B030D-6E8A-4147-A177-3AD203B41FA5}">
                      <a16:colId xmlns:a16="http://schemas.microsoft.com/office/drawing/2014/main" val="20000"/>
                    </a:ext>
                  </a:extLst>
                </a:gridCol>
                <a:gridCol w="3415072">
                  <a:extLst>
                    <a:ext uri="{9D8B030D-6E8A-4147-A177-3AD203B41FA5}">
                      <a16:colId xmlns:a16="http://schemas.microsoft.com/office/drawing/2014/main" val="20001"/>
                    </a:ext>
                  </a:extLst>
                </a:gridCol>
              </a:tblGrid>
              <a:tr h="394749">
                <a:tc>
                  <a:txBody>
                    <a:bodyPr/>
                    <a:lstStyle/>
                    <a:p>
                      <a:r>
                        <a:rPr lang="en-GB" sz="1100" noProof="0" dirty="0"/>
                        <a:t>Metric</a:t>
                      </a:r>
                    </a:p>
                  </a:txBody>
                  <a:tcPr/>
                </a:tc>
                <a:tc>
                  <a:txBody>
                    <a:bodyPr/>
                    <a:lstStyle/>
                    <a:p>
                      <a:r>
                        <a:rPr lang="en-GB" sz="1100" noProof="0" dirty="0"/>
                        <a:t>Description</a:t>
                      </a:r>
                    </a:p>
                  </a:txBody>
                  <a:tcPr/>
                </a:tc>
                <a:extLst>
                  <a:ext uri="{0D108BD9-81ED-4DB2-BD59-A6C34878D82A}">
                    <a16:rowId xmlns:a16="http://schemas.microsoft.com/office/drawing/2014/main" val="10000"/>
                  </a:ext>
                </a:extLst>
              </a:tr>
              <a:tr h="394749">
                <a:tc>
                  <a:txBody>
                    <a:bodyPr/>
                    <a:lstStyle/>
                    <a:p>
                      <a:r>
                        <a:rPr lang="en-GB" sz="1100" noProof="0" dirty="0"/>
                        <a:t>Range</a:t>
                      </a:r>
                      <a:r>
                        <a:rPr lang="en-GB" sz="1100" baseline="0" noProof="0" dirty="0"/>
                        <a:t>/Coverage [meters]</a:t>
                      </a:r>
                      <a:endParaRPr lang="en-GB" sz="1100" noProof="0" dirty="0"/>
                    </a:p>
                  </a:txBody>
                  <a:tcPr/>
                </a:tc>
                <a:tc>
                  <a:txBody>
                    <a:bodyPr/>
                    <a:lstStyle/>
                    <a:p>
                      <a:r>
                        <a:rPr lang="en-GB" sz="1100" noProof="0" dirty="0"/>
                        <a:t>The</a:t>
                      </a:r>
                      <a:r>
                        <a:rPr lang="en-GB" sz="1100" baseline="0" noProof="0" dirty="0"/>
                        <a:t> maximum distance for direct communication</a:t>
                      </a:r>
                      <a:endParaRPr lang="en-GB" sz="1100" noProof="0" dirty="0"/>
                    </a:p>
                  </a:txBody>
                  <a:tcPr/>
                </a:tc>
                <a:extLst>
                  <a:ext uri="{0D108BD9-81ED-4DB2-BD59-A6C34878D82A}">
                    <a16:rowId xmlns:a16="http://schemas.microsoft.com/office/drawing/2014/main" val="10001"/>
                  </a:ext>
                </a:extLst>
              </a:tr>
              <a:tr h="394749">
                <a:tc>
                  <a:txBody>
                    <a:bodyPr/>
                    <a:lstStyle/>
                    <a:p>
                      <a:r>
                        <a:rPr lang="en-GB" sz="1100" noProof="0" dirty="0"/>
                        <a:t>Delay/Latency [seconds]</a:t>
                      </a:r>
                    </a:p>
                  </a:txBody>
                  <a:tcPr/>
                </a:tc>
                <a:tc>
                  <a:txBody>
                    <a:bodyPr/>
                    <a:lstStyle/>
                    <a:p>
                      <a:r>
                        <a:rPr lang="en-GB" sz="1100" noProof="0" dirty="0"/>
                        <a:t>Time</a:t>
                      </a:r>
                      <a:r>
                        <a:rPr lang="en-GB" sz="1100" baseline="0" noProof="0" dirty="0"/>
                        <a:t> required for data delivery</a:t>
                      </a:r>
                      <a:endParaRPr lang="en-GB" sz="1100" noProof="0" dirty="0"/>
                    </a:p>
                  </a:txBody>
                  <a:tcPr/>
                </a:tc>
                <a:extLst>
                  <a:ext uri="{0D108BD9-81ED-4DB2-BD59-A6C34878D82A}">
                    <a16:rowId xmlns:a16="http://schemas.microsoft.com/office/drawing/2014/main" val="10002"/>
                  </a:ext>
                </a:extLst>
              </a:tr>
              <a:tr h="394749">
                <a:tc>
                  <a:txBody>
                    <a:bodyPr/>
                    <a:lstStyle/>
                    <a:p>
                      <a:r>
                        <a:rPr lang="en-GB" sz="1100" noProof="0" dirty="0"/>
                        <a:t>Throughput [bits/seconds]</a:t>
                      </a:r>
                    </a:p>
                  </a:txBody>
                  <a:tcPr/>
                </a:tc>
                <a:tc>
                  <a:txBody>
                    <a:bodyPr/>
                    <a:lstStyle/>
                    <a:p>
                      <a:r>
                        <a:rPr lang="en-GB" sz="1100" noProof="0" dirty="0"/>
                        <a:t>Communication speed</a:t>
                      </a:r>
                    </a:p>
                  </a:txBody>
                  <a:tcPr/>
                </a:tc>
                <a:extLst>
                  <a:ext uri="{0D108BD9-81ED-4DB2-BD59-A6C34878D82A}">
                    <a16:rowId xmlns:a16="http://schemas.microsoft.com/office/drawing/2014/main" val="10003"/>
                  </a:ext>
                </a:extLst>
              </a:tr>
              <a:tr h="394749">
                <a:tc>
                  <a:txBody>
                    <a:bodyPr/>
                    <a:lstStyle/>
                    <a:p>
                      <a:r>
                        <a:rPr lang="en-GB" sz="1100" noProof="0" dirty="0"/>
                        <a:t>Reliability/Packet</a:t>
                      </a:r>
                      <a:r>
                        <a:rPr lang="en-GB" sz="1100" baseline="0" noProof="0" dirty="0"/>
                        <a:t> Delivery Ratio</a:t>
                      </a:r>
                      <a:endParaRPr lang="en-GB" sz="1100" noProof="0" dirty="0"/>
                    </a:p>
                  </a:txBody>
                  <a:tcPr/>
                </a:tc>
                <a:tc>
                  <a:txBody>
                    <a:bodyPr/>
                    <a:lstStyle/>
                    <a:p>
                      <a:r>
                        <a:rPr lang="en-GB" sz="1100" noProof="0" dirty="0"/>
                        <a:t>The ratio of the number of</a:t>
                      </a:r>
                      <a:r>
                        <a:rPr lang="en-GB" sz="1100" baseline="0" noProof="0" dirty="0"/>
                        <a:t> received packets to the number of transmitted packets</a:t>
                      </a:r>
                      <a:endParaRPr lang="en-GB" sz="1100" noProof="0" dirty="0"/>
                    </a:p>
                  </a:txBody>
                  <a:tcPr/>
                </a:tc>
                <a:extLst>
                  <a:ext uri="{0D108BD9-81ED-4DB2-BD59-A6C34878D82A}">
                    <a16:rowId xmlns:a16="http://schemas.microsoft.com/office/drawing/2014/main" val="10004"/>
                  </a:ext>
                </a:extLst>
              </a:tr>
              <a:tr h="394749">
                <a:tc>
                  <a:txBody>
                    <a:bodyPr/>
                    <a:lstStyle/>
                    <a:p>
                      <a:r>
                        <a:rPr lang="en-GB" sz="1100" noProof="0" dirty="0"/>
                        <a:t>Setup</a:t>
                      </a:r>
                      <a:r>
                        <a:rPr lang="en-GB" sz="1100" baseline="0" noProof="0" dirty="0"/>
                        <a:t> time</a:t>
                      </a:r>
                      <a:endParaRPr lang="en-GB" sz="1100" noProof="0" dirty="0"/>
                    </a:p>
                  </a:txBody>
                  <a:tcPr/>
                </a:tc>
                <a:tc>
                  <a:txBody>
                    <a:bodyPr/>
                    <a:lstStyle/>
                    <a:p>
                      <a:r>
                        <a:rPr lang="en-GB" sz="1100" noProof="0" dirty="0"/>
                        <a:t>C</a:t>
                      </a:r>
                      <a:r>
                        <a:rPr lang="en-GB" sz="1100" baseline="0" noProof="0" dirty="0"/>
                        <a:t>onnection time</a:t>
                      </a:r>
                      <a:endParaRPr lang="en-GB" sz="1100" noProof="0" dirty="0"/>
                    </a:p>
                  </a:txBody>
                  <a:tcPr/>
                </a:tc>
                <a:extLst>
                  <a:ext uri="{0D108BD9-81ED-4DB2-BD59-A6C34878D82A}">
                    <a16:rowId xmlns:a16="http://schemas.microsoft.com/office/drawing/2014/main" val="10005"/>
                  </a:ext>
                </a:extLst>
              </a:tr>
              <a:tr h="394749">
                <a:tc>
                  <a:txBody>
                    <a:bodyPr/>
                    <a:lstStyle/>
                    <a:p>
                      <a:r>
                        <a:rPr lang="en-GB" sz="1100" noProof="0" dirty="0"/>
                        <a:t>Others</a:t>
                      </a:r>
                    </a:p>
                  </a:txBody>
                  <a:tcPr/>
                </a:tc>
                <a:tc>
                  <a:txBody>
                    <a:bodyPr/>
                    <a:lstStyle/>
                    <a:p>
                      <a:r>
                        <a:rPr lang="en-GB" sz="1100" noProof="0" dirty="0"/>
                        <a:t>Cost, Security,</a:t>
                      </a:r>
                      <a:r>
                        <a:rPr lang="en-GB" sz="1100" baseline="0" noProof="0" dirty="0"/>
                        <a:t> Privacy etc.</a:t>
                      </a:r>
                      <a:endParaRPr lang="en-GB" sz="1100" noProof="0" dirty="0"/>
                    </a:p>
                  </a:txBody>
                  <a:tcPr/>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2679924833"/>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en-US" dirty="0"/>
              <a:t>Agenda</a:t>
            </a:r>
          </a:p>
        </p:txBody>
      </p:sp>
      <p:sp>
        <p:nvSpPr>
          <p:cNvPr id="3" name="Espace réservé du contenu 2"/>
          <p:cNvSpPr>
            <a:spLocks noGrp="1"/>
          </p:cNvSpPr>
          <p:nvPr>
            <p:ph idx="1"/>
          </p:nvPr>
        </p:nvSpPr>
        <p:spPr/>
        <p:txBody>
          <a:bodyPr/>
          <a:lstStyle/>
          <a:p>
            <a:r>
              <a:rPr lang="en-US" dirty="0"/>
              <a:t>The 802.11P standard</a:t>
            </a:r>
          </a:p>
          <a:p>
            <a:pPr lvl="1"/>
            <a:r>
              <a:rPr lang="en-US" dirty="0"/>
              <a:t>Characteristics</a:t>
            </a:r>
          </a:p>
          <a:p>
            <a:pPr lvl="1"/>
            <a:r>
              <a:rPr lang="en-US" dirty="0"/>
              <a:t>The ITS-G5</a:t>
            </a:r>
          </a:p>
          <a:p>
            <a:pPr lvl="1"/>
            <a:r>
              <a:rPr lang="en-US" dirty="0"/>
              <a:t>Decentralized Congestion Control</a:t>
            </a:r>
          </a:p>
          <a:p>
            <a:r>
              <a:rPr lang="en-US" dirty="0"/>
              <a:t>The Cellular V2X</a:t>
            </a:r>
          </a:p>
          <a:p>
            <a:pPr lvl="1"/>
            <a:r>
              <a:rPr lang="en-US" dirty="0"/>
              <a:t>From LTE-V2X to NR-V2X</a:t>
            </a:r>
          </a:p>
          <a:p>
            <a:endParaRPr lang="en-US" dirty="0"/>
          </a:p>
        </p:txBody>
      </p:sp>
      <p:sp>
        <p:nvSpPr>
          <p:cNvPr id="4" name="Espace réservé du texte 3"/>
          <p:cNvSpPr>
            <a:spLocks noGrp="1"/>
          </p:cNvSpPr>
          <p:nvPr>
            <p:ph type="body" sz="quarter" idx="11"/>
          </p:nvPr>
        </p:nvSpPr>
        <p:spPr/>
        <p:txBody>
          <a:bodyPr/>
          <a:lstStyle/>
          <a:p>
            <a:endParaRPr lang="en-US"/>
          </a:p>
        </p:txBody>
      </p:sp>
      <p:sp>
        <p:nvSpPr>
          <p:cNvPr id="5" name="Espace réservé du numéro de diapositive 4"/>
          <p:cNvSpPr>
            <a:spLocks noGrp="1"/>
          </p:cNvSpPr>
          <p:nvPr>
            <p:ph type="sldNum" sz="quarter" idx="4"/>
          </p:nvPr>
        </p:nvSpPr>
        <p:spPr/>
        <p:txBody>
          <a:bodyPr/>
          <a:lstStyle/>
          <a:p>
            <a:fld id="{7F86108E-6173-CC4E-81D1-D6419E4934EE}" type="slidenum">
              <a:rPr lang="fr-FR" smtClean="0"/>
              <a:pPr/>
              <a:t>48</a:t>
            </a:fld>
            <a:endParaRPr lang="fr-FR" dirty="0"/>
          </a:p>
        </p:txBody>
      </p:sp>
    </p:spTree>
    <p:extLst>
      <p:ext uri="{BB962C8B-B14F-4D97-AF65-F5344CB8AC3E}">
        <p14:creationId xmlns:p14="http://schemas.microsoft.com/office/powerpoint/2010/main" val="3357207734"/>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en-US" dirty="0"/>
              <a:t>The  802.11P standard</a:t>
            </a:r>
          </a:p>
        </p:txBody>
      </p:sp>
      <p:sp>
        <p:nvSpPr>
          <p:cNvPr id="3" name="Espace réservé du contenu 2"/>
          <p:cNvSpPr>
            <a:spLocks noGrp="1"/>
          </p:cNvSpPr>
          <p:nvPr>
            <p:ph idx="1"/>
          </p:nvPr>
        </p:nvSpPr>
        <p:spPr>
          <a:xfrm>
            <a:off x="251520" y="1275605"/>
            <a:ext cx="8352928" cy="3319017"/>
          </a:xfrm>
        </p:spPr>
        <p:txBody>
          <a:bodyPr/>
          <a:lstStyle/>
          <a:p>
            <a:r>
              <a:rPr lang="en-US" sz="2000" dirty="0"/>
              <a:t>IEEE 802.11P</a:t>
            </a:r>
            <a:r>
              <a:rPr lang="en-US" sz="2000" b="0" dirty="0"/>
              <a:t>: IEEE 802.11 enhancements  for vehicular communications operating at </a:t>
            </a:r>
            <a:r>
              <a:rPr lang="en-US" sz="2000" dirty="0"/>
              <a:t>5.9 GHZ</a:t>
            </a:r>
            <a:r>
              <a:rPr lang="en-US" sz="2000" b="0" dirty="0"/>
              <a:t> frequency band (</a:t>
            </a:r>
            <a:r>
              <a:rPr lang="fr-FR" sz="2000" b="0" dirty="0"/>
              <a:t>in </a:t>
            </a:r>
            <a:r>
              <a:rPr lang="fr-FR" sz="2000" b="0" dirty="0" err="1"/>
              <a:t>Japan</a:t>
            </a:r>
            <a:r>
              <a:rPr lang="fr-FR" sz="2000" b="0" dirty="0"/>
              <a:t> operating at 700 MHz)</a:t>
            </a:r>
            <a:endParaRPr lang="en-US" sz="2000" dirty="0"/>
          </a:p>
          <a:p>
            <a:r>
              <a:rPr lang="en-US" sz="2000" dirty="0"/>
              <a:t>Specification completed in 2010 (IEEE802.11p-2010)</a:t>
            </a:r>
            <a:endParaRPr lang="en-US" sz="2000" b="0" dirty="0"/>
          </a:p>
          <a:p>
            <a:pPr lvl="1"/>
            <a:r>
              <a:rPr lang="en-US" sz="1600" b="0" dirty="0"/>
              <a:t>Later integrated in IEEE 802.11-2012</a:t>
            </a:r>
          </a:p>
          <a:p>
            <a:r>
              <a:rPr lang="en-US" sz="2000" dirty="0"/>
              <a:t>Key characteristics</a:t>
            </a:r>
            <a:endParaRPr lang="en-US" sz="2000" b="0" dirty="0"/>
          </a:p>
          <a:p>
            <a:pPr lvl="1"/>
            <a:r>
              <a:rPr lang="en-US" sz="1600" b="0" dirty="0"/>
              <a:t>5.9 GHz frequency domain</a:t>
            </a:r>
          </a:p>
          <a:p>
            <a:pPr lvl="1"/>
            <a:r>
              <a:rPr lang="en-US" sz="1600" b="0" dirty="0"/>
              <a:t>Based on IEEE 802.11a (OFDM PHY)</a:t>
            </a:r>
          </a:p>
          <a:p>
            <a:pPr lvl="1"/>
            <a:r>
              <a:rPr lang="en-US" sz="1600" b="0" dirty="0"/>
              <a:t>BCC encoder</a:t>
            </a:r>
          </a:p>
          <a:p>
            <a:pPr lvl="1"/>
            <a:r>
              <a:rPr lang="en-US" sz="1600" b="0" dirty="0"/>
              <a:t>10 MHz channel bandwidth</a:t>
            </a:r>
          </a:p>
          <a:p>
            <a:pPr lvl="1"/>
            <a:r>
              <a:rPr lang="fr-FR" sz="1600" b="0" dirty="0"/>
              <a:t>Rates: 3, 4.5,6, 9, 12, 18, 24, 27 Mbps</a:t>
            </a:r>
          </a:p>
          <a:p>
            <a:pPr lvl="1"/>
            <a:r>
              <a:rPr lang="en-US" sz="1600" b="0" dirty="0"/>
              <a:t>Operates without a BSS</a:t>
            </a:r>
          </a:p>
          <a:p>
            <a:endParaRPr lang="en-US" dirty="0"/>
          </a:p>
        </p:txBody>
      </p:sp>
      <p:sp>
        <p:nvSpPr>
          <p:cNvPr id="4" name="Espace réservé du texte 3"/>
          <p:cNvSpPr>
            <a:spLocks noGrp="1"/>
          </p:cNvSpPr>
          <p:nvPr>
            <p:ph type="body" sz="quarter" idx="11"/>
          </p:nvPr>
        </p:nvSpPr>
        <p:spPr/>
        <p:txBody>
          <a:bodyPr/>
          <a:lstStyle/>
          <a:p>
            <a:endParaRPr lang="en-US"/>
          </a:p>
        </p:txBody>
      </p:sp>
      <p:sp>
        <p:nvSpPr>
          <p:cNvPr id="5" name="Espace réservé du numéro de diapositive 4"/>
          <p:cNvSpPr>
            <a:spLocks noGrp="1"/>
          </p:cNvSpPr>
          <p:nvPr>
            <p:ph type="sldNum" sz="quarter" idx="4"/>
          </p:nvPr>
        </p:nvSpPr>
        <p:spPr/>
        <p:txBody>
          <a:bodyPr/>
          <a:lstStyle/>
          <a:p>
            <a:fld id="{7F86108E-6173-CC4E-81D1-D6419E4934EE}" type="slidenum">
              <a:rPr lang="fr-FR" smtClean="0"/>
              <a:pPr/>
              <a:t>49</a:t>
            </a:fld>
            <a:endParaRPr lang="fr-FR" dirty="0"/>
          </a:p>
        </p:txBody>
      </p:sp>
    </p:spTree>
    <p:extLst>
      <p:ext uri="{BB962C8B-B14F-4D97-AF65-F5344CB8AC3E}">
        <p14:creationId xmlns:p14="http://schemas.microsoft.com/office/powerpoint/2010/main" val="964265058"/>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CA" dirty="0"/>
              <a:t>IEEE 802.11P, DSRC and ITS-G5</a:t>
            </a:r>
            <a:endParaRPr lang="fr-FR" dirty="0"/>
          </a:p>
        </p:txBody>
      </p:sp>
      <p:sp>
        <p:nvSpPr>
          <p:cNvPr id="3" name="Espace réservé du contenu 2"/>
          <p:cNvSpPr>
            <a:spLocks noGrp="1"/>
          </p:cNvSpPr>
          <p:nvPr>
            <p:ph idx="1"/>
          </p:nvPr>
        </p:nvSpPr>
        <p:spPr>
          <a:xfrm>
            <a:off x="107503" y="1275606"/>
            <a:ext cx="8765081" cy="1152128"/>
          </a:xfrm>
        </p:spPr>
        <p:txBody>
          <a:bodyPr/>
          <a:lstStyle/>
          <a:p>
            <a:r>
              <a:rPr lang="en-US" sz="1600" dirty="0"/>
              <a:t>IEEE 802.11P</a:t>
            </a:r>
            <a:r>
              <a:rPr lang="en-US" sz="1600" b="0" dirty="0"/>
              <a:t>: IEEE 802.11 enhancements  for vehicular communications operating at </a:t>
            </a:r>
            <a:r>
              <a:rPr lang="en-US" sz="1600" dirty="0"/>
              <a:t>5.9 GHZ</a:t>
            </a:r>
            <a:r>
              <a:rPr lang="en-US" sz="1600" b="0" dirty="0"/>
              <a:t> frequency band (</a:t>
            </a:r>
            <a:r>
              <a:rPr lang="fr-FR" sz="1600" b="0" dirty="0"/>
              <a:t>in </a:t>
            </a:r>
            <a:r>
              <a:rPr lang="fr-FR" sz="1600" b="0" dirty="0" err="1"/>
              <a:t>Japan</a:t>
            </a:r>
            <a:r>
              <a:rPr lang="fr-FR" sz="1600" b="0" dirty="0"/>
              <a:t> operating at 700 MHz)</a:t>
            </a:r>
            <a:endParaRPr lang="en-US" sz="1600" b="0" dirty="0"/>
          </a:p>
          <a:p>
            <a:r>
              <a:rPr lang="en-US" sz="1600" dirty="0"/>
              <a:t>DSRC</a:t>
            </a:r>
            <a:r>
              <a:rPr lang="en-US" sz="1600" b="0" dirty="0"/>
              <a:t>: Dedicated Short Range Communication : 802.11P+MAC Sub-layer extensions in the USA</a:t>
            </a:r>
          </a:p>
          <a:p>
            <a:r>
              <a:rPr lang="en-US" sz="1600" dirty="0"/>
              <a:t>ITS-G5: </a:t>
            </a:r>
            <a:r>
              <a:rPr lang="en-US" sz="1600" b="0" dirty="0"/>
              <a:t>802.11P+ MAC extensions in Europe</a:t>
            </a:r>
          </a:p>
          <a:p>
            <a:endParaRPr lang="fr-CA" sz="1600" dirty="0"/>
          </a:p>
          <a:p>
            <a:endParaRPr lang="fr-FR" sz="1600" dirty="0"/>
          </a:p>
        </p:txBody>
      </p:sp>
      <p:sp>
        <p:nvSpPr>
          <p:cNvPr id="4" name="Espace réservé du texte 3"/>
          <p:cNvSpPr>
            <a:spLocks noGrp="1"/>
          </p:cNvSpPr>
          <p:nvPr>
            <p:ph type="body" sz="quarter" idx="11"/>
          </p:nvPr>
        </p:nvSpPr>
        <p:spPr/>
        <p:txBody>
          <a:bodyPr/>
          <a:lstStyle/>
          <a:p>
            <a:endParaRPr lang="en-US" dirty="0"/>
          </a:p>
        </p:txBody>
      </p:sp>
      <p:sp>
        <p:nvSpPr>
          <p:cNvPr id="5" name="Espace réservé du numéro de diapositive 4"/>
          <p:cNvSpPr>
            <a:spLocks noGrp="1"/>
          </p:cNvSpPr>
          <p:nvPr>
            <p:ph type="sldNum" sz="quarter" idx="4"/>
          </p:nvPr>
        </p:nvSpPr>
        <p:spPr/>
        <p:txBody>
          <a:bodyPr/>
          <a:lstStyle/>
          <a:p>
            <a:fld id="{7F86108E-6173-CC4E-81D1-D6419E4934EE}" type="slidenum">
              <a:rPr lang="fr-FR" smtClean="0"/>
              <a:pPr/>
              <a:t>50</a:t>
            </a:fld>
            <a:endParaRPr lang="fr-FR" dirty="0"/>
          </a:p>
        </p:txBody>
      </p:sp>
      <p:sp>
        <p:nvSpPr>
          <p:cNvPr id="8" name="ZoneTexte 7"/>
          <p:cNvSpPr txBox="1"/>
          <p:nvPr/>
        </p:nvSpPr>
        <p:spPr bwMode="auto">
          <a:xfrm>
            <a:off x="143508" y="4713649"/>
            <a:ext cx="8388932" cy="42319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FAA26D3D-D897-4be2-8F04-BA451C77F1D7}">
              <ma14:placeholderFlag xmlns:ma14="http://schemas.microsoft.com/office/mac/drawingml/2011/main" xmlns="" val="1"/>
            </a:ext>
          </a:extLst>
        </p:spPr>
        <p:txBody>
          <a:bodyPr vert="horz" wrap="square" lIns="0" tIns="45720" rIns="36000" bIns="45720" numCol="1" rtlCol="0" anchor="b" anchorCtr="0" compatLnSpc="1">
            <a:prstTxWarp prst="textNoShape">
              <a:avLst/>
            </a:prstTxWarp>
            <a:spAutoFit/>
          </a:bodyPr>
          <a:lstStyle/>
          <a:p>
            <a:r>
              <a:rPr lang="fr-CA" sz="1100" b="1" dirty="0">
                <a:solidFill>
                  <a:prstClr val="black"/>
                </a:solidFill>
              </a:rPr>
              <a:t>Source</a:t>
            </a:r>
            <a:r>
              <a:rPr lang="fr-CA" sz="1100" dirty="0">
                <a:solidFill>
                  <a:prstClr val="black"/>
                </a:solidFill>
              </a:rPr>
              <a:t>: </a:t>
            </a:r>
            <a:r>
              <a:rPr lang="fr-FR" sz="1100" dirty="0">
                <a:solidFill>
                  <a:prstClr val="black"/>
                </a:solidFill>
              </a:rPr>
              <a:t>Standards for </a:t>
            </a:r>
            <a:r>
              <a:rPr lang="fr-FR" sz="1100" dirty="0" err="1">
                <a:solidFill>
                  <a:prstClr val="black"/>
                </a:solidFill>
              </a:rPr>
              <a:t>vehicular</a:t>
            </a:r>
            <a:r>
              <a:rPr lang="fr-FR" sz="1100" dirty="0">
                <a:solidFill>
                  <a:prstClr val="black"/>
                </a:solidFill>
              </a:rPr>
              <a:t> communication </a:t>
            </a:r>
            <a:r>
              <a:rPr lang="en-US" sz="1100" dirty="0">
                <a:solidFill>
                  <a:prstClr val="black"/>
                </a:solidFill>
              </a:rPr>
              <a:t>– from IEEE 802.11p to 5G, </a:t>
            </a:r>
            <a:r>
              <a:rPr lang="fr-FR" sz="1050" dirty="0">
                <a:solidFill>
                  <a:prstClr val="black"/>
                </a:solidFill>
              </a:rPr>
              <a:t>Andreas </a:t>
            </a:r>
            <a:r>
              <a:rPr lang="fr-FR" sz="1050" dirty="0" err="1">
                <a:solidFill>
                  <a:prstClr val="black"/>
                </a:solidFill>
              </a:rPr>
              <a:t>Festag</a:t>
            </a:r>
            <a:r>
              <a:rPr lang="fr-FR" sz="1050" dirty="0">
                <a:solidFill>
                  <a:prstClr val="black"/>
                </a:solidFill>
              </a:rPr>
              <a:t> (NEC </a:t>
            </a:r>
            <a:r>
              <a:rPr lang="fr-FR" sz="1050" dirty="0" err="1">
                <a:solidFill>
                  <a:prstClr val="black"/>
                </a:solidFill>
              </a:rPr>
              <a:t>Laboratories</a:t>
            </a:r>
            <a:r>
              <a:rPr lang="fr-FR" sz="1050" dirty="0">
                <a:solidFill>
                  <a:prstClr val="black"/>
                </a:solidFill>
              </a:rPr>
              <a:t> Europe, Germany, </a:t>
            </a:r>
            <a:r>
              <a:rPr lang="fr-FR" sz="1050" dirty="0" err="1">
                <a:solidFill>
                  <a:prstClr val="black"/>
                </a:solidFill>
              </a:rPr>
              <a:t>Elektrotechnik</a:t>
            </a:r>
            <a:r>
              <a:rPr lang="fr-FR" sz="1050" dirty="0">
                <a:solidFill>
                  <a:prstClr val="black"/>
                </a:solidFill>
              </a:rPr>
              <a:t> &amp; </a:t>
            </a:r>
            <a:r>
              <a:rPr lang="fr-FR" sz="1050" dirty="0" err="1">
                <a:solidFill>
                  <a:prstClr val="black"/>
                </a:solidFill>
              </a:rPr>
              <a:t>Informationstechnik</a:t>
            </a:r>
            <a:r>
              <a:rPr lang="fr-FR" sz="1050" dirty="0">
                <a:solidFill>
                  <a:prstClr val="black"/>
                </a:solidFill>
              </a:rPr>
              <a:t>, Springer, 2015</a:t>
            </a:r>
          </a:p>
        </p:txBody>
      </p:sp>
      <p:pic>
        <p:nvPicPr>
          <p:cNvPr id="6" name="Image 5"/>
          <p:cNvPicPr>
            <a:picLocks noChangeAspect="1"/>
          </p:cNvPicPr>
          <p:nvPr/>
        </p:nvPicPr>
        <p:blipFill>
          <a:blip r:embed="rId3"/>
          <a:stretch>
            <a:fillRect/>
          </a:stretch>
        </p:blipFill>
        <p:spPr>
          <a:xfrm>
            <a:off x="323528" y="2472133"/>
            <a:ext cx="3742200" cy="1983733"/>
          </a:xfrm>
          <a:prstGeom prst="rect">
            <a:avLst/>
          </a:prstGeom>
          <a:ln>
            <a:noFill/>
          </a:ln>
        </p:spPr>
      </p:pic>
      <p:pic>
        <p:nvPicPr>
          <p:cNvPr id="10" name="Image 9"/>
          <p:cNvPicPr>
            <a:picLocks noChangeAspect="1"/>
          </p:cNvPicPr>
          <p:nvPr/>
        </p:nvPicPr>
        <p:blipFill>
          <a:blip r:embed="rId4"/>
          <a:stretch>
            <a:fillRect/>
          </a:stretch>
        </p:blipFill>
        <p:spPr>
          <a:xfrm>
            <a:off x="4465326" y="2535566"/>
            <a:ext cx="4620000" cy="1920300"/>
          </a:xfrm>
          <a:prstGeom prst="rect">
            <a:avLst/>
          </a:prstGeom>
        </p:spPr>
      </p:pic>
    </p:spTree>
    <p:extLst>
      <p:ext uri="{BB962C8B-B14F-4D97-AF65-F5344CB8AC3E}">
        <p14:creationId xmlns:p14="http://schemas.microsoft.com/office/powerpoint/2010/main" val="1401018185"/>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en-US" dirty="0"/>
              <a:t>Frequency Bands</a:t>
            </a:r>
          </a:p>
        </p:txBody>
      </p:sp>
      <p:sp>
        <p:nvSpPr>
          <p:cNvPr id="4" name="Espace réservé du texte 3"/>
          <p:cNvSpPr>
            <a:spLocks noGrp="1"/>
          </p:cNvSpPr>
          <p:nvPr>
            <p:ph type="body" sz="quarter" idx="11"/>
          </p:nvPr>
        </p:nvSpPr>
        <p:spPr/>
        <p:txBody>
          <a:bodyPr/>
          <a:lstStyle/>
          <a:p>
            <a:endParaRPr lang="fr-FR"/>
          </a:p>
        </p:txBody>
      </p:sp>
      <p:sp>
        <p:nvSpPr>
          <p:cNvPr id="5" name="Espace réservé du numéro de diapositive 4"/>
          <p:cNvSpPr>
            <a:spLocks noGrp="1"/>
          </p:cNvSpPr>
          <p:nvPr>
            <p:ph type="sldNum" sz="quarter" idx="4"/>
          </p:nvPr>
        </p:nvSpPr>
        <p:spPr/>
        <p:txBody>
          <a:bodyPr/>
          <a:lstStyle/>
          <a:p>
            <a:fld id="{7F86108E-6173-CC4E-81D1-D6419E4934EE}" type="slidenum">
              <a:rPr lang="fr-FR" smtClean="0"/>
              <a:pPr/>
              <a:t>51</a:t>
            </a:fld>
            <a:endParaRPr lang="fr-FR" dirty="0"/>
          </a:p>
        </p:txBody>
      </p:sp>
      <p:sp>
        <p:nvSpPr>
          <p:cNvPr id="7" name="ZoneTexte 6"/>
          <p:cNvSpPr txBox="1"/>
          <p:nvPr/>
        </p:nvSpPr>
        <p:spPr bwMode="auto">
          <a:xfrm>
            <a:off x="143508" y="4875232"/>
            <a:ext cx="8388932" cy="26161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FAA26D3D-D897-4be2-8F04-BA451C77F1D7}">
              <ma14:placeholderFlag xmlns:ma14="http://schemas.microsoft.com/office/mac/drawingml/2011/main" xmlns="" val="1"/>
            </a:ext>
          </a:extLst>
        </p:spPr>
        <p:txBody>
          <a:bodyPr vert="horz" wrap="square" lIns="0" tIns="45720" rIns="36000" bIns="45720" numCol="1" rtlCol="0" anchor="b" anchorCtr="0" compatLnSpc="1">
            <a:prstTxWarp prst="textNoShape">
              <a:avLst/>
            </a:prstTxWarp>
            <a:spAutoFit/>
          </a:bodyPr>
          <a:lstStyle/>
          <a:p>
            <a:r>
              <a:rPr lang="fr-CA" sz="1100" b="1" dirty="0">
                <a:solidFill>
                  <a:prstClr val="black"/>
                </a:solidFill>
              </a:rPr>
              <a:t>Source</a:t>
            </a:r>
            <a:r>
              <a:rPr lang="fr-CA" sz="1100" dirty="0">
                <a:solidFill>
                  <a:prstClr val="black"/>
                </a:solidFill>
              </a:rPr>
              <a:t>: V2X Cellular </a:t>
            </a:r>
            <a:r>
              <a:rPr lang="fr-CA" sz="1100" dirty="0" err="1">
                <a:solidFill>
                  <a:prstClr val="black"/>
                </a:solidFill>
              </a:rPr>
              <a:t>sollutions</a:t>
            </a:r>
            <a:r>
              <a:rPr lang="fr-CA" sz="1100" dirty="0">
                <a:solidFill>
                  <a:prstClr val="black"/>
                </a:solidFill>
              </a:rPr>
              <a:t>, 5G </a:t>
            </a:r>
            <a:r>
              <a:rPr lang="fr-CA" sz="1100" dirty="0" err="1">
                <a:solidFill>
                  <a:prstClr val="black"/>
                </a:solidFill>
              </a:rPr>
              <a:t>America</a:t>
            </a:r>
            <a:r>
              <a:rPr lang="fr-CA" sz="1100" dirty="0">
                <a:solidFill>
                  <a:prstClr val="black"/>
                </a:solidFill>
              </a:rPr>
              <a:t>, </a:t>
            </a:r>
            <a:r>
              <a:rPr lang="fr-CA" sz="1100" dirty="0" err="1">
                <a:solidFill>
                  <a:prstClr val="black"/>
                </a:solidFill>
              </a:rPr>
              <a:t>October</a:t>
            </a:r>
            <a:r>
              <a:rPr lang="fr-CA" sz="1100" dirty="0">
                <a:solidFill>
                  <a:prstClr val="black"/>
                </a:solidFill>
              </a:rPr>
              <a:t> 2016</a:t>
            </a:r>
            <a:endParaRPr lang="fr-FR" sz="1050" dirty="0">
              <a:solidFill>
                <a:prstClr val="black"/>
              </a:solidFill>
            </a:endParaRPr>
          </a:p>
        </p:txBody>
      </p:sp>
      <p:pic>
        <p:nvPicPr>
          <p:cNvPr id="9" name="Image 8"/>
          <p:cNvPicPr>
            <a:picLocks noChangeAspect="1"/>
          </p:cNvPicPr>
          <p:nvPr/>
        </p:nvPicPr>
        <p:blipFill>
          <a:blip r:embed="rId2"/>
          <a:stretch>
            <a:fillRect/>
          </a:stretch>
        </p:blipFill>
        <p:spPr>
          <a:xfrm>
            <a:off x="1547664" y="988499"/>
            <a:ext cx="5128201" cy="3886733"/>
          </a:xfrm>
          <a:prstGeom prst="rect">
            <a:avLst/>
          </a:prstGeom>
        </p:spPr>
      </p:pic>
    </p:spTree>
    <p:extLst>
      <p:ext uri="{BB962C8B-B14F-4D97-AF65-F5344CB8AC3E}">
        <p14:creationId xmlns:p14="http://schemas.microsoft.com/office/powerpoint/2010/main" val="4254517607"/>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en-US" dirty="0"/>
              <a:t>IEEE 802.11P/ITSG5</a:t>
            </a:r>
          </a:p>
        </p:txBody>
      </p:sp>
      <p:sp>
        <p:nvSpPr>
          <p:cNvPr id="3" name="Espace réservé du contenu 2"/>
          <p:cNvSpPr>
            <a:spLocks noGrp="1"/>
          </p:cNvSpPr>
          <p:nvPr>
            <p:ph idx="1"/>
          </p:nvPr>
        </p:nvSpPr>
        <p:spPr>
          <a:xfrm>
            <a:off x="0" y="1275605"/>
            <a:ext cx="3851920" cy="3319017"/>
          </a:xfrm>
        </p:spPr>
        <p:txBody>
          <a:bodyPr/>
          <a:lstStyle/>
          <a:p>
            <a:pPr>
              <a:buFont typeface="Arial" panose="020B0604020202020204" pitchFamily="34" charset="0"/>
              <a:buChar char="•"/>
            </a:pPr>
            <a:r>
              <a:rPr lang="en-GB" sz="1600" dirty="0"/>
              <a:t>Physical layer characteristics</a:t>
            </a:r>
          </a:p>
          <a:p>
            <a:pPr marL="778950" lvl="2" indent="-342900">
              <a:buFont typeface="Arial" panose="020B0604020202020204" pitchFamily="34" charset="0"/>
              <a:buChar char="•"/>
            </a:pPr>
            <a:r>
              <a:rPr lang="en-GB" sz="1100" dirty="0"/>
              <a:t>Uses OFDM defined in IEEE 802.11-2012</a:t>
            </a:r>
          </a:p>
          <a:p>
            <a:pPr marL="778950" lvl="2" indent="-342900">
              <a:buFont typeface="Arial" panose="020B0604020202020204" pitchFamily="34" charset="0"/>
              <a:buChar char="•"/>
            </a:pPr>
            <a:r>
              <a:rPr lang="en-GB" sz="1100" dirty="0"/>
              <a:t>Having 10 MHz, the technology provides </a:t>
            </a:r>
          </a:p>
          <a:p>
            <a:pPr marL="436050" lvl="2" indent="0">
              <a:buNone/>
            </a:pPr>
            <a:r>
              <a:rPr lang="en-GB" sz="1100" dirty="0"/>
              <a:t>up to 27 Mbps data rate</a:t>
            </a:r>
          </a:p>
          <a:p>
            <a:pPr marL="778950" lvl="2" indent="-342900">
              <a:buFont typeface="Arial" panose="020B0604020202020204" pitchFamily="34" charset="0"/>
              <a:buChar char="•"/>
            </a:pPr>
            <a:endParaRPr lang="en-GB" sz="1400" dirty="0"/>
          </a:p>
          <a:p>
            <a:pPr marL="436050" lvl="2" indent="0">
              <a:buNone/>
            </a:pPr>
            <a:endParaRPr lang="en-GB" sz="1400" dirty="0"/>
          </a:p>
          <a:p>
            <a:pPr>
              <a:buFont typeface="Arial" panose="020B0604020202020204" pitchFamily="34" charset="0"/>
              <a:buChar char="•"/>
            </a:pPr>
            <a:r>
              <a:rPr lang="en-GB" sz="1400" dirty="0"/>
              <a:t>MAC</a:t>
            </a:r>
          </a:p>
          <a:p>
            <a:pPr marL="378900" lvl="1" indent="-342900">
              <a:buFont typeface="Arial" panose="020B0604020202020204" pitchFamily="34" charset="0"/>
              <a:buChar char="•"/>
            </a:pPr>
            <a:r>
              <a:rPr lang="en-GB" sz="1100" dirty="0"/>
              <a:t>Stations communicate with each other in complete spontaneous manner without needing a creation/set-up of a network. For this reason the following functionalities of Wi-Fi are </a:t>
            </a:r>
            <a:r>
              <a:rPr lang="en-GB" sz="1100" dirty="0" err="1"/>
              <a:t>disactivated</a:t>
            </a:r>
            <a:endParaRPr lang="en-GB" sz="1100" dirty="0"/>
          </a:p>
          <a:p>
            <a:pPr marL="846900" lvl="3" indent="-342900"/>
            <a:r>
              <a:rPr lang="en-GB" sz="1000" dirty="0"/>
              <a:t>Association </a:t>
            </a:r>
          </a:p>
          <a:p>
            <a:pPr marL="846900" lvl="3" indent="-342900"/>
            <a:r>
              <a:rPr lang="en-GB" sz="1000" dirty="0"/>
              <a:t>Energy saving</a:t>
            </a:r>
          </a:p>
          <a:p>
            <a:pPr marL="846900" lvl="3" indent="-342900"/>
            <a:r>
              <a:rPr lang="en-GB" sz="1000" dirty="0"/>
              <a:t>Security</a:t>
            </a:r>
          </a:p>
          <a:p>
            <a:pPr marL="378900" lvl="1" indent="-342900">
              <a:buFont typeface="Arial" panose="020B0604020202020204" pitchFamily="34" charset="0"/>
              <a:buChar char="•"/>
            </a:pPr>
            <a:r>
              <a:rPr lang="en-GB" sz="1100" dirty="0"/>
              <a:t>Use of CSMA/CA for channel access</a:t>
            </a:r>
          </a:p>
          <a:p>
            <a:pPr marL="778950" lvl="2" indent="-342900">
              <a:buFont typeface="Arial" panose="020B0604020202020204" pitchFamily="34" charset="0"/>
              <a:buChar char="•"/>
            </a:pPr>
            <a:endParaRPr lang="en-GB" sz="1400" dirty="0"/>
          </a:p>
          <a:p>
            <a:endParaRPr lang="en-US" sz="2000" dirty="0"/>
          </a:p>
        </p:txBody>
      </p:sp>
      <p:sp>
        <p:nvSpPr>
          <p:cNvPr id="4" name="Espace réservé du texte 3"/>
          <p:cNvSpPr>
            <a:spLocks noGrp="1"/>
          </p:cNvSpPr>
          <p:nvPr>
            <p:ph type="body" sz="quarter" idx="11"/>
          </p:nvPr>
        </p:nvSpPr>
        <p:spPr/>
        <p:txBody>
          <a:bodyPr/>
          <a:lstStyle/>
          <a:p>
            <a:endParaRPr lang="en-US"/>
          </a:p>
        </p:txBody>
      </p:sp>
      <p:sp>
        <p:nvSpPr>
          <p:cNvPr id="5" name="Espace réservé du numéro de diapositive 4"/>
          <p:cNvSpPr>
            <a:spLocks noGrp="1"/>
          </p:cNvSpPr>
          <p:nvPr>
            <p:ph type="sldNum" sz="quarter" idx="4"/>
          </p:nvPr>
        </p:nvSpPr>
        <p:spPr/>
        <p:txBody>
          <a:bodyPr/>
          <a:lstStyle/>
          <a:p>
            <a:fld id="{7F86108E-6173-CC4E-81D1-D6419E4934EE}" type="slidenum">
              <a:rPr lang="fr-FR" smtClean="0"/>
              <a:pPr/>
              <a:t>52</a:t>
            </a:fld>
            <a:endParaRPr lang="fr-FR" dirty="0"/>
          </a:p>
        </p:txBody>
      </p:sp>
      <p:graphicFrame>
        <p:nvGraphicFramePr>
          <p:cNvPr id="7" name="Espace réservé du contenu 7">
            <a:extLst>
              <a:ext uri="{FF2B5EF4-FFF2-40B4-BE49-F238E27FC236}">
                <a16:creationId xmlns:a16="http://schemas.microsoft.com/office/drawing/2014/main" id="{549617C3-9F1D-4AA1-8A15-8DBE9420756D}"/>
              </a:ext>
            </a:extLst>
          </p:cNvPr>
          <p:cNvGraphicFramePr>
            <a:graphicFrameLocks/>
          </p:cNvGraphicFramePr>
          <p:nvPr>
            <p:extLst>
              <p:ext uri="{D42A27DB-BD31-4B8C-83A1-F6EECF244321}">
                <p14:modId xmlns:p14="http://schemas.microsoft.com/office/powerpoint/2010/main" val="4122263386"/>
              </p:ext>
            </p:extLst>
          </p:nvPr>
        </p:nvGraphicFramePr>
        <p:xfrm>
          <a:off x="3851920" y="1519310"/>
          <a:ext cx="5112570" cy="2583180"/>
        </p:xfrm>
        <a:graphic>
          <a:graphicData uri="http://schemas.openxmlformats.org/drawingml/2006/table">
            <a:tbl>
              <a:tblPr firstRow="1" bandRow="1">
                <a:tableStyleId>{5C22544A-7EE6-4342-B048-85BDC9FD1C3A}</a:tableStyleId>
              </a:tblPr>
              <a:tblGrid>
                <a:gridCol w="1022514">
                  <a:extLst>
                    <a:ext uri="{9D8B030D-6E8A-4147-A177-3AD203B41FA5}">
                      <a16:colId xmlns:a16="http://schemas.microsoft.com/office/drawing/2014/main" val="20000"/>
                    </a:ext>
                  </a:extLst>
                </a:gridCol>
                <a:gridCol w="1022514">
                  <a:extLst>
                    <a:ext uri="{9D8B030D-6E8A-4147-A177-3AD203B41FA5}">
                      <a16:colId xmlns:a16="http://schemas.microsoft.com/office/drawing/2014/main" val="20001"/>
                    </a:ext>
                  </a:extLst>
                </a:gridCol>
                <a:gridCol w="1022514">
                  <a:extLst>
                    <a:ext uri="{9D8B030D-6E8A-4147-A177-3AD203B41FA5}">
                      <a16:colId xmlns:a16="http://schemas.microsoft.com/office/drawing/2014/main" val="20002"/>
                    </a:ext>
                  </a:extLst>
                </a:gridCol>
                <a:gridCol w="1022514">
                  <a:extLst>
                    <a:ext uri="{9D8B030D-6E8A-4147-A177-3AD203B41FA5}">
                      <a16:colId xmlns:a16="http://schemas.microsoft.com/office/drawing/2014/main" val="20003"/>
                    </a:ext>
                  </a:extLst>
                </a:gridCol>
                <a:gridCol w="1022514">
                  <a:extLst>
                    <a:ext uri="{9D8B030D-6E8A-4147-A177-3AD203B41FA5}">
                      <a16:colId xmlns:a16="http://schemas.microsoft.com/office/drawing/2014/main" val="20004"/>
                    </a:ext>
                  </a:extLst>
                </a:gridCol>
              </a:tblGrid>
              <a:tr h="258175">
                <a:tc>
                  <a:txBody>
                    <a:bodyPr/>
                    <a:lstStyle/>
                    <a:p>
                      <a:r>
                        <a:rPr lang="fr-FR" sz="1050" dirty="0"/>
                        <a:t>Modulation</a:t>
                      </a:r>
                    </a:p>
                  </a:txBody>
                  <a:tcPr/>
                </a:tc>
                <a:tc>
                  <a:txBody>
                    <a:bodyPr/>
                    <a:lstStyle/>
                    <a:p>
                      <a:r>
                        <a:rPr lang="fr-FR" sz="1050" dirty="0" err="1"/>
                        <a:t>Coding</a:t>
                      </a:r>
                      <a:r>
                        <a:rPr lang="fr-FR" sz="1050" dirty="0"/>
                        <a:t> rate</a:t>
                      </a:r>
                    </a:p>
                  </a:txBody>
                  <a:tcPr/>
                </a:tc>
                <a:tc>
                  <a:txBody>
                    <a:bodyPr/>
                    <a:lstStyle/>
                    <a:p>
                      <a:r>
                        <a:rPr lang="fr-FR" sz="1050" dirty="0"/>
                        <a:t>Transfer rate (Mbps)</a:t>
                      </a:r>
                    </a:p>
                  </a:txBody>
                  <a:tcPr/>
                </a:tc>
                <a:tc>
                  <a:txBody>
                    <a:bodyPr/>
                    <a:lstStyle/>
                    <a:p>
                      <a:r>
                        <a:rPr lang="fr-FR" sz="1050" dirty="0"/>
                        <a:t>Minimum </a:t>
                      </a:r>
                      <a:r>
                        <a:rPr lang="fr-FR" sz="1050" dirty="0" err="1"/>
                        <a:t>sensitivity</a:t>
                      </a:r>
                      <a:r>
                        <a:rPr lang="fr-FR" sz="1050" dirty="0"/>
                        <a:t> (dBm)</a:t>
                      </a:r>
                    </a:p>
                  </a:txBody>
                  <a:tcPr/>
                </a:tc>
                <a:tc>
                  <a:txBody>
                    <a:bodyPr/>
                    <a:lstStyle/>
                    <a:p>
                      <a:r>
                        <a:rPr lang="fr-FR" sz="1050" dirty="0"/>
                        <a:t>SNR </a:t>
                      </a:r>
                      <a:r>
                        <a:rPr lang="fr-FR" sz="1050" dirty="0" err="1"/>
                        <a:t>threshold</a:t>
                      </a:r>
                      <a:endParaRPr lang="fr-FR" sz="1050" dirty="0"/>
                    </a:p>
                    <a:p>
                      <a:r>
                        <a:rPr lang="fr-FR" sz="1050" dirty="0"/>
                        <a:t>(dB)</a:t>
                      </a:r>
                    </a:p>
                  </a:txBody>
                  <a:tcPr/>
                </a:tc>
                <a:extLst>
                  <a:ext uri="{0D108BD9-81ED-4DB2-BD59-A6C34878D82A}">
                    <a16:rowId xmlns:a16="http://schemas.microsoft.com/office/drawing/2014/main" val="10000"/>
                  </a:ext>
                </a:extLst>
              </a:tr>
              <a:tr h="156749">
                <a:tc>
                  <a:txBody>
                    <a:bodyPr/>
                    <a:lstStyle/>
                    <a:p>
                      <a:r>
                        <a:rPr lang="fr-FR" sz="1050" dirty="0"/>
                        <a:t>BPSK</a:t>
                      </a:r>
                    </a:p>
                  </a:txBody>
                  <a:tcPr/>
                </a:tc>
                <a:tc>
                  <a:txBody>
                    <a:bodyPr/>
                    <a:lstStyle/>
                    <a:p>
                      <a:r>
                        <a:rPr lang="fr-FR" sz="1050" dirty="0"/>
                        <a:t>½</a:t>
                      </a:r>
                    </a:p>
                  </a:txBody>
                  <a:tcPr/>
                </a:tc>
                <a:tc>
                  <a:txBody>
                    <a:bodyPr/>
                    <a:lstStyle/>
                    <a:p>
                      <a:r>
                        <a:rPr lang="fr-FR" sz="1050" dirty="0"/>
                        <a:t>3</a:t>
                      </a:r>
                    </a:p>
                  </a:txBody>
                  <a:tcPr/>
                </a:tc>
                <a:tc>
                  <a:txBody>
                    <a:bodyPr/>
                    <a:lstStyle/>
                    <a:p>
                      <a:r>
                        <a:rPr lang="fr-FR" sz="1050" dirty="0"/>
                        <a:t>-85</a:t>
                      </a:r>
                    </a:p>
                  </a:txBody>
                  <a:tcPr/>
                </a:tc>
                <a:tc>
                  <a:txBody>
                    <a:bodyPr/>
                    <a:lstStyle/>
                    <a:p>
                      <a:r>
                        <a:rPr lang="fr-FR" sz="1050" dirty="0"/>
                        <a:t>10</a:t>
                      </a:r>
                    </a:p>
                  </a:txBody>
                  <a:tcPr/>
                </a:tc>
                <a:extLst>
                  <a:ext uri="{0D108BD9-81ED-4DB2-BD59-A6C34878D82A}">
                    <a16:rowId xmlns:a16="http://schemas.microsoft.com/office/drawing/2014/main" val="10001"/>
                  </a:ext>
                </a:extLst>
              </a:tr>
              <a:tr h="156749">
                <a:tc>
                  <a:txBody>
                    <a:bodyPr/>
                    <a:lstStyle/>
                    <a:p>
                      <a:r>
                        <a:rPr lang="fr-FR" sz="1050" dirty="0"/>
                        <a:t>BPSK</a:t>
                      </a:r>
                    </a:p>
                  </a:txBody>
                  <a:tcPr/>
                </a:tc>
                <a:tc>
                  <a:txBody>
                    <a:bodyPr/>
                    <a:lstStyle/>
                    <a:p>
                      <a:r>
                        <a:rPr lang="fr-FR" sz="1050" dirty="0"/>
                        <a:t>¾</a:t>
                      </a:r>
                    </a:p>
                  </a:txBody>
                  <a:tcPr/>
                </a:tc>
                <a:tc>
                  <a:txBody>
                    <a:bodyPr/>
                    <a:lstStyle/>
                    <a:p>
                      <a:r>
                        <a:rPr lang="fr-FR" sz="1050" dirty="0"/>
                        <a:t>4.5</a:t>
                      </a:r>
                    </a:p>
                  </a:txBody>
                  <a:tcPr/>
                </a:tc>
                <a:tc>
                  <a:txBody>
                    <a:bodyPr/>
                    <a:lstStyle/>
                    <a:p>
                      <a:r>
                        <a:rPr lang="fr-FR" sz="1050" dirty="0"/>
                        <a:t>-84</a:t>
                      </a:r>
                    </a:p>
                  </a:txBody>
                  <a:tcPr/>
                </a:tc>
                <a:tc>
                  <a:txBody>
                    <a:bodyPr/>
                    <a:lstStyle/>
                    <a:p>
                      <a:r>
                        <a:rPr lang="fr-FR" sz="1050" dirty="0"/>
                        <a:t>11</a:t>
                      </a:r>
                    </a:p>
                  </a:txBody>
                  <a:tcPr/>
                </a:tc>
                <a:extLst>
                  <a:ext uri="{0D108BD9-81ED-4DB2-BD59-A6C34878D82A}">
                    <a16:rowId xmlns:a16="http://schemas.microsoft.com/office/drawing/2014/main" val="10002"/>
                  </a:ext>
                </a:extLst>
              </a:tr>
              <a:tr h="156749">
                <a:tc>
                  <a:txBody>
                    <a:bodyPr/>
                    <a:lstStyle/>
                    <a:p>
                      <a:r>
                        <a:rPr lang="fr-FR" sz="1050" dirty="0"/>
                        <a:t>QPSK</a:t>
                      </a:r>
                    </a:p>
                  </a:txBody>
                  <a:tcPr/>
                </a:tc>
                <a:tc>
                  <a:txBody>
                    <a:bodyPr/>
                    <a:lstStyle/>
                    <a:p>
                      <a:r>
                        <a:rPr lang="fr-FR" sz="1050" dirty="0"/>
                        <a:t>½</a:t>
                      </a:r>
                    </a:p>
                  </a:txBody>
                  <a:tcPr/>
                </a:tc>
                <a:tc>
                  <a:txBody>
                    <a:bodyPr/>
                    <a:lstStyle/>
                    <a:p>
                      <a:r>
                        <a:rPr lang="fr-FR" sz="1050" dirty="0"/>
                        <a:t>6</a:t>
                      </a:r>
                    </a:p>
                  </a:txBody>
                  <a:tcPr/>
                </a:tc>
                <a:tc>
                  <a:txBody>
                    <a:bodyPr/>
                    <a:lstStyle/>
                    <a:p>
                      <a:r>
                        <a:rPr lang="fr-FR" sz="1050" dirty="0"/>
                        <a:t>-82</a:t>
                      </a:r>
                    </a:p>
                  </a:txBody>
                  <a:tcPr/>
                </a:tc>
                <a:tc>
                  <a:txBody>
                    <a:bodyPr/>
                    <a:lstStyle/>
                    <a:p>
                      <a:r>
                        <a:rPr lang="fr-FR" sz="1050" dirty="0"/>
                        <a:t>13</a:t>
                      </a:r>
                    </a:p>
                  </a:txBody>
                  <a:tcPr/>
                </a:tc>
                <a:extLst>
                  <a:ext uri="{0D108BD9-81ED-4DB2-BD59-A6C34878D82A}">
                    <a16:rowId xmlns:a16="http://schemas.microsoft.com/office/drawing/2014/main" val="10003"/>
                  </a:ext>
                </a:extLst>
              </a:tr>
              <a:tr h="156749">
                <a:tc>
                  <a:txBody>
                    <a:bodyPr/>
                    <a:lstStyle/>
                    <a:p>
                      <a:r>
                        <a:rPr lang="fr-FR" sz="1050" dirty="0"/>
                        <a:t>QPSK</a:t>
                      </a:r>
                    </a:p>
                  </a:txBody>
                  <a:tcPr/>
                </a:tc>
                <a:tc>
                  <a:txBody>
                    <a:bodyPr/>
                    <a:lstStyle/>
                    <a:p>
                      <a:r>
                        <a:rPr lang="fr-FR" sz="1050" dirty="0"/>
                        <a:t>¾</a:t>
                      </a:r>
                    </a:p>
                  </a:txBody>
                  <a:tcPr/>
                </a:tc>
                <a:tc>
                  <a:txBody>
                    <a:bodyPr/>
                    <a:lstStyle/>
                    <a:p>
                      <a:r>
                        <a:rPr lang="fr-FR" sz="1050" dirty="0"/>
                        <a:t>9</a:t>
                      </a:r>
                    </a:p>
                  </a:txBody>
                  <a:tcPr/>
                </a:tc>
                <a:tc>
                  <a:txBody>
                    <a:bodyPr/>
                    <a:lstStyle/>
                    <a:p>
                      <a:r>
                        <a:rPr lang="fr-FR" sz="1050" dirty="0"/>
                        <a:t>-80</a:t>
                      </a:r>
                    </a:p>
                  </a:txBody>
                  <a:tcPr/>
                </a:tc>
                <a:tc>
                  <a:txBody>
                    <a:bodyPr/>
                    <a:lstStyle/>
                    <a:p>
                      <a:r>
                        <a:rPr lang="fr-FR" sz="1050" dirty="0"/>
                        <a:t>15</a:t>
                      </a:r>
                    </a:p>
                  </a:txBody>
                  <a:tcPr/>
                </a:tc>
                <a:extLst>
                  <a:ext uri="{0D108BD9-81ED-4DB2-BD59-A6C34878D82A}">
                    <a16:rowId xmlns:a16="http://schemas.microsoft.com/office/drawing/2014/main" val="10004"/>
                  </a:ext>
                </a:extLst>
              </a:tr>
              <a:tr h="156749">
                <a:tc>
                  <a:txBody>
                    <a:bodyPr/>
                    <a:lstStyle/>
                    <a:p>
                      <a:r>
                        <a:rPr lang="fr-FR" sz="1050" dirty="0"/>
                        <a:t>16QAM</a:t>
                      </a:r>
                    </a:p>
                  </a:txBody>
                  <a:tcPr/>
                </a:tc>
                <a:tc>
                  <a:txBody>
                    <a:bodyPr/>
                    <a:lstStyle/>
                    <a:p>
                      <a:r>
                        <a:rPr lang="fr-FR" sz="1050" dirty="0"/>
                        <a:t>½</a:t>
                      </a:r>
                    </a:p>
                  </a:txBody>
                  <a:tcPr/>
                </a:tc>
                <a:tc>
                  <a:txBody>
                    <a:bodyPr/>
                    <a:lstStyle/>
                    <a:p>
                      <a:r>
                        <a:rPr lang="fr-FR" sz="1050" dirty="0"/>
                        <a:t>12</a:t>
                      </a:r>
                    </a:p>
                  </a:txBody>
                  <a:tcPr/>
                </a:tc>
                <a:tc>
                  <a:txBody>
                    <a:bodyPr/>
                    <a:lstStyle/>
                    <a:p>
                      <a:r>
                        <a:rPr lang="fr-FR" sz="1050" dirty="0"/>
                        <a:t>-77</a:t>
                      </a:r>
                    </a:p>
                  </a:txBody>
                  <a:tcPr/>
                </a:tc>
                <a:tc>
                  <a:txBody>
                    <a:bodyPr/>
                    <a:lstStyle/>
                    <a:p>
                      <a:r>
                        <a:rPr lang="fr-FR" sz="1050" dirty="0"/>
                        <a:t>18</a:t>
                      </a:r>
                    </a:p>
                  </a:txBody>
                  <a:tcPr/>
                </a:tc>
                <a:extLst>
                  <a:ext uri="{0D108BD9-81ED-4DB2-BD59-A6C34878D82A}">
                    <a16:rowId xmlns:a16="http://schemas.microsoft.com/office/drawing/2014/main" val="10005"/>
                  </a:ext>
                </a:extLst>
              </a:tr>
              <a:tr h="156749">
                <a:tc>
                  <a:txBody>
                    <a:bodyPr/>
                    <a:lstStyle/>
                    <a:p>
                      <a:r>
                        <a:rPr lang="fr-FR" sz="1050" dirty="0"/>
                        <a:t>16QAM</a:t>
                      </a:r>
                    </a:p>
                  </a:txBody>
                  <a:tcPr/>
                </a:tc>
                <a:tc>
                  <a:txBody>
                    <a:bodyPr/>
                    <a:lstStyle/>
                    <a:p>
                      <a:r>
                        <a:rPr lang="fr-FR" sz="1050" dirty="0"/>
                        <a:t>¾</a:t>
                      </a:r>
                    </a:p>
                  </a:txBody>
                  <a:tcPr/>
                </a:tc>
                <a:tc>
                  <a:txBody>
                    <a:bodyPr/>
                    <a:lstStyle/>
                    <a:p>
                      <a:r>
                        <a:rPr lang="fr-FR" sz="1050" dirty="0"/>
                        <a:t>18</a:t>
                      </a:r>
                    </a:p>
                  </a:txBody>
                  <a:tcPr/>
                </a:tc>
                <a:tc>
                  <a:txBody>
                    <a:bodyPr/>
                    <a:lstStyle/>
                    <a:p>
                      <a:r>
                        <a:rPr lang="fr-FR" sz="1050" dirty="0"/>
                        <a:t>-73</a:t>
                      </a:r>
                    </a:p>
                  </a:txBody>
                  <a:tcPr/>
                </a:tc>
                <a:tc>
                  <a:txBody>
                    <a:bodyPr/>
                    <a:lstStyle/>
                    <a:p>
                      <a:r>
                        <a:rPr lang="fr-FR" sz="1050" dirty="0"/>
                        <a:t>22</a:t>
                      </a:r>
                    </a:p>
                  </a:txBody>
                  <a:tcPr/>
                </a:tc>
                <a:extLst>
                  <a:ext uri="{0D108BD9-81ED-4DB2-BD59-A6C34878D82A}">
                    <a16:rowId xmlns:a16="http://schemas.microsoft.com/office/drawing/2014/main" val="10006"/>
                  </a:ext>
                </a:extLst>
              </a:tr>
              <a:tr h="156749">
                <a:tc>
                  <a:txBody>
                    <a:bodyPr/>
                    <a:lstStyle/>
                    <a:p>
                      <a:r>
                        <a:rPr lang="fr-FR" sz="1050" dirty="0"/>
                        <a:t>64QAM</a:t>
                      </a:r>
                    </a:p>
                  </a:txBody>
                  <a:tcPr/>
                </a:tc>
                <a:tc>
                  <a:txBody>
                    <a:bodyPr/>
                    <a:lstStyle/>
                    <a:p>
                      <a:r>
                        <a:rPr lang="fr-FR" sz="1050" dirty="0"/>
                        <a:t>½</a:t>
                      </a:r>
                    </a:p>
                  </a:txBody>
                  <a:tcPr/>
                </a:tc>
                <a:tc>
                  <a:txBody>
                    <a:bodyPr/>
                    <a:lstStyle/>
                    <a:p>
                      <a:r>
                        <a:rPr lang="fr-FR" sz="1050" dirty="0"/>
                        <a:t>24</a:t>
                      </a:r>
                    </a:p>
                  </a:txBody>
                  <a:tcPr/>
                </a:tc>
                <a:tc>
                  <a:txBody>
                    <a:bodyPr/>
                    <a:lstStyle/>
                    <a:p>
                      <a:r>
                        <a:rPr lang="fr-FR" sz="1050" dirty="0"/>
                        <a:t>-69</a:t>
                      </a:r>
                    </a:p>
                  </a:txBody>
                  <a:tcPr/>
                </a:tc>
                <a:tc>
                  <a:txBody>
                    <a:bodyPr/>
                    <a:lstStyle/>
                    <a:p>
                      <a:r>
                        <a:rPr lang="fr-FR" sz="1050" dirty="0"/>
                        <a:t>26</a:t>
                      </a:r>
                    </a:p>
                  </a:txBody>
                  <a:tcPr/>
                </a:tc>
                <a:extLst>
                  <a:ext uri="{0D108BD9-81ED-4DB2-BD59-A6C34878D82A}">
                    <a16:rowId xmlns:a16="http://schemas.microsoft.com/office/drawing/2014/main" val="10007"/>
                  </a:ext>
                </a:extLst>
              </a:tr>
              <a:tr h="156749">
                <a:tc>
                  <a:txBody>
                    <a:bodyPr/>
                    <a:lstStyle/>
                    <a:p>
                      <a:r>
                        <a:rPr lang="fr-FR" sz="1050" dirty="0"/>
                        <a:t>64QAM</a:t>
                      </a:r>
                    </a:p>
                  </a:txBody>
                  <a:tcPr/>
                </a:tc>
                <a:tc>
                  <a:txBody>
                    <a:bodyPr/>
                    <a:lstStyle/>
                    <a:p>
                      <a:r>
                        <a:rPr lang="fr-FR" sz="1050" dirty="0"/>
                        <a:t>¾</a:t>
                      </a:r>
                    </a:p>
                  </a:txBody>
                  <a:tcPr/>
                </a:tc>
                <a:tc>
                  <a:txBody>
                    <a:bodyPr/>
                    <a:lstStyle/>
                    <a:p>
                      <a:r>
                        <a:rPr lang="fr-FR" sz="1050" dirty="0"/>
                        <a:t>27</a:t>
                      </a:r>
                    </a:p>
                  </a:txBody>
                  <a:tcPr/>
                </a:tc>
                <a:tc>
                  <a:txBody>
                    <a:bodyPr/>
                    <a:lstStyle/>
                    <a:p>
                      <a:r>
                        <a:rPr lang="fr-FR" sz="1050" dirty="0"/>
                        <a:t>-68</a:t>
                      </a:r>
                    </a:p>
                  </a:txBody>
                  <a:tcPr/>
                </a:tc>
                <a:tc>
                  <a:txBody>
                    <a:bodyPr/>
                    <a:lstStyle/>
                    <a:p>
                      <a:r>
                        <a:rPr lang="fr-FR" sz="1050" dirty="0"/>
                        <a:t>27</a:t>
                      </a:r>
                    </a:p>
                  </a:txBody>
                  <a:tcPr/>
                </a:tc>
                <a:extLst>
                  <a:ext uri="{0D108BD9-81ED-4DB2-BD59-A6C34878D82A}">
                    <a16:rowId xmlns:a16="http://schemas.microsoft.com/office/drawing/2014/main" val="10008"/>
                  </a:ext>
                </a:extLst>
              </a:tr>
            </a:tbl>
          </a:graphicData>
        </a:graphic>
      </p:graphicFrame>
    </p:spTree>
    <p:extLst>
      <p:ext uri="{BB962C8B-B14F-4D97-AF65-F5344CB8AC3E}">
        <p14:creationId xmlns:p14="http://schemas.microsoft.com/office/powerpoint/2010/main" val="3553536768"/>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en-US" dirty="0"/>
              <a:t>ITS-G5 : Congestion problems</a:t>
            </a:r>
          </a:p>
        </p:txBody>
      </p:sp>
      <p:sp>
        <p:nvSpPr>
          <p:cNvPr id="3" name="Espace réservé du contenu 2"/>
          <p:cNvSpPr>
            <a:spLocks noGrp="1"/>
          </p:cNvSpPr>
          <p:nvPr>
            <p:ph idx="1"/>
          </p:nvPr>
        </p:nvSpPr>
        <p:spPr/>
        <p:txBody>
          <a:bodyPr/>
          <a:lstStyle/>
          <a:p>
            <a:r>
              <a:rPr lang="en-US" sz="1800" dirty="0"/>
              <a:t>The wireless vehicular channel has limited resources </a:t>
            </a:r>
          </a:p>
          <a:p>
            <a:pPr lvl="1"/>
            <a:r>
              <a:rPr lang="en-US" sz="1400" dirty="0"/>
              <a:t>ITS-G5 suffers from congestion problems</a:t>
            </a:r>
          </a:p>
          <a:p>
            <a:pPr lvl="1"/>
            <a:r>
              <a:rPr lang="en-US" sz="1400" dirty="0"/>
              <a:t>wireless network congestion can be defined as “</a:t>
            </a:r>
            <a:r>
              <a:rPr lang="en-US" sz="1400" b="1" dirty="0"/>
              <a:t>the state in which the transmission channel is close to being completely utilized”</a:t>
            </a:r>
          </a:p>
          <a:p>
            <a:pPr lvl="1"/>
            <a:endParaRPr lang="en-US" sz="1400" b="1" dirty="0"/>
          </a:p>
          <a:p>
            <a:pPr lvl="1"/>
            <a:endParaRPr lang="en-US" sz="1400" dirty="0"/>
          </a:p>
        </p:txBody>
      </p:sp>
      <p:sp>
        <p:nvSpPr>
          <p:cNvPr id="4" name="Espace réservé du texte 3"/>
          <p:cNvSpPr>
            <a:spLocks noGrp="1"/>
          </p:cNvSpPr>
          <p:nvPr>
            <p:ph type="body" sz="quarter" idx="11"/>
          </p:nvPr>
        </p:nvSpPr>
        <p:spPr/>
        <p:txBody>
          <a:bodyPr/>
          <a:lstStyle/>
          <a:p>
            <a:endParaRPr lang="en-US"/>
          </a:p>
        </p:txBody>
      </p:sp>
      <p:sp>
        <p:nvSpPr>
          <p:cNvPr id="5" name="Espace réservé du numéro de diapositive 4"/>
          <p:cNvSpPr>
            <a:spLocks noGrp="1"/>
          </p:cNvSpPr>
          <p:nvPr>
            <p:ph type="sldNum" sz="quarter" idx="4"/>
          </p:nvPr>
        </p:nvSpPr>
        <p:spPr/>
        <p:txBody>
          <a:bodyPr/>
          <a:lstStyle/>
          <a:p>
            <a:fld id="{7F86108E-6173-CC4E-81D1-D6419E4934EE}" type="slidenum">
              <a:rPr lang="fr-FR" smtClean="0"/>
              <a:pPr/>
              <a:t>53</a:t>
            </a:fld>
            <a:endParaRPr lang="fr-FR" dirty="0"/>
          </a:p>
        </p:txBody>
      </p:sp>
      <p:pic>
        <p:nvPicPr>
          <p:cNvPr id="6" name="Imag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988222" y="2446654"/>
            <a:ext cx="4608512" cy="2314636"/>
          </a:xfrm>
          <a:prstGeom prst="rect">
            <a:avLst/>
          </a:prstGeom>
        </p:spPr>
      </p:pic>
      <p:pic>
        <p:nvPicPr>
          <p:cNvPr id="7" name="Image 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65163" y="2643758"/>
            <a:ext cx="2676525" cy="1714500"/>
          </a:xfrm>
          <a:prstGeom prst="rect">
            <a:avLst/>
          </a:prstGeom>
        </p:spPr>
      </p:pic>
    </p:spTree>
    <p:extLst>
      <p:ext uri="{BB962C8B-B14F-4D97-AF65-F5344CB8AC3E}">
        <p14:creationId xmlns:p14="http://schemas.microsoft.com/office/powerpoint/2010/main" val="2493055929"/>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en-US" dirty="0"/>
              <a:t>The Decentralized Congestion Control </a:t>
            </a:r>
            <a:r>
              <a:rPr lang="en-US" dirty="0" err="1"/>
              <a:t>Mecanims</a:t>
            </a:r>
            <a:r>
              <a:rPr lang="en-US" dirty="0"/>
              <a:t> (DCC)</a:t>
            </a:r>
          </a:p>
        </p:txBody>
      </p:sp>
      <p:sp>
        <p:nvSpPr>
          <p:cNvPr id="3" name="Espace réservé du contenu 2"/>
          <p:cNvSpPr>
            <a:spLocks noGrp="1"/>
          </p:cNvSpPr>
          <p:nvPr>
            <p:ph idx="1"/>
          </p:nvPr>
        </p:nvSpPr>
        <p:spPr>
          <a:xfrm>
            <a:off x="0" y="1302643"/>
            <a:ext cx="4355976" cy="3429347"/>
          </a:xfrm>
        </p:spPr>
        <p:txBody>
          <a:bodyPr/>
          <a:lstStyle/>
          <a:p>
            <a:pPr>
              <a:buFont typeface="Arial" panose="020B0604020202020204" pitchFamily="34" charset="0"/>
              <a:buChar char="•"/>
            </a:pPr>
            <a:r>
              <a:rPr lang="en-GB" sz="2000" dirty="0"/>
              <a:t>DCC framework has been defined for ITS-S operating over ITS G5</a:t>
            </a:r>
          </a:p>
          <a:p>
            <a:pPr>
              <a:buFont typeface="Arial" panose="020B0604020202020204" pitchFamily="34" charset="0"/>
              <a:buChar char="•"/>
            </a:pPr>
            <a:r>
              <a:rPr lang="en-GB" sz="2000" dirty="0"/>
              <a:t>DCC_ACC (ITS G5) continuously monitor channel occupancy </a:t>
            </a:r>
          </a:p>
          <a:p>
            <a:pPr lvl="1">
              <a:buFont typeface="Arial" panose="020B0604020202020204" pitchFamily="34" charset="0"/>
              <a:buChar char="•"/>
            </a:pPr>
            <a:r>
              <a:rPr lang="en-GB" sz="1600" dirty="0"/>
              <a:t>Each layer control the communication parameters in order to avoid channel congestion</a:t>
            </a:r>
          </a:p>
          <a:p>
            <a:pPr marL="1236150" lvl="3" indent="-342900">
              <a:buFont typeface="Arial" panose="020B0604020202020204" pitchFamily="34" charset="0"/>
              <a:buChar char="•"/>
            </a:pPr>
            <a:r>
              <a:rPr lang="en-GB" sz="1050" dirty="0"/>
              <a:t>Transmission power</a:t>
            </a:r>
          </a:p>
          <a:p>
            <a:pPr marL="1236150" lvl="3" indent="-342900">
              <a:buFont typeface="Arial" panose="020B0604020202020204" pitchFamily="34" charset="0"/>
              <a:buChar char="•"/>
            </a:pPr>
            <a:r>
              <a:rPr lang="en-GB" sz="1050" dirty="0"/>
              <a:t>Data rate</a:t>
            </a:r>
          </a:p>
          <a:p>
            <a:pPr marL="1236150" lvl="3" indent="-342900">
              <a:buFont typeface="Arial" panose="020B0604020202020204" pitchFamily="34" charset="0"/>
              <a:buChar char="•"/>
            </a:pPr>
            <a:r>
              <a:rPr lang="en-GB" sz="1050" dirty="0"/>
              <a:t>Geo-routing parameters</a:t>
            </a:r>
          </a:p>
          <a:p>
            <a:pPr marL="1236150" lvl="3" indent="-342900">
              <a:buFont typeface="Arial" panose="020B0604020202020204" pitchFamily="34" charset="0"/>
              <a:buChar char="•"/>
            </a:pPr>
            <a:r>
              <a:rPr lang="en-GB" sz="1050" dirty="0"/>
              <a:t>CAM interval</a:t>
            </a:r>
          </a:p>
          <a:p>
            <a:pPr marL="1236150" lvl="3" indent="-342900">
              <a:buFont typeface="Arial" panose="020B0604020202020204" pitchFamily="34" charset="0"/>
              <a:buChar char="•"/>
            </a:pPr>
            <a:r>
              <a:rPr lang="en-GB" sz="1050" dirty="0"/>
              <a:t>ETC.</a:t>
            </a:r>
          </a:p>
          <a:p>
            <a:endParaRPr lang="en-US" sz="2400" dirty="0"/>
          </a:p>
        </p:txBody>
      </p:sp>
      <p:sp>
        <p:nvSpPr>
          <p:cNvPr id="4" name="Espace réservé du texte 3"/>
          <p:cNvSpPr>
            <a:spLocks noGrp="1"/>
          </p:cNvSpPr>
          <p:nvPr>
            <p:ph type="body" sz="quarter" idx="11"/>
          </p:nvPr>
        </p:nvSpPr>
        <p:spPr/>
        <p:txBody>
          <a:bodyPr/>
          <a:lstStyle/>
          <a:p>
            <a:endParaRPr lang="en-US" dirty="0"/>
          </a:p>
        </p:txBody>
      </p:sp>
      <p:sp>
        <p:nvSpPr>
          <p:cNvPr id="5" name="Espace réservé du numéro de diapositive 4"/>
          <p:cNvSpPr>
            <a:spLocks noGrp="1"/>
          </p:cNvSpPr>
          <p:nvPr>
            <p:ph type="sldNum" sz="quarter" idx="4"/>
          </p:nvPr>
        </p:nvSpPr>
        <p:spPr/>
        <p:txBody>
          <a:bodyPr/>
          <a:lstStyle/>
          <a:p>
            <a:fld id="{7F86108E-6173-CC4E-81D1-D6419E4934EE}" type="slidenum">
              <a:rPr lang="fr-FR" smtClean="0"/>
              <a:pPr/>
              <a:t>54</a:t>
            </a:fld>
            <a:endParaRPr lang="fr-FR" dirty="0"/>
          </a:p>
        </p:txBody>
      </p:sp>
      <p:pic>
        <p:nvPicPr>
          <p:cNvPr id="6" name="Espace réservé du contenu 5">
            <a:extLst>
              <a:ext uri="{FF2B5EF4-FFF2-40B4-BE49-F238E27FC236}">
                <a16:creationId xmlns:a16="http://schemas.microsoft.com/office/drawing/2014/main" id="{7EE8E4A9-66B4-4763-8F84-79E255701CE7}"/>
              </a:ext>
            </a:extLst>
          </p:cNvPr>
          <p:cNvPicPr>
            <a:picLocks noChangeAspect="1"/>
          </p:cNvPicPr>
          <p:nvPr/>
        </p:nvPicPr>
        <p:blipFill>
          <a:blip r:embed="rId2"/>
          <a:stretch>
            <a:fillRect/>
          </a:stretch>
        </p:blipFill>
        <p:spPr bwMode="auto">
          <a:xfrm>
            <a:off x="4280291" y="1442844"/>
            <a:ext cx="4740760" cy="300111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FAA26D3D-D897-4be2-8F04-BA451C77F1D7}">
              <ma14:placeholderFlag xmlns:ma14="http://schemas.microsoft.com/office/mac/drawingml/2011/main" xmlns="" val="1"/>
            </a:ext>
          </a:extLst>
        </p:spPr>
      </p:pic>
    </p:spTree>
    <p:extLst>
      <p:ext uri="{BB962C8B-B14F-4D97-AF65-F5344CB8AC3E}">
        <p14:creationId xmlns:p14="http://schemas.microsoft.com/office/powerpoint/2010/main" val="1390126981"/>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en-US" dirty="0"/>
              <a:t>Congestion Problems in dense scenarios</a:t>
            </a:r>
          </a:p>
        </p:txBody>
      </p:sp>
      <p:graphicFrame>
        <p:nvGraphicFramePr>
          <p:cNvPr id="7" name="Espace réservé du contenu 6"/>
          <p:cNvGraphicFramePr>
            <a:graphicFrameLocks noGrp="1"/>
          </p:cNvGraphicFramePr>
          <p:nvPr>
            <p:ph idx="1"/>
            <p:extLst>
              <p:ext uri="{D42A27DB-BD31-4B8C-83A1-F6EECF244321}">
                <p14:modId xmlns:p14="http://schemas.microsoft.com/office/powerpoint/2010/main" val="2448543776"/>
              </p:ext>
            </p:extLst>
          </p:nvPr>
        </p:nvGraphicFramePr>
        <p:xfrm>
          <a:off x="1403648" y="1282019"/>
          <a:ext cx="5349875" cy="762000"/>
        </p:xfrm>
        <a:graphic>
          <a:graphicData uri="http://schemas.openxmlformats.org/drawingml/2006/table">
            <a:tbl>
              <a:tblPr firstRow="1" firstCol="1" bandRow="1">
                <a:tableStyleId>{5C22544A-7EE6-4342-B048-85BDC9FD1C3A}</a:tableStyleId>
              </a:tblPr>
              <a:tblGrid>
                <a:gridCol w="1069438">
                  <a:extLst>
                    <a:ext uri="{9D8B030D-6E8A-4147-A177-3AD203B41FA5}">
                      <a16:colId xmlns:a16="http://schemas.microsoft.com/office/drawing/2014/main" val="20000"/>
                    </a:ext>
                  </a:extLst>
                </a:gridCol>
                <a:gridCol w="3063977">
                  <a:extLst>
                    <a:ext uri="{9D8B030D-6E8A-4147-A177-3AD203B41FA5}">
                      <a16:colId xmlns:a16="http://schemas.microsoft.com/office/drawing/2014/main" val="20001"/>
                    </a:ext>
                  </a:extLst>
                </a:gridCol>
                <a:gridCol w="1216460">
                  <a:extLst>
                    <a:ext uri="{9D8B030D-6E8A-4147-A177-3AD203B41FA5}">
                      <a16:colId xmlns:a16="http://schemas.microsoft.com/office/drawing/2014/main" val="20002"/>
                    </a:ext>
                  </a:extLst>
                </a:gridCol>
              </a:tblGrid>
              <a:tr h="0">
                <a:tc>
                  <a:txBody>
                    <a:bodyPr/>
                    <a:lstStyle/>
                    <a:p>
                      <a:pPr algn="ctr" hangingPunct="0">
                        <a:spcAft>
                          <a:spcPts val="0"/>
                        </a:spcAft>
                      </a:pPr>
                      <a:r>
                        <a:rPr lang="en-GB" sz="1000">
                          <a:effectLst/>
                        </a:rPr>
                        <a:t>Class</a:t>
                      </a:r>
                      <a:endParaRPr lang="fr-FR" sz="900" b="1">
                        <a:effectLst/>
                        <a:latin typeface="Arial" panose="020B0604020202020204" pitchFamily="34" charset="0"/>
                        <a:ea typeface="MS Mincho"/>
                        <a:cs typeface="Times New Roman" panose="02020603050405020304" pitchFamily="18" charset="0"/>
                      </a:endParaRPr>
                    </a:p>
                  </a:txBody>
                  <a:tcPr marL="68580" marR="68580" marT="0" marB="0"/>
                </a:tc>
                <a:tc>
                  <a:txBody>
                    <a:bodyPr/>
                    <a:lstStyle/>
                    <a:p>
                      <a:pPr algn="ctr" hangingPunct="0">
                        <a:spcAft>
                          <a:spcPts val="0"/>
                        </a:spcAft>
                      </a:pPr>
                      <a:r>
                        <a:rPr lang="en-GB" sz="1000">
                          <a:effectLst/>
                        </a:rPr>
                        <a:t>Inter-Vehicle distance</a:t>
                      </a:r>
                      <a:endParaRPr lang="fr-FR" sz="900" b="1">
                        <a:effectLst/>
                        <a:latin typeface="Arial" panose="020B0604020202020204" pitchFamily="34" charset="0"/>
                        <a:ea typeface="MS Mincho"/>
                        <a:cs typeface="Times New Roman" panose="02020603050405020304" pitchFamily="18" charset="0"/>
                      </a:endParaRPr>
                    </a:p>
                  </a:txBody>
                  <a:tcPr marL="68580" marR="68580" marT="0" marB="0"/>
                </a:tc>
                <a:tc>
                  <a:txBody>
                    <a:bodyPr/>
                    <a:lstStyle/>
                    <a:p>
                      <a:pPr algn="ctr" hangingPunct="0">
                        <a:spcAft>
                          <a:spcPts val="0"/>
                        </a:spcAft>
                      </a:pPr>
                      <a:r>
                        <a:rPr lang="en-GB" sz="1000">
                          <a:effectLst/>
                        </a:rPr>
                        <a:t>Mobility</a:t>
                      </a:r>
                      <a:endParaRPr lang="fr-FR" sz="900" b="1">
                        <a:effectLst/>
                        <a:latin typeface="Arial" panose="020B0604020202020204" pitchFamily="34" charset="0"/>
                        <a:ea typeface="MS Mincho"/>
                        <a:cs typeface="Times New Roman" panose="02020603050405020304" pitchFamily="18" charset="0"/>
                      </a:endParaRPr>
                    </a:p>
                  </a:txBody>
                  <a:tcPr marL="68580" marR="68580" marT="0" marB="0"/>
                </a:tc>
                <a:extLst>
                  <a:ext uri="{0D108BD9-81ED-4DB2-BD59-A6C34878D82A}">
                    <a16:rowId xmlns:a16="http://schemas.microsoft.com/office/drawing/2014/main" val="10000"/>
                  </a:ext>
                </a:extLst>
              </a:tr>
              <a:tr h="0">
                <a:tc>
                  <a:txBody>
                    <a:bodyPr/>
                    <a:lstStyle/>
                    <a:p>
                      <a:pPr algn="ctr" hangingPunct="0">
                        <a:spcAft>
                          <a:spcPts val="0"/>
                        </a:spcAft>
                      </a:pPr>
                      <a:r>
                        <a:rPr lang="en-GB" sz="1000">
                          <a:effectLst/>
                        </a:rPr>
                        <a:t>Sparse</a:t>
                      </a:r>
                      <a:endParaRPr lang="fr-FR" sz="900">
                        <a:effectLst/>
                        <a:latin typeface="Arial" panose="020B0604020202020204" pitchFamily="34" charset="0"/>
                        <a:ea typeface="MS Mincho"/>
                        <a:cs typeface="Times New Roman" panose="02020603050405020304" pitchFamily="18" charset="0"/>
                      </a:endParaRPr>
                    </a:p>
                  </a:txBody>
                  <a:tcPr marL="68580" marR="68580" marT="0" marB="0"/>
                </a:tc>
                <a:tc>
                  <a:txBody>
                    <a:bodyPr/>
                    <a:lstStyle/>
                    <a:p>
                      <a:pPr algn="ctr" hangingPunct="0">
                        <a:spcAft>
                          <a:spcPts val="0"/>
                        </a:spcAft>
                      </a:pPr>
                      <a:r>
                        <a:rPr lang="fr-FR" sz="1000">
                          <a:effectLst/>
                        </a:rPr>
                        <a:t>100 m inter-distance (3 lanes/ 2 directions)</a:t>
                      </a:r>
                      <a:endParaRPr lang="fr-FR" sz="900">
                        <a:effectLst/>
                        <a:latin typeface="Arial" panose="020B0604020202020204" pitchFamily="34" charset="0"/>
                        <a:ea typeface="MS Mincho"/>
                        <a:cs typeface="Times New Roman" panose="02020603050405020304" pitchFamily="18" charset="0"/>
                      </a:endParaRPr>
                    </a:p>
                  </a:txBody>
                  <a:tcPr marL="68580" marR="68580" marT="0" marB="0"/>
                </a:tc>
                <a:tc>
                  <a:txBody>
                    <a:bodyPr/>
                    <a:lstStyle/>
                    <a:p>
                      <a:pPr algn="ctr" hangingPunct="0">
                        <a:spcAft>
                          <a:spcPts val="0"/>
                        </a:spcAft>
                      </a:pPr>
                      <a:r>
                        <a:rPr lang="en-GB" sz="1000">
                          <a:effectLst/>
                        </a:rPr>
                        <a:t>Static/Mobile</a:t>
                      </a:r>
                      <a:endParaRPr lang="fr-FR" sz="900">
                        <a:effectLst/>
                        <a:latin typeface="Arial" panose="020B0604020202020204" pitchFamily="34" charset="0"/>
                        <a:ea typeface="MS Mincho"/>
                        <a:cs typeface="Times New Roman" panose="02020603050405020304" pitchFamily="18" charset="0"/>
                      </a:endParaRPr>
                    </a:p>
                  </a:txBody>
                  <a:tcPr marL="68580" marR="68580" marT="0" marB="0"/>
                </a:tc>
                <a:extLst>
                  <a:ext uri="{0D108BD9-81ED-4DB2-BD59-A6C34878D82A}">
                    <a16:rowId xmlns:a16="http://schemas.microsoft.com/office/drawing/2014/main" val="10001"/>
                  </a:ext>
                </a:extLst>
              </a:tr>
              <a:tr h="0">
                <a:tc>
                  <a:txBody>
                    <a:bodyPr/>
                    <a:lstStyle/>
                    <a:p>
                      <a:pPr algn="ctr" hangingPunct="0">
                        <a:spcAft>
                          <a:spcPts val="0"/>
                        </a:spcAft>
                      </a:pPr>
                      <a:r>
                        <a:rPr lang="en-GB" sz="1000">
                          <a:effectLst/>
                        </a:rPr>
                        <a:t>Medium</a:t>
                      </a:r>
                      <a:endParaRPr lang="fr-FR" sz="900">
                        <a:effectLst/>
                        <a:latin typeface="Arial" panose="020B0604020202020204" pitchFamily="34" charset="0"/>
                        <a:ea typeface="MS Mincho"/>
                        <a:cs typeface="Times New Roman" panose="02020603050405020304" pitchFamily="18" charset="0"/>
                      </a:endParaRPr>
                    </a:p>
                  </a:txBody>
                  <a:tcPr marL="68580" marR="68580" marT="0" marB="0"/>
                </a:tc>
                <a:tc>
                  <a:txBody>
                    <a:bodyPr/>
                    <a:lstStyle/>
                    <a:p>
                      <a:pPr algn="ctr" hangingPunct="0">
                        <a:spcAft>
                          <a:spcPts val="0"/>
                        </a:spcAft>
                      </a:pPr>
                      <a:r>
                        <a:rPr lang="fr-FR" sz="1000">
                          <a:effectLst/>
                        </a:rPr>
                        <a:t>45 m inter-distance (3 lanes / 2directions)</a:t>
                      </a:r>
                      <a:endParaRPr lang="fr-FR" sz="900">
                        <a:effectLst/>
                        <a:latin typeface="Arial" panose="020B0604020202020204" pitchFamily="34" charset="0"/>
                        <a:ea typeface="MS Mincho"/>
                        <a:cs typeface="Times New Roman" panose="02020603050405020304" pitchFamily="18" charset="0"/>
                      </a:endParaRPr>
                    </a:p>
                  </a:txBody>
                  <a:tcPr marL="68580" marR="68580" marT="0" marB="0"/>
                </a:tc>
                <a:tc>
                  <a:txBody>
                    <a:bodyPr/>
                    <a:lstStyle/>
                    <a:p>
                      <a:pPr algn="ctr" hangingPunct="0">
                        <a:spcAft>
                          <a:spcPts val="0"/>
                        </a:spcAft>
                      </a:pPr>
                      <a:r>
                        <a:rPr lang="en-GB" sz="1000">
                          <a:effectLst/>
                        </a:rPr>
                        <a:t>Static/Mobile</a:t>
                      </a:r>
                      <a:endParaRPr lang="fr-FR" sz="900">
                        <a:effectLst/>
                        <a:latin typeface="Arial" panose="020B0604020202020204" pitchFamily="34" charset="0"/>
                        <a:ea typeface="MS Mincho"/>
                        <a:cs typeface="Times New Roman" panose="02020603050405020304" pitchFamily="18" charset="0"/>
                      </a:endParaRPr>
                    </a:p>
                  </a:txBody>
                  <a:tcPr marL="68580" marR="68580" marT="0" marB="0"/>
                </a:tc>
                <a:extLst>
                  <a:ext uri="{0D108BD9-81ED-4DB2-BD59-A6C34878D82A}">
                    <a16:rowId xmlns:a16="http://schemas.microsoft.com/office/drawing/2014/main" val="10002"/>
                  </a:ext>
                </a:extLst>
              </a:tr>
              <a:tr h="0">
                <a:tc>
                  <a:txBody>
                    <a:bodyPr/>
                    <a:lstStyle/>
                    <a:p>
                      <a:pPr algn="ctr" hangingPunct="0">
                        <a:spcAft>
                          <a:spcPts val="0"/>
                        </a:spcAft>
                      </a:pPr>
                      <a:r>
                        <a:rPr lang="en-GB" sz="1000">
                          <a:effectLst/>
                        </a:rPr>
                        <a:t>Dense</a:t>
                      </a:r>
                      <a:endParaRPr lang="fr-FR" sz="900">
                        <a:effectLst/>
                        <a:latin typeface="Arial" panose="020B0604020202020204" pitchFamily="34" charset="0"/>
                        <a:ea typeface="MS Mincho"/>
                        <a:cs typeface="Times New Roman" panose="02020603050405020304" pitchFamily="18" charset="0"/>
                      </a:endParaRPr>
                    </a:p>
                  </a:txBody>
                  <a:tcPr marL="68580" marR="68580" marT="0" marB="0"/>
                </a:tc>
                <a:tc>
                  <a:txBody>
                    <a:bodyPr/>
                    <a:lstStyle/>
                    <a:p>
                      <a:pPr algn="ctr" hangingPunct="0">
                        <a:spcAft>
                          <a:spcPts val="0"/>
                        </a:spcAft>
                      </a:pPr>
                      <a:r>
                        <a:rPr lang="fr-FR" sz="1000">
                          <a:effectLst/>
                        </a:rPr>
                        <a:t>20 m inter-distance (3 lanes / 2directions)</a:t>
                      </a:r>
                      <a:endParaRPr lang="fr-FR" sz="900">
                        <a:effectLst/>
                        <a:latin typeface="Arial" panose="020B0604020202020204" pitchFamily="34" charset="0"/>
                        <a:ea typeface="MS Mincho"/>
                        <a:cs typeface="Times New Roman" panose="02020603050405020304" pitchFamily="18" charset="0"/>
                      </a:endParaRPr>
                    </a:p>
                  </a:txBody>
                  <a:tcPr marL="68580" marR="68580" marT="0" marB="0"/>
                </a:tc>
                <a:tc>
                  <a:txBody>
                    <a:bodyPr/>
                    <a:lstStyle/>
                    <a:p>
                      <a:pPr algn="ctr" hangingPunct="0">
                        <a:spcAft>
                          <a:spcPts val="0"/>
                        </a:spcAft>
                      </a:pPr>
                      <a:r>
                        <a:rPr lang="en-GB" sz="1000">
                          <a:effectLst/>
                        </a:rPr>
                        <a:t>Static/Mobile</a:t>
                      </a:r>
                      <a:endParaRPr lang="fr-FR" sz="900">
                        <a:effectLst/>
                        <a:latin typeface="Arial" panose="020B0604020202020204" pitchFamily="34" charset="0"/>
                        <a:ea typeface="MS Mincho"/>
                        <a:cs typeface="Times New Roman" panose="02020603050405020304" pitchFamily="18" charset="0"/>
                      </a:endParaRPr>
                    </a:p>
                  </a:txBody>
                  <a:tcPr marL="68580" marR="68580" marT="0" marB="0"/>
                </a:tc>
                <a:extLst>
                  <a:ext uri="{0D108BD9-81ED-4DB2-BD59-A6C34878D82A}">
                    <a16:rowId xmlns:a16="http://schemas.microsoft.com/office/drawing/2014/main" val="10003"/>
                  </a:ext>
                </a:extLst>
              </a:tr>
              <a:tr h="0">
                <a:tc>
                  <a:txBody>
                    <a:bodyPr/>
                    <a:lstStyle/>
                    <a:p>
                      <a:pPr algn="ctr" hangingPunct="0">
                        <a:spcAft>
                          <a:spcPts val="0"/>
                        </a:spcAft>
                      </a:pPr>
                      <a:r>
                        <a:rPr lang="en-GB" sz="1000" dirty="0">
                          <a:effectLst/>
                        </a:rPr>
                        <a:t>Extreme</a:t>
                      </a:r>
                      <a:endParaRPr lang="fr-FR" sz="900" dirty="0">
                        <a:effectLst/>
                        <a:latin typeface="Arial" panose="020B0604020202020204" pitchFamily="34" charset="0"/>
                        <a:ea typeface="MS Mincho"/>
                        <a:cs typeface="Times New Roman" panose="02020603050405020304" pitchFamily="18" charset="0"/>
                      </a:endParaRPr>
                    </a:p>
                  </a:txBody>
                  <a:tcPr marL="68580" marR="68580" marT="0" marB="0"/>
                </a:tc>
                <a:tc>
                  <a:txBody>
                    <a:bodyPr/>
                    <a:lstStyle/>
                    <a:p>
                      <a:pPr algn="ctr" hangingPunct="0">
                        <a:spcAft>
                          <a:spcPts val="0"/>
                        </a:spcAft>
                      </a:pPr>
                      <a:r>
                        <a:rPr lang="fr-FR" sz="1000">
                          <a:effectLst/>
                        </a:rPr>
                        <a:t>10 m inter-distance (3 lanes / 2directions)</a:t>
                      </a:r>
                      <a:endParaRPr lang="fr-FR" sz="900">
                        <a:effectLst/>
                        <a:latin typeface="Arial" panose="020B0604020202020204" pitchFamily="34" charset="0"/>
                        <a:ea typeface="MS Mincho"/>
                        <a:cs typeface="Times New Roman" panose="02020603050405020304" pitchFamily="18" charset="0"/>
                      </a:endParaRPr>
                    </a:p>
                  </a:txBody>
                  <a:tcPr marL="68580" marR="68580" marT="0" marB="0"/>
                </a:tc>
                <a:tc>
                  <a:txBody>
                    <a:bodyPr/>
                    <a:lstStyle/>
                    <a:p>
                      <a:pPr algn="ctr" hangingPunct="0">
                        <a:spcAft>
                          <a:spcPts val="0"/>
                        </a:spcAft>
                      </a:pPr>
                      <a:r>
                        <a:rPr lang="en-GB" sz="1000" dirty="0">
                          <a:effectLst/>
                        </a:rPr>
                        <a:t>Static</a:t>
                      </a:r>
                      <a:endParaRPr lang="fr-FR" sz="900" dirty="0">
                        <a:effectLst/>
                        <a:latin typeface="Arial" panose="020B0604020202020204" pitchFamily="34" charset="0"/>
                        <a:ea typeface="MS Mincho"/>
                        <a:cs typeface="Times New Roman" panose="02020603050405020304" pitchFamily="18" charset="0"/>
                      </a:endParaRPr>
                    </a:p>
                  </a:txBody>
                  <a:tcPr marL="68580" marR="68580" marT="0" marB="0"/>
                </a:tc>
                <a:extLst>
                  <a:ext uri="{0D108BD9-81ED-4DB2-BD59-A6C34878D82A}">
                    <a16:rowId xmlns:a16="http://schemas.microsoft.com/office/drawing/2014/main" val="10004"/>
                  </a:ext>
                </a:extLst>
              </a:tr>
            </a:tbl>
          </a:graphicData>
        </a:graphic>
      </p:graphicFrame>
      <p:sp>
        <p:nvSpPr>
          <p:cNvPr id="4" name="Espace réservé du texte 3"/>
          <p:cNvSpPr>
            <a:spLocks noGrp="1"/>
          </p:cNvSpPr>
          <p:nvPr>
            <p:ph type="body" sz="quarter" idx="11"/>
          </p:nvPr>
        </p:nvSpPr>
        <p:spPr/>
        <p:txBody>
          <a:bodyPr/>
          <a:lstStyle/>
          <a:p>
            <a:endParaRPr lang="en-US"/>
          </a:p>
        </p:txBody>
      </p:sp>
      <p:sp>
        <p:nvSpPr>
          <p:cNvPr id="5" name="Espace réservé du numéro de diapositive 4"/>
          <p:cNvSpPr>
            <a:spLocks noGrp="1"/>
          </p:cNvSpPr>
          <p:nvPr>
            <p:ph type="sldNum" sz="quarter" idx="4"/>
          </p:nvPr>
        </p:nvSpPr>
        <p:spPr/>
        <p:txBody>
          <a:bodyPr/>
          <a:lstStyle/>
          <a:p>
            <a:fld id="{7F86108E-6173-CC4E-81D1-D6419E4934EE}" type="slidenum">
              <a:rPr lang="fr-FR" smtClean="0"/>
              <a:pPr/>
              <a:t>55</a:t>
            </a:fld>
            <a:endParaRPr lang="fr-FR" dirty="0"/>
          </a:p>
        </p:txBody>
      </p:sp>
      <p:sp>
        <p:nvSpPr>
          <p:cNvPr id="6" name="Rectangle 2"/>
          <p:cNvSpPr>
            <a:spLocks noChangeArrowheads="1"/>
          </p:cNvSpPr>
          <p:nvPr/>
        </p:nvSpPr>
        <p:spPr bwMode="auto">
          <a:xfrm>
            <a:off x="2699792" y="1581235"/>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pic>
        <p:nvPicPr>
          <p:cNvPr id="2049" name="Picture 1"/>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1547664" y="2242104"/>
            <a:ext cx="5256584" cy="288082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8152961"/>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en-US" dirty="0"/>
              <a:t>IEEE 802.11 Next Generation V2X</a:t>
            </a:r>
          </a:p>
        </p:txBody>
      </p:sp>
      <p:sp>
        <p:nvSpPr>
          <p:cNvPr id="3" name="Espace réservé du contenu 2"/>
          <p:cNvSpPr>
            <a:spLocks noGrp="1"/>
          </p:cNvSpPr>
          <p:nvPr>
            <p:ph idx="1"/>
          </p:nvPr>
        </p:nvSpPr>
        <p:spPr>
          <a:xfrm>
            <a:off x="780854" y="1275606"/>
            <a:ext cx="7895602" cy="3652352"/>
          </a:xfrm>
        </p:spPr>
        <p:txBody>
          <a:bodyPr/>
          <a:lstStyle/>
          <a:p>
            <a:r>
              <a:rPr lang="en-US" sz="1800" dirty="0"/>
              <a:t>Mature Technology : </a:t>
            </a:r>
            <a:r>
              <a:rPr lang="en-US" sz="1800" b="0" dirty="0"/>
              <a:t>More than 10 years of development</a:t>
            </a:r>
          </a:p>
          <a:p>
            <a:pPr lvl="1"/>
            <a:r>
              <a:rPr lang="en-US" sz="1400" dirty="0"/>
              <a:t>Several experiments/prototypes</a:t>
            </a:r>
          </a:p>
          <a:p>
            <a:pPr lvl="1"/>
            <a:r>
              <a:rPr lang="en-US" sz="1400" dirty="0"/>
              <a:t>Several enhancements: Example: DCC (Decentralized Congestion Control)</a:t>
            </a:r>
          </a:p>
          <a:p>
            <a:pPr lvl="1"/>
            <a:r>
              <a:rPr lang="en-US" sz="1400" dirty="0"/>
              <a:t>Pre-deployments projects: Scoop (FR), C-Roads (EU), Corridor (EU), </a:t>
            </a:r>
            <a:r>
              <a:rPr lang="en-US" sz="1400" dirty="0" err="1"/>
              <a:t>etc</a:t>
            </a:r>
            <a:endParaRPr lang="en-US" sz="1400" dirty="0"/>
          </a:p>
          <a:p>
            <a:r>
              <a:rPr lang="en-US" sz="1800" b="1" dirty="0">
                <a:solidFill>
                  <a:srgbClr val="FF0000"/>
                </a:solidFill>
              </a:rPr>
              <a:t>However</a:t>
            </a:r>
          </a:p>
          <a:p>
            <a:pPr lvl="1"/>
            <a:r>
              <a:rPr lang="en-US" sz="1400" dirty="0"/>
              <a:t>Some drawbacks: Ex. </a:t>
            </a:r>
            <a:r>
              <a:rPr lang="en-US" sz="1400" b="1" dirty="0"/>
              <a:t>Robustness in high dense scenarios </a:t>
            </a:r>
          </a:p>
          <a:p>
            <a:r>
              <a:rPr lang="en-US" sz="1800" b="1" dirty="0"/>
              <a:t>IEEE 802.11 Next Generation V2X (NGV)</a:t>
            </a:r>
          </a:p>
          <a:p>
            <a:pPr lvl="1"/>
            <a:r>
              <a:rPr lang="en-US" sz="1400" dirty="0"/>
              <a:t>IEEE Task Group BD</a:t>
            </a:r>
          </a:p>
          <a:p>
            <a:pPr lvl="1"/>
            <a:r>
              <a:rPr lang="en-US" sz="1400" b="1" dirty="0"/>
              <a:t>High requirements</a:t>
            </a:r>
            <a:r>
              <a:rPr lang="en-US" sz="1400" dirty="0"/>
              <a:t> for Next Generation V2X while maintain the backward compatible with 802.11P.</a:t>
            </a:r>
          </a:p>
          <a:p>
            <a:pPr lvl="1"/>
            <a:r>
              <a:rPr lang="en-US" sz="1400" b="1" dirty="0"/>
              <a:t>IEEE 802.11bd : </a:t>
            </a:r>
            <a:r>
              <a:rPr lang="en-US" sz="1400" dirty="0"/>
              <a:t>Physical layer enhancements </a:t>
            </a:r>
          </a:p>
          <a:p>
            <a:pPr lvl="2"/>
            <a:r>
              <a:rPr lang="en-US" sz="1200" dirty="0"/>
              <a:t>20 MHz of channel band</a:t>
            </a:r>
          </a:p>
          <a:p>
            <a:pPr lvl="2"/>
            <a:r>
              <a:rPr lang="en-US" sz="1200" dirty="0"/>
              <a:t>OFDM</a:t>
            </a:r>
          </a:p>
          <a:p>
            <a:pPr lvl="2"/>
            <a:r>
              <a:rPr lang="en-US" sz="1200" dirty="0"/>
              <a:t>Resistant to Doppler effects</a:t>
            </a:r>
          </a:p>
          <a:p>
            <a:pPr marL="514350" lvl="1" indent="0">
              <a:buNone/>
            </a:pPr>
            <a:endParaRPr lang="en-US" sz="1400" dirty="0"/>
          </a:p>
        </p:txBody>
      </p:sp>
      <p:sp>
        <p:nvSpPr>
          <p:cNvPr id="4" name="Espace réservé du texte 3"/>
          <p:cNvSpPr>
            <a:spLocks noGrp="1"/>
          </p:cNvSpPr>
          <p:nvPr>
            <p:ph type="body" sz="quarter" idx="11"/>
          </p:nvPr>
        </p:nvSpPr>
        <p:spPr/>
        <p:txBody>
          <a:bodyPr/>
          <a:lstStyle/>
          <a:p>
            <a:endParaRPr lang="en-US" dirty="0"/>
          </a:p>
        </p:txBody>
      </p:sp>
      <p:sp>
        <p:nvSpPr>
          <p:cNvPr id="5" name="Espace réservé du numéro de diapositive 4"/>
          <p:cNvSpPr>
            <a:spLocks noGrp="1"/>
          </p:cNvSpPr>
          <p:nvPr>
            <p:ph type="sldNum" sz="quarter" idx="4"/>
          </p:nvPr>
        </p:nvSpPr>
        <p:spPr/>
        <p:txBody>
          <a:bodyPr/>
          <a:lstStyle/>
          <a:p>
            <a:fld id="{7F86108E-6173-CC4E-81D1-D6419E4934EE}" type="slidenum">
              <a:rPr lang="en-US" smtClean="0"/>
              <a:pPr/>
              <a:t>56</a:t>
            </a:fld>
            <a:endParaRPr lang="en-US" dirty="0"/>
          </a:p>
        </p:txBody>
      </p:sp>
    </p:spTree>
    <p:extLst>
      <p:ext uri="{BB962C8B-B14F-4D97-AF65-F5344CB8AC3E}">
        <p14:creationId xmlns:p14="http://schemas.microsoft.com/office/powerpoint/2010/main" val="4125073852"/>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en-US" dirty="0"/>
              <a:t>Cellular Technology for V2X Communications</a:t>
            </a:r>
          </a:p>
        </p:txBody>
      </p:sp>
      <p:sp>
        <p:nvSpPr>
          <p:cNvPr id="4" name="Espace réservé du texte 3"/>
          <p:cNvSpPr>
            <a:spLocks noGrp="1"/>
          </p:cNvSpPr>
          <p:nvPr>
            <p:ph type="body" sz="quarter" idx="11"/>
          </p:nvPr>
        </p:nvSpPr>
        <p:spPr/>
        <p:txBody>
          <a:bodyPr/>
          <a:lstStyle/>
          <a:p>
            <a:endParaRPr lang="en-US"/>
          </a:p>
        </p:txBody>
      </p:sp>
      <p:sp>
        <p:nvSpPr>
          <p:cNvPr id="5" name="Espace réservé du numéro de diapositive 4"/>
          <p:cNvSpPr>
            <a:spLocks noGrp="1"/>
          </p:cNvSpPr>
          <p:nvPr>
            <p:ph type="sldNum" sz="quarter" idx="4"/>
          </p:nvPr>
        </p:nvSpPr>
        <p:spPr/>
        <p:txBody>
          <a:bodyPr/>
          <a:lstStyle/>
          <a:p>
            <a:fld id="{7F86108E-6173-CC4E-81D1-D6419E4934EE}" type="slidenum">
              <a:rPr lang="fr-FR" smtClean="0"/>
              <a:pPr/>
              <a:t>57</a:t>
            </a:fld>
            <a:endParaRPr lang="fr-FR" dirty="0"/>
          </a:p>
        </p:txBody>
      </p:sp>
      <p:pic>
        <p:nvPicPr>
          <p:cNvPr id="11" name="Espace réservé du contenu 10"/>
          <p:cNvPicPr>
            <a:picLocks noGrp="1" noChangeAspect="1"/>
          </p:cNvPicPr>
          <p:nvPr>
            <p:ph idx="1"/>
          </p:nvPr>
        </p:nvPicPr>
        <p:blipFill>
          <a:blip r:embed="rId2" cstate="email">
            <a:extLst>
              <a:ext uri="{28A0092B-C50C-407E-A947-70E740481C1C}">
                <a14:useLocalDpi xmlns:a14="http://schemas.microsoft.com/office/drawing/2010/main" val="0"/>
              </a:ext>
            </a:extLst>
          </a:blip>
          <a:stretch>
            <a:fillRect/>
          </a:stretch>
        </p:blipFill>
        <p:spPr>
          <a:xfrm>
            <a:off x="1115616" y="1059582"/>
            <a:ext cx="6696744" cy="3766919"/>
          </a:xfrm>
        </p:spPr>
      </p:pic>
    </p:spTree>
    <p:extLst>
      <p:ext uri="{BB962C8B-B14F-4D97-AF65-F5344CB8AC3E}">
        <p14:creationId xmlns:p14="http://schemas.microsoft.com/office/powerpoint/2010/main" val="1270637900"/>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en-US" dirty="0"/>
              <a:t>LTE-V2X Communication interfaces</a:t>
            </a:r>
          </a:p>
        </p:txBody>
      </p:sp>
      <p:sp>
        <p:nvSpPr>
          <p:cNvPr id="4" name="Espace réservé du texte 3"/>
          <p:cNvSpPr>
            <a:spLocks noGrp="1"/>
          </p:cNvSpPr>
          <p:nvPr>
            <p:ph type="body" sz="quarter" idx="11"/>
          </p:nvPr>
        </p:nvSpPr>
        <p:spPr/>
        <p:txBody>
          <a:bodyPr/>
          <a:lstStyle/>
          <a:p>
            <a:endParaRPr lang="en-US" dirty="0"/>
          </a:p>
        </p:txBody>
      </p:sp>
      <p:sp>
        <p:nvSpPr>
          <p:cNvPr id="5" name="Espace réservé du numéro de diapositive 4"/>
          <p:cNvSpPr>
            <a:spLocks noGrp="1"/>
          </p:cNvSpPr>
          <p:nvPr>
            <p:ph type="sldNum" sz="quarter" idx="4"/>
          </p:nvPr>
        </p:nvSpPr>
        <p:spPr/>
        <p:txBody>
          <a:bodyPr/>
          <a:lstStyle/>
          <a:p>
            <a:fld id="{7F86108E-6173-CC4E-81D1-D6419E4934EE}" type="slidenum">
              <a:rPr lang="en-US" smtClean="0"/>
              <a:pPr/>
              <a:t>58</a:t>
            </a:fld>
            <a:endParaRPr lang="en-US" dirty="0"/>
          </a:p>
        </p:txBody>
      </p:sp>
      <p:pic>
        <p:nvPicPr>
          <p:cNvPr id="6" name="Image 5"/>
          <p:cNvPicPr>
            <a:picLocks noChangeAspect="1"/>
          </p:cNvPicPr>
          <p:nvPr/>
        </p:nvPicPr>
        <p:blipFill>
          <a:blip r:embed="rId2" cstate="email">
            <a:extLst>
              <a:ext uri="{28A0092B-C50C-407E-A947-70E740481C1C}">
                <a14:useLocalDpi xmlns:a14="http://schemas.microsoft.com/office/drawing/2010/main" val="0"/>
              </a:ext>
            </a:extLst>
          </a:blip>
          <a:stretch>
            <a:fillRect/>
          </a:stretch>
        </p:blipFill>
        <p:spPr>
          <a:xfrm>
            <a:off x="1043609" y="2488440"/>
            <a:ext cx="1872208" cy="2341903"/>
          </a:xfrm>
          <a:prstGeom prst="rect">
            <a:avLst/>
          </a:prstGeom>
        </p:spPr>
      </p:pic>
      <p:pic>
        <p:nvPicPr>
          <p:cNvPr id="7" name="Image 6"/>
          <p:cNvPicPr>
            <a:picLocks noChangeAspect="1"/>
          </p:cNvPicPr>
          <p:nvPr/>
        </p:nvPicPr>
        <p:blipFill>
          <a:blip r:embed="rId3" cstate="email">
            <a:extLst>
              <a:ext uri="{28A0092B-C50C-407E-A947-70E740481C1C}">
                <a14:useLocalDpi xmlns:a14="http://schemas.microsoft.com/office/drawing/2010/main" val="0"/>
              </a:ext>
            </a:extLst>
          </a:blip>
          <a:stretch>
            <a:fillRect/>
          </a:stretch>
        </p:blipFill>
        <p:spPr>
          <a:xfrm>
            <a:off x="5868144" y="2401978"/>
            <a:ext cx="2108126" cy="2514825"/>
          </a:xfrm>
          <a:prstGeom prst="rect">
            <a:avLst/>
          </a:prstGeom>
        </p:spPr>
      </p:pic>
      <p:sp>
        <p:nvSpPr>
          <p:cNvPr id="8" name="ZoneTexte 7"/>
          <p:cNvSpPr txBox="1"/>
          <p:nvPr/>
        </p:nvSpPr>
        <p:spPr bwMode="auto">
          <a:xfrm>
            <a:off x="4858469" y="1553060"/>
            <a:ext cx="4588617" cy="95410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FAA26D3D-D897-4be2-8F04-BA451C77F1D7}">
              <ma14:placeholderFlag xmlns:ma14="http://schemas.microsoft.com/office/mac/drawingml/2011/main" xmlns="" val="1"/>
            </a:ext>
          </a:extLst>
        </p:spPr>
        <p:txBody>
          <a:bodyPr vert="horz" wrap="square" lIns="0" tIns="45720" rIns="36000" bIns="45720" numCol="1" rtlCol="0" anchor="b" anchorCtr="0" compatLnSpc="1">
            <a:prstTxWarp prst="textNoShape">
              <a:avLst/>
            </a:prstTxWarp>
            <a:spAutoFit/>
          </a:bodyPr>
          <a:lstStyle/>
          <a:p>
            <a:r>
              <a:rPr lang="en-US" sz="1400" b="1" dirty="0">
                <a:solidFill>
                  <a:prstClr val="black"/>
                </a:solidFill>
              </a:rPr>
              <a:t>LTE PC5: </a:t>
            </a:r>
            <a:r>
              <a:rPr lang="en-US" sz="1400" dirty="0">
                <a:solidFill>
                  <a:prstClr val="black"/>
                </a:solidFill>
              </a:rPr>
              <a:t>Direct Communication</a:t>
            </a:r>
          </a:p>
          <a:p>
            <a:pPr marL="742950" lvl="1" indent="-285750">
              <a:buFont typeface="Arial" panose="020B0604020202020204" pitchFamily="34" charset="0"/>
              <a:buChar char="•"/>
            </a:pPr>
            <a:r>
              <a:rPr lang="en-US" sz="1400" dirty="0">
                <a:solidFill>
                  <a:prstClr val="black"/>
                </a:solidFill>
              </a:rPr>
              <a:t>Similar application layer as ITS-G5</a:t>
            </a:r>
          </a:p>
          <a:p>
            <a:pPr marL="742950" lvl="1" indent="-285750">
              <a:buFont typeface="Arial" panose="020B0604020202020204" pitchFamily="34" charset="0"/>
              <a:buChar char="•"/>
            </a:pPr>
            <a:r>
              <a:rPr lang="en-US" sz="1400" dirty="0">
                <a:solidFill>
                  <a:prstClr val="black"/>
                </a:solidFill>
              </a:rPr>
              <a:t>Same frequency band as ITS-G5</a:t>
            </a:r>
          </a:p>
          <a:p>
            <a:r>
              <a:rPr lang="en-US" sz="1400" dirty="0">
                <a:solidFill>
                  <a:prstClr val="black"/>
                </a:solidFill>
              </a:rPr>
              <a:t>	</a:t>
            </a:r>
          </a:p>
        </p:txBody>
      </p:sp>
      <p:sp>
        <p:nvSpPr>
          <p:cNvPr id="9" name="ZoneTexte 8"/>
          <p:cNvSpPr txBox="1"/>
          <p:nvPr/>
        </p:nvSpPr>
        <p:spPr bwMode="auto">
          <a:xfrm>
            <a:off x="269852" y="1510728"/>
            <a:ext cx="4588617" cy="95410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FAA26D3D-D897-4be2-8F04-BA451C77F1D7}">
              <ma14:placeholderFlag xmlns:ma14="http://schemas.microsoft.com/office/mac/drawingml/2011/main" xmlns="" val="1"/>
            </a:ext>
          </a:extLst>
        </p:spPr>
        <p:txBody>
          <a:bodyPr vert="horz" wrap="square" lIns="0" tIns="45720" rIns="36000" bIns="45720" numCol="1" rtlCol="0" anchor="b" anchorCtr="0" compatLnSpc="1">
            <a:prstTxWarp prst="textNoShape">
              <a:avLst/>
            </a:prstTxWarp>
            <a:spAutoFit/>
          </a:bodyPr>
          <a:lstStyle/>
          <a:p>
            <a:r>
              <a:rPr lang="en-US" sz="1400" b="1" dirty="0">
                <a:solidFill>
                  <a:prstClr val="black"/>
                </a:solidFill>
              </a:rPr>
              <a:t>LTE-</a:t>
            </a:r>
            <a:r>
              <a:rPr lang="en-US" sz="1400" b="1" dirty="0" err="1">
                <a:solidFill>
                  <a:prstClr val="black"/>
                </a:solidFill>
              </a:rPr>
              <a:t>Uu</a:t>
            </a:r>
            <a:r>
              <a:rPr lang="en-US" sz="1400" dirty="0">
                <a:solidFill>
                  <a:prstClr val="black"/>
                </a:solidFill>
              </a:rPr>
              <a:t>: Communication through the infrastructure</a:t>
            </a:r>
          </a:p>
          <a:p>
            <a:pPr marL="742950" lvl="1" indent="-285750">
              <a:buFont typeface="Arial" panose="020B0604020202020204" pitchFamily="34" charset="0"/>
              <a:buChar char="•"/>
            </a:pPr>
            <a:r>
              <a:rPr lang="en-US" sz="1400" dirty="0">
                <a:solidFill>
                  <a:prstClr val="black"/>
                </a:solidFill>
              </a:rPr>
              <a:t>« Traditional » LTE com. stack</a:t>
            </a:r>
          </a:p>
          <a:p>
            <a:pPr marL="742950" lvl="1" indent="-285750">
              <a:buFont typeface="Arial" panose="020B0604020202020204" pitchFamily="34" charset="0"/>
              <a:buChar char="•"/>
            </a:pPr>
            <a:r>
              <a:rPr lang="en-US" sz="1400" dirty="0">
                <a:solidFill>
                  <a:prstClr val="black"/>
                </a:solidFill>
              </a:rPr>
              <a:t>Same frequency band as LTE</a:t>
            </a:r>
          </a:p>
          <a:p>
            <a:r>
              <a:rPr lang="en-US" sz="1400" dirty="0">
                <a:solidFill>
                  <a:prstClr val="black"/>
                </a:solidFill>
              </a:rPr>
              <a:t>	</a:t>
            </a:r>
          </a:p>
        </p:txBody>
      </p:sp>
      <p:sp>
        <p:nvSpPr>
          <p:cNvPr id="10" name="Rectangle 9"/>
          <p:cNvSpPr/>
          <p:nvPr/>
        </p:nvSpPr>
        <p:spPr>
          <a:xfrm>
            <a:off x="179512" y="1510728"/>
            <a:ext cx="4104456" cy="3417230"/>
          </a:xfrm>
          <a:prstGeom prst="rect">
            <a:avLst/>
          </a:prstGeom>
          <a:noFill/>
          <a:ln w="19050"/>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solidFill>
                <a:prstClr val="white"/>
              </a:solidFill>
            </a:endParaRPr>
          </a:p>
        </p:txBody>
      </p:sp>
      <p:sp>
        <p:nvSpPr>
          <p:cNvPr id="11" name="Rectangle 10"/>
          <p:cNvSpPr/>
          <p:nvPr/>
        </p:nvSpPr>
        <p:spPr>
          <a:xfrm>
            <a:off x="4788024" y="1510728"/>
            <a:ext cx="4084561" cy="3417230"/>
          </a:xfrm>
          <a:prstGeom prst="rect">
            <a:avLst/>
          </a:prstGeom>
          <a:noFill/>
          <a:ln w="19050"/>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solidFill>
                <a:prstClr val="white"/>
              </a:solidFill>
            </a:endParaRPr>
          </a:p>
        </p:txBody>
      </p:sp>
    </p:spTree>
    <p:extLst>
      <p:ext uri="{BB962C8B-B14F-4D97-AF65-F5344CB8AC3E}">
        <p14:creationId xmlns:p14="http://schemas.microsoft.com/office/powerpoint/2010/main" val="595087225"/>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CA" dirty="0"/>
              <a:t>LTEV2X communication modes</a:t>
            </a:r>
            <a:endParaRPr lang="fr-FR" dirty="0"/>
          </a:p>
        </p:txBody>
      </p:sp>
      <p:sp>
        <p:nvSpPr>
          <p:cNvPr id="4" name="Espace réservé du texte 3"/>
          <p:cNvSpPr>
            <a:spLocks noGrp="1"/>
          </p:cNvSpPr>
          <p:nvPr>
            <p:ph type="body" sz="quarter" idx="11"/>
          </p:nvPr>
        </p:nvSpPr>
        <p:spPr/>
        <p:txBody>
          <a:bodyPr/>
          <a:lstStyle/>
          <a:p>
            <a:endParaRPr lang="fr-FR"/>
          </a:p>
        </p:txBody>
      </p:sp>
      <p:sp>
        <p:nvSpPr>
          <p:cNvPr id="5" name="Espace réservé du numéro de diapositive 4"/>
          <p:cNvSpPr>
            <a:spLocks noGrp="1"/>
          </p:cNvSpPr>
          <p:nvPr>
            <p:ph type="sldNum" sz="quarter" idx="4"/>
          </p:nvPr>
        </p:nvSpPr>
        <p:spPr/>
        <p:txBody>
          <a:bodyPr/>
          <a:lstStyle/>
          <a:p>
            <a:fld id="{7F86108E-6173-CC4E-81D1-D6419E4934EE}" type="slidenum">
              <a:rPr lang="fr-FR" smtClean="0"/>
              <a:pPr/>
              <a:t>59</a:t>
            </a:fld>
            <a:endParaRPr lang="fr-FR" dirty="0"/>
          </a:p>
        </p:txBody>
      </p:sp>
      <p:pic>
        <p:nvPicPr>
          <p:cNvPr id="6" name="Image 5"/>
          <p:cNvPicPr>
            <a:picLocks noChangeAspect="1"/>
          </p:cNvPicPr>
          <p:nvPr/>
        </p:nvPicPr>
        <p:blipFill>
          <a:blip r:embed="rId2"/>
          <a:stretch>
            <a:fillRect/>
          </a:stretch>
        </p:blipFill>
        <p:spPr>
          <a:xfrm>
            <a:off x="3131840" y="1833545"/>
            <a:ext cx="5585810" cy="3027070"/>
          </a:xfrm>
          <a:prstGeom prst="rect">
            <a:avLst/>
          </a:prstGeom>
        </p:spPr>
      </p:pic>
      <p:sp>
        <p:nvSpPr>
          <p:cNvPr id="7" name="ZoneTexte 6"/>
          <p:cNvSpPr txBox="1"/>
          <p:nvPr/>
        </p:nvSpPr>
        <p:spPr bwMode="auto">
          <a:xfrm>
            <a:off x="3923928" y="4813621"/>
            <a:ext cx="1296144" cy="30777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FAA26D3D-D897-4be2-8F04-BA451C77F1D7}">
              <ma14:placeholderFlag xmlns:ma14="http://schemas.microsoft.com/office/mac/drawingml/2011/main" xmlns="" val="1"/>
            </a:ext>
          </a:extLst>
        </p:spPr>
        <p:txBody>
          <a:bodyPr vert="horz" wrap="square" lIns="0" tIns="45720" rIns="36000" bIns="45720" numCol="1" rtlCol="0" anchor="b" anchorCtr="0" compatLnSpc="1">
            <a:prstTxWarp prst="textNoShape">
              <a:avLst/>
            </a:prstTxWarp>
            <a:spAutoFit/>
          </a:bodyPr>
          <a:lstStyle/>
          <a:p>
            <a:r>
              <a:rPr lang="fr-CA" sz="1400" dirty="0">
                <a:solidFill>
                  <a:prstClr val="black"/>
                </a:solidFill>
              </a:rPr>
              <a:t>Mode 3</a:t>
            </a:r>
            <a:endParaRPr lang="fr-FR" sz="1400" dirty="0">
              <a:solidFill>
                <a:prstClr val="black"/>
              </a:solidFill>
            </a:endParaRPr>
          </a:p>
        </p:txBody>
      </p:sp>
      <p:sp>
        <p:nvSpPr>
          <p:cNvPr id="8" name="ZoneTexte 7"/>
          <p:cNvSpPr txBox="1"/>
          <p:nvPr/>
        </p:nvSpPr>
        <p:spPr bwMode="auto">
          <a:xfrm>
            <a:off x="7457002" y="4628540"/>
            <a:ext cx="1686998" cy="30777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FAA26D3D-D897-4be2-8F04-BA451C77F1D7}">
              <ma14:placeholderFlag xmlns:ma14="http://schemas.microsoft.com/office/mac/drawingml/2011/main" xmlns="" val="1"/>
            </a:ext>
          </a:extLst>
        </p:spPr>
        <p:txBody>
          <a:bodyPr vert="horz" wrap="square" lIns="0" tIns="45720" rIns="36000" bIns="45720" numCol="1" rtlCol="0" anchor="b" anchorCtr="0" compatLnSpc="1">
            <a:prstTxWarp prst="textNoShape">
              <a:avLst/>
            </a:prstTxWarp>
            <a:spAutoFit/>
          </a:bodyPr>
          <a:lstStyle/>
          <a:p>
            <a:r>
              <a:rPr lang="fr-CA" sz="1400" dirty="0">
                <a:solidFill>
                  <a:prstClr val="black"/>
                </a:solidFill>
              </a:rPr>
              <a:t>Mode 4</a:t>
            </a:r>
            <a:endParaRPr lang="fr-FR" sz="1400" dirty="0">
              <a:solidFill>
                <a:prstClr val="black"/>
              </a:solidFill>
            </a:endParaRPr>
          </a:p>
        </p:txBody>
      </p:sp>
      <p:sp>
        <p:nvSpPr>
          <p:cNvPr id="3" name="ZoneTexte 2"/>
          <p:cNvSpPr txBox="1"/>
          <p:nvPr/>
        </p:nvSpPr>
        <p:spPr bwMode="auto">
          <a:xfrm>
            <a:off x="107504" y="1224344"/>
            <a:ext cx="8928992" cy="1200329"/>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FAA26D3D-D897-4be2-8F04-BA451C77F1D7}">
              <ma14:placeholderFlag xmlns:ma14="http://schemas.microsoft.com/office/mac/drawingml/2011/main" xmlns="" val="1"/>
            </a:ext>
          </a:extLst>
        </p:spPr>
        <p:txBody>
          <a:bodyPr vert="horz" wrap="square" lIns="0" tIns="45720" rIns="36000" bIns="45720" numCol="1" rtlCol="0" anchor="b" anchorCtr="0" compatLnSpc="1">
            <a:prstTxWarp prst="textNoShape">
              <a:avLst/>
            </a:prstTxWarp>
            <a:spAutoFit/>
          </a:bodyPr>
          <a:lstStyle/>
          <a:p>
            <a:pPr marL="378900" lvl="1" indent="-342900">
              <a:buFont typeface="Arial" panose="020B0604020202020204" pitchFamily="34" charset="0"/>
              <a:buChar char="•"/>
            </a:pPr>
            <a:r>
              <a:rPr lang="en-GB" dirty="0"/>
              <a:t>Mode 3: the resource is allocated by the network</a:t>
            </a:r>
          </a:p>
          <a:p>
            <a:pPr marL="378900" lvl="1" indent="-342900">
              <a:buFont typeface="Arial" panose="020B0604020202020204" pitchFamily="34" charset="0"/>
              <a:buChar char="•"/>
            </a:pPr>
            <a:r>
              <a:rPr lang="en-GB" dirty="0"/>
              <a:t>Mode 4: Users (UEs) share the resource in a distributed manner (not needing a network controller)</a:t>
            </a:r>
            <a:r>
              <a:rPr lang="en-GB" dirty="0">
                <a:sym typeface="Wingdings" panose="05000000000000000000" pitchFamily="2" charset="2"/>
              </a:rPr>
              <a:t> can use 5,9GHz band</a:t>
            </a:r>
          </a:p>
          <a:p>
            <a:endParaRPr lang="en-US" dirty="0"/>
          </a:p>
        </p:txBody>
      </p:sp>
    </p:spTree>
    <p:extLst>
      <p:ext uri="{BB962C8B-B14F-4D97-AF65-F5344CB8AC3E}">
        <p14:creationId xmlns:p14="http://schemas.microsoft.com/office/powerpoint/2010/main" val="1590759754"/>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a:t>3GPP V2X </a:t>
            </a:r>
            <a:r>
              <a:rPr lang="fr-FR" dirty="0" err="1"/>
              <a:t>Standardization</a:t>
            </a:r>
            <a:r>
              <a:rPr lang="fr-FR" dirty="0"/>
              <a:t> </a:t>
            </a:r>
            <a:r>
              <a:rPr lang="fr-FR" dirty="0" err="1"/>
              <a:t>Timeline</a:t>
            </a:r>
            <a:r>
              <a:rPr lang="fr-FR" dirty="0"/>
              <a:t> </a:t>
            </a:r>
          </a:p>
        </p:txBody>
      </p:sp>
      <p:sp>
        <p:nvSpPr>
          <p:cNvPr id="4" name="Espace réservé du texte 3"/>
          <p:cNvSpPr>
            <a:spLocks noGrp="1"/>
          </p:cNvSpPr>
          <p:nvPr>
            <p:ph type="body" sz="quarter" idx="11"/>
          </p:nvPr>
        </p:nvSpPr>
        <p:spPr/>
        <p:txBody>
          <a:bodyPr/>
          <a:lstStyle/>
          <a:p>
            <a:endParaRPr lang="fr-FR"/>
          </a:p>
        </p:txBody>
      </p:sp>
      <p:sp>
        <p:nvSpPr>
          <p:cNvPr id="5" name="Espace réservé du numéro de diapositive 4"/>
          <p:cNvSpPr>
            <a:spLocks noGrp="1"/>
          </p:cNvSpPr>
          <p:nvPr>
            <p:ph type="sldNum" sz="quarter" idx="4"/>
          </p:nvPr>
        </p:nvSpPr>
        <p:spPr/>
        <p:txBody>
          <a:bodyPr/>
          <a:lstStyle/>
          <a:p>
            <a:fld id="{7F86108E-6173-CC4E-81D1-D6419E4934EE}" type="slidenum">
              <a:rPr lang="fr-FR" smtClean="0"/>
              <a:pPr/>
              <a:t>60</a:t>
            </a:fld>
            <a:endParaRPr lang="fr-FR" dirty="0"/>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43608" y="1347614"/>
            <a:ext cx="6480720" cy="3645251"/>
          </a:xfrm>
          <a:prstGeom prst="rect">
            <a:avLst/>
          </a:prstGeom>
          <a:solidFill>
            <a:srgbClr val="FFFFFF">
              <a:alpha val="0"/>
            </a:srgbClr>
          </a:solidFill>
          <a:ln>
            <a:noFill/>
          </a:ln>
          <a:extLs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548809557"/>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a:t>3GPP V2X </a:t>
            </a:r>
            <a:r>
              <a:rPr lang="fr-FR" dirty="0" err="1"/>
              <a:t>Standardization</a:t>
            </a:r>
            <a:r>
              <a:rPr lang="fr-FR" dirty="0"/>
              <a:t> </a:t>
            </a:r>
            <a:r>
              <a:rPr lang="fr-FR" dirty="0" err="1"/>
              <a:t>Timeline</a:t>
            </a:r>
            <a:r>
              <a:rPr lang="fr-FR" dirty="0"/>
              <a:t> </a:t>
            </a:r>
          </a:p>
        </p:txBody>
      </p:sp>
      <p:sp>
        <p:nvSpPr>
          <p:cNvPr id="4" name="Espace réservé du texte 3"/>
          <p:cNvSpPr>
            <a:spLocks noGrp="1"/>
          </p:cNvSpPr>
          <p:nvPr>
            <p:ph type="body" sz="quarter" idx="11"/>
          </p:nvPr>
        </p:nvSpPr>
        <p:spPr/>
        <p:txBody>
          <a:bodyPr/>
          <a:lstStyle/>
          <a:p>
            <a:endParaRPr lang="fr-FR"/>
          </a:p>
        </p:txBody>
      </p:sp>
      <p:sp>
        <p:nvSpPr>
          <p:cNvPr id="5" name="Espace réservé du numéro de diapositive 4"/>
          <p:cNvSpPr>
            <a:spLocks noGrp="1"/>
          </p:cNvSpPr>
          <p:nvPr>
            <p:ph type="sldNum" sz="quarter" idx="4"/>
          </p:nvPr>
        </p:nvSpPr>
        <p:spPr/>
        <p:txBody>
          <a:bodyPr/>
          <a:lstStyle/>
          <a:p>
            <a:fld id="{7F86108E-6173-CC4E-81D1-D6419E4934EE}" type="slidenum">
              <a:rPr lang="fr-FR" smtClean="0"/>
              <a:pPr/>
              <a:t>61</a:t>
            </a:fld>
            <a:endParaRPr lang="fr-FR" dirty="0"/>
          </a:p>
        </p:txBody>
      </p:sp>
      <p:pic>
        <p:nvPicPr>
          <p:cNvPr id="6" name="Image 5"/>
          <p:cNvPicPr>
            <a:picLocks noChangeAspect="1"/>
          </p:cNvPicPr>
          <p:nvPr/>
        </p:nvPicPr>
        <p:blipFill>
          <a:blip r:embed="rId2"/>
          <a:stretch>
            <a:fillRect/>
          </a:stretch>
        </p:blipFill>
        <p:spPr>
          <a:xfrm>
            <a:off x="467544" y="1367708"/>
            <a:ext cx="7848872" cy="3542514"/>
          </a:xfrm>
          <a:prstGeom prst="rect">
            <a:avLst/>
          </a:prstGeom>
        </p:spPr>
      </p:pic>
      <p:sp>
        <p:nvSpPr>
          <p:cNvPr id="7" name="ZoneTexte 6"/>
          <p:cNvSpPr txBox="1"/>
          <p:nvPr/>
        </p:nvSpPr>
        <p:spPr bwMode="auto">
          <a:xfrm>
            <a:off x="143508" y="4875232"/>
            <a:ext cx="8388932" cy="26161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FAA26D3D-D897-4be2-8F04-BA451C77F1D7}">
              <ma14:placeholderFlag xmlns:ma14="http://schemas.microsoft.com/office/mac/drawingml/2011/main" xmlns="" val="1"/>
            </a:ext>
          </a:extLst>
        </p:spPr>
        <p:txBody>
          <a:bodyPr vert="horz" wrap="square" lIns="0" tIns="45720" rIns="36000" bIns="45720" numCol="1" rtlCol="0" anchor="b" anchorCtr="0" compatLnSpc="1">
            <a:prstTxWarp prst="textNoShape">
              <a:avLst/>
            </a:prstTxWarp>
            <a:spAutoFit/>
          </a:bodyPr>
          <a:lstStyle/>
          <a:p>
            <a:r>
              <a:rPr lang="en-US" sz="1100" b="1" dirty="0">
                <a:solidFill>
                  <a:prstClr val="black"/>
                </a:solidFill>
              </a:rPr>
              <a:t>Source</a:t>
            </a:r>
            <a:r>
              <a:rPr lang="en-US" sz="1100" dirty="0">
                <a:solidFill>
                  <a:prstClr val="black"/>
                </a:solidFill>
              </a:rPr>
              <a:t>: Vehicular communications via cellular networks, </a:t>
            </a:r>
            <a:r>
              <a:rPr lang="en-US" sz="1050" dirty="0">
                <a:solidFill>
                  <a:prstClr val="black"/>
                </a:solidFill>
              </a:rPr>
              <a:t>Joachim Sachs, Ericsson Research</a:t>
            </a:r>
          </a:p>
        </p:txBody>
      </p:sp>
    </p:spTree>
    <p:extLst>
      <p:ext uri="{BB962C8B-B14F-4D97-AF65-F5344CB8AC3E}">
        <p14:creationId xmlns:p14="http://schemas.microsoft.com/office/powerpoint/2010/main" val="4193523112"/>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endParaRPr lang="en-US"/>
          </a:p>
        </p:txBody>
      </p:sp>
      <p:sp>
        <p:nvSpPr>
          <p:cNvPr id="3" name="Espace réservé du contenu 2"/>
          <p:cNvSpPr>
            <a:spLocks noGrp="1"/>
          </p:cNvSpPr>
          <p:nvPr>
            <p:ph idx="1"/>
          </p:nvPr>
        </p:nvSpPr>
        <p:spPr/>
        <p:txBody>
          <a:bodyPr/>
          <a:lstStyle/>
          <a:p>
            <a:endParaRPr lang="en-US"/>
          </a:p>
        </p:txBody>
      </p:sp>
      <p:sp>
        <p:nvSpPr>
          <p:cNvPr id="4" name="Espace réservé du texte 3"/>
          <p:cNvSpPr>
            <a:spLocks noGrp="1"/>
          </p:cNvSpPr>
          <p:nvPr>
            <p:ph type="body" sz="quarter" idx="11"/>
          </p:nvPr>
        </p:nvSpPr>
        <p:spPr/>
        <p:txBody>
          <a:bodyPr/>
          <a:lstStyle/>
          <a:p>
            <a:endParaRPr lang="en-US"/>
          </a:p>
        </p:txBody>
      </p:sp>
      <p:sp>
        <p:nvSpPr>
          <p:cNvPr id="5" name="Espace réservé du numéro de diapositive 4"/>
          <p:cNvSpPr>
            <a:spLocks noGrp="1"/>
          </p:cNvSpPr>
          <p:nvPr>
            <p:ph type="sldNum" sz="quarter" idx="4"/>
          </p:nvPr>
        </p:nvSpPr>
        <p:spPr/>
        <p:txBody>
          <a:bodyPr/>
          <a:lstStyle/>
          <a:p>
            <a:fld id="{7F86108E-6173-CC4E-81D1-D6419E4934EE}" type="slidenum">
              <a:rPr lang="fr-FR" smtClean="0"/>
              <a:pPr/>
              <a:t>62</a:t>
            </a:fld>
            <a:endParaRPr lang="fr-FR" dirty="0"/>
          </a:p>
        </p:txBody>
      </p:sp>
      <p:graphicFrame>
        <p:nvGraphicFramePr>
          <p:cNvPr id="6" name="Tableau 5"/>
          <p:cNvGraphicFramePr>
            <a:graphicFrameLocks noGrp="1"/>
          </p:cNvGraphicFramePr>
          <p:nvPr>
            <p:extLst>
              <p:ext uri="{D42A27DB-BD31-4B8C-83A1-F6EECF244321}">
                <p14:modId xmlns:p14="http://schemas.microsoft.com/office/powerpoint/2010/main" val="1012826807"/>
              </p:ext>
            </p:extLst>
          </p:nvPr>
        </p:nvGraphicFramePr>
        <p:xfrm>
          <a:off x="683569" y="1656713"/>
          <a:ext cx="7848870" cy="2787244"/>
        </p:xfrm>
        <a:graphic>
          <a:graphicData uri="http://schemas.openxmlformats.org/drawingml/2006/table">
            <a:tbl>
              <a:tblPr firstRow="1" firstCol="1" bandRow="1">
                <a:tableStyleId>{5C22544A-7EE6-4342-B048-85BDC9FD1C3A}</a:tableStyleId>
              </a:tblPr>
              <a:tblGrid>
                <a:gridCol w="1347598">
                  <a:extLst>
                    <a:ext uri="{9D8B030D-6E8A-4147-A177-3AD203B41FA5}">
                      <a16:colId xmlns:a16="http://schemas.microsoft.com/office/drawing/2014/main" val="20000"/>
                    </a:ext>
                  </a:extLst>
                </a:gridCol>
                <a:gridCol w="903556">
                  <a:extLst>
                    <a:ext uri="{9D8B030D-6E8A-4147-A177-3AD203B41FA5}">
                      <a16:colId xmlns:a16="http://schemas.microsoft.com/office/drawing/2014/main" val="20001"/>
                    </a:ext>
                  </a:extLst>
                </a:gridCol>
                <a:gridCol w="1116294">
                  <a:extLst>
                    <a:ext uri="{9D8B030D-6E8A-4147-A177-3AD203B41FA5}">
                      <a16:colId xmlns:a16="http://schemas.microsoft.com/office/drawing/2014/main" val="20002"/>
                    </a:ext>
                  </a:extLst>
                </a:gridCol>
                <a:gridCol w="949198">
                  <a:extLst>
                    <a:ext uri="{9D8B030D-6E8A-4147-A177-3AD203B41FA5}">
                      <a16:colId xmlns:a16="http://schemas.microsoft.com/office/drawing/2014/main" val="20003"/>
                    </a:ext>
                  </a:extLst>
                </a:gridCol>
                <a:gridCol w="939915">
                  <a:extLst>
                    <a:ext uri="{9D8B030D-6E8A-4147-A177-3AD203B41FA5}">
                      <a16:colId xmlns:a16="http://schemas.microsoft.com/office/drawing/2014/main" val="20004"/>
                    </a:ext>
                  </a:extLst>
                </a:gridCol>
                <a:gridCol w="1289579">
                  <a:extLst>
                    <a:ext uri="{9D8B030D-6E8A-4147-A177-3AD203B41FA5}">
                      <a16:colId xmlns:a16="http://schemas.microsoft.com/office/drawing/2014/main" val="20005"/>
                    </a:ext>
                  </a:extLst>
                </a:gridCol>
                <a:gridCol w="1302730">
                  <a:extLst>
                    <a:ext uri="{9D8B030D-6E8A-4147-A177-3AD203B41FA5}">
                      <a16:colId xmlns:a16="http://schemas.microsoft.com/office/drawing/2014/main" val="20006"/>
                    </a:ext>
                  </a:extLst>
                </a:gridCol>
              </a:tblGrid>
              <a:tr h="441593">
                <a:tc>
                  <a:txBody>
                    <a:bodyPr/>
                    <a:lstStyle/>
                    <a:p>
                      <a:pPr algn="just">
                        <a:spcBef>
                          <a:spcPts val="600"/>
                        </a:spcBef>
                        <a:spcAft>
                          <a:spcPts val="0"/>
                        </a:spcAft>
                      </a:pPr>
                      <a:r>
                        <a:rPr lang="en-US" sz="1100" u="none" dirty="0">
                          <a:effectLst/>
                        </a:rPr>
                        <a:t>Technology characteristics</a:t>
                      </a:r>
                      <a:endParaRPr lang="fr-FR" sz="1100" u="none"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algn="just">
                        <a:spcBef>
                          <a:spcPts val="600"/>
                        </a:spcBef>
                        <a:spcAft>
                          <a:spcPts val="0"/>
                        </a:spcAft>
                      </a:pPr>
                      <a:r>
                        <a:rPr lang="en-US" sz="1100" u="none" dirty="0">
                          <a:effectLst/>
                        </a:rPr>
                        <a:t>Frequency</a:t>
                      </a:r>
                      <a:endParaRPr lang="fr-FR" sz="1100" u="none"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algn="just">
                        <a:spcBef>
                          <a:spcPts val="600"/>
                        </a:spcBef>
                        <a:spcAft>
                          <a:spcPts val="0"/>
                        </a:spcAft>
                      </a:pPr>
                      <a:r>
                        <a:rPr lang="en-US" sz="1100" u="none" dirty="0">
                          <a:effectLst/>
                        </a:rPr>
                        <a:t>Modulation technology</a:t>
                      </a:r>
                      <a:endParaRPr lang="fr-FR" sz="1100" u="none"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algn="just">
                        <a:spcBef>
                          <a:spcPts val="600"/>
                        </a:spcBef>
                        <a:spcAft>
                          <a:spcPts val="0"/>
                        </a:spcAft>
                      </a:pPr>
                      <a:r>
                        <a:rPr lang="en-US" sz="1100" u="none" dirty="0">
                          <a:effectLst/>
                        </a:rPr>
                        <a:t>Access method</a:t>
                      </a:r>
                      <a:endParaRPr lang="fr-FR" sz="1100" u="none"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algn="just">
                        <a:spcBef>
                          <a:spcPts val="600"/>
                        </a:spcBef>
                        <a:spcAft>
                          <a:spcPts val="0"/>
                        </a:spcAft>
                      </a:pPr>
                      <a:r>
                        <a:rPr lang="en-US" sz="1100" u="none" dirty="0">
                          <a:effectLst/>
                        </a:rPr>
                        <a:t>Bandwidth</a:t>
                      </a:r>
                      <a:endParaRPr lang="fr-FR" sz="1100" u="none"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algn="just">
                        <a:spcBef>
                          <a:spcPts val="600"/>
                        </a:spcBef>
                        <a:spcAft>
                          <a:spcPts val="0"/>
                        </a:spcAft>
                      </a:pPr>
                      <a:r>
                        <a:rPr lang="en-US" sz="1100" u="none" dirty="0">
                          <a:effectLst/>
                        </a:rPr>
                        <a:t>Communication range </a:t>
                      </a:r>
                      <a:endParaRPr lang="fr-FR" sz="1100" u="none"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algn="just">
                        <a:spcBef>
                          <a:spcPts val="600"/>
                        </a:spcBef>
                        <a:spcAft>
                          <a:spcPts val="0"/>
                        </a:spcAft>
                      </a:pPr>
                      <a:r>
                        <a:rPr lang="en-US" sz="1100" u="none" dirty="0">
                          <a:effectLst/>
                        </a:rPr>
                        <a:t>Synchronization</a:t>
                      </a:r>
                      <a:endParaRPr lang="fr-FR" sz="1100" u="none"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10000"/>
                  </a:ext>
                </a:extLst>
              </a:tr>
              <a:tr h="565011">
                <a:tc>
                  <a:txBody>
                    <a:bodyPr/>
                    <a:lstStyle/>
                    <a:p>
                      <a:pPr algn="just">
                        <a:spcBef>
                          <a:spcPts val="600"/>
                        </a:spcBef>
                        <a:spcAft>
                          <a:spcPts val="0"/>
                        </a:spcAft>
                      </a:pPr>
                      <a:r>
                        <a:rPr lang="en-US" sz="1100" u="none" dirty="0">
                          <a:effectLst/>
                        </a:rPr>
                        <a:t>802.11P</a:t>
                      </a:r>
                      <a:endParaRPr lang="fr-FR" sz="1100" u="none"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algn="just">
                        <a:spcBef>
                          <a:spcPts val="600"/>
                        </a:spcBef>
                        <a:spcAft>
                          <a:spcPts val="0"/>
                        </a:spcAft>
                      </a:pPr>
                      <a:r>
                        <a:rPr lang="en-US" sz="1100" u="none" dirty="0">
                          <a:effectLst/>
                        </a:rPr>
                        <a:t>5.9 GHZ</a:t>
                      </a:r>
                      <a:endParaRPr lang="fr-FR" sz="1100" u="none"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algn="just">
                        <a:spcBef>
                          <a:spcPts val="600"/>
                        </a:spcBef>
                        <a:spcAft>
                          <a:spcPts val="0"/>
                        </a:spcAft>
                      </a:pPr>
                      <a:r>
                        <a:rPr lang="en-US" sz="1100" u="none" dirty="0">
                          <a:effectLst/>
                        </a:rPr>
                        <a:t>OFDM</a:t>
                      </a:r>
                      <a:endParaRPr lang="fr-FR" sz="1100" u="none"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algn="just">
                        <a:spcBef>
                          <a:spcPts val="600"/>
                        </a:spcBef>
                        <a:spcAft>
                          <a:spcPts val="0"/>
                        </a:spcAft>
                      </a:pPr>
                      <a:r>
                        <a:rPr lang="en-US" sz="1100" u="none" dirty="0">
                          <a:effectLst/>
                        </a:rPr>
                        <a:t>CSMA/CA</a:t>
                      </a:r>
                      <a:endParaRPr lang="fr-FR" sz="1100" u="none"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algn="just">
                        <a:spcBef>
                          <a:spcPts val="600"/>
                        </a:spcBef>
                        <a:spcAft>
                          <a:spcPts val="0"/>
                        </a:spcAft>
                      </a:pPr>
                      <a:r>
                        <a:rPr lang="en-US" sz="1100" u="none">
                          <a:effectLst/>
                        </a:rPr>
                        <a:t>10 MHZ</a:t>
                      </a:r>
                      <a:endParaRPr lang="fr-FR" sz="1100" u="none">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algn="just">
                        <a:spcBef>
                          <a:spcPts val="600"/>
                        </a:spcBef>
                        <a:spcAft>
                          <a:spcPts val="0"/>
                        </a:spcAft>
                      </a:pPr>
                      <a:r>
                        <a:rPr lang="en-US" sz="1100" u="none" dirty="0">
                          <a:effectLst/>
                        </a:rPr>
                        <a:t>Several hundreds of meters</a:t>
                      </a:r>
                      <a:endParaRPr lang="fr-FR" sz="1100" u="none"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algn="just">
                        <a:spcBef>
                          <a:spcPts val="600"/>
                        </a:spcBef>
                        <a:spcAft>
                          <a:spcPts val="0"/>
                        </a:spcAft>
                      </a:pPr>
                      <a:r>
                        <a:rPr lang="en-US" sz="1100" u="none">
                          <a:effectLst/>
                        </a:rPr>
                        <a:t>asynchronous</a:t>
                      </a:r>
                      <a:endParaRPr lang="fr-FR" sz="1100" u="none">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10001"/>
                  </a:ext>
                </a:extLst>
              </a:tr>
              <a:tr h="890320">
                <a:tc rowSpan="2">
                  <a:txBody>
                    <a:bodyPr/>
                    <a:lstStyle/>
                    <a:p>
                      <a:pPr algn="just">
                        <a:spcBef>
                          <a:spcPts val="600"/>
                        </a:spcBef>
                        <a:spcAft>
                          <a:spcPts val="0"/>
                        </a:spcAft>
                      </a:pPr>
                      <a:r>
                        <a:rPr lang="en-US" sz="1100" u="none" dirty="0">
                          <a:effectLst/>
                        </a:rPr>
                        <a:t>LTE</a:t>
                      </a:r>
                    </a:p>
                    <a:p>
                      <a:pPr algn="just">
                        <a:spcBef>
                          <a:spcPts val="600"/>
                        </a:spcBef>
                        <a:spcAft>
                          <a:spcPts val="0"/>
                        </a:spcAft>
                      </a:pPr>
                      <a:endParaRPr lang="en-US" sz="1100" u="none" dirty="0">
                        <a:effectLst/>
                        <a:latin typeface="Calibri" panose="020F0502020204030204" pitchFamily="34" charset="0"/>
                        <a:ea typeface="Times New Roman" panose="02020603050405020304" pitchFamily="18" charset="0"/>
                        <a:cs typeface="Times New Roman" panose="02020603050405020304" pitchFamily="18" charset="0"/>
                      </a:endParaRPr>
                    </a:p>
                    <a:p>
                      <a:pPr algn="just">
                        <a:spcBef>
                          <a:spcPts val="600"/>
                        </a:spcBef>
                        <a:spcAft>
                          <a:spcPts val="0"/>
                        </a:spcAft>
                      </a:pPr>
                      <a:endParaRPr lang="en-US" sz="1100" u="none" dirty="0">
                        <a:effectLst/>
                        <a:latin typeface="Calibri" panose="020F0502020204030204" pitchFamily="34" charset="0"/>
                        <a:ea typeface="Times New Roman" panose="02020603050405020304" pitchFamily="18" charset="0"/>
                        <a:cs typeface="Times New Roman" panose="02020603050405020304" pitchFamily="18" charset="0"/>
                      </a:endParaRPr>
                    </a:p>
                    <a:p>
                      <a:pPr algn="just">
                        <a:spcBef>
                          <a:spcPts val="600"/>
                        </a:spcBef>
                        <a:spcAft>
                          <a:spcPts val="0"/>
                        </a:spcAft>
                      </a:pPr>
                      <a:endParaRPr lang="en-US" sz="1100" u="none" dirty="0">
                        <a:effectLst/>
                        <a:latin typeface="Calibri" panose="020F0502020204030204" pitchFamily="34" charset="0"/>
                        <a:ea typeface="Times New Roman" panose="02020603050405020304" pitchFamily="18" charset="0"/>
                        <a:cs typeface="Times New Roman" panose="02020603050405020304" pitchFamily="18" charset="0"/>
                      </a:endParaRPr>
                    </a:p>
                    <a:p>
                      <a:pPr algn="just">
                        <a:spcBef>
                          <a:spcPts val="600"/>
                        </a:spcBef>
                        <a:spcAft>
                          <a:spcPts val="0"/>
                        </a:spcAft>
                      </a:pPr>
                      <a:endParaRPr lang="en-US" sz="1100" u="none" dirty="0">
                        <a:effectLst/>
                        <a:latin typeface="Calibri" panose="020F0502020204030204" pitchFamily="34" charset="0"/>
                        <a:ea typeface="Times New Roman" panose="02020603050405020304" pitchFamily="18" charset="0"/>
                        <a:cs typeface="Times New Roman" panose="02020603050405020304" pitchFamily="18" charset="0"/>
                      </a:endParaRPr>
                    </a:p>
                    <a:p>
                      <a:pPr algn="just">
                        <a:spcBef>
                          <a:spcPts val="600"/>
                        </a:spcBef>
                        <a:spcAft>
                          <a:spcPts val="0"/>
                        </a:spcAft>
                      </a:pPr>
                      <a:r>
                        <a:rPr lang="en-US" sz="1100" u="none" dirty="0">
                          <a:effectLst/>
                          <a:latin typeface="Calibri" panose="020F0502020204030204" pitchFamily="34" charset="0"/>
                          <a:ea typeface="Times New Roman" panose="02020603050405020304" pitchFamily="18" charset="0"/>
                          <a:cs typeface="Times New Roman" panose="02020603050405020304" pitchFamily="18" charset="0"/>
                        </a:rPr>
                        <a:t>LTE direct (PC5)</a:t>
                      </a:r>
                      <a:endParaRPr lang="fr-FR" sz="1100" u="none"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algn="just">
                        <a:spcBef>
                          <a:spcPts val="600"/>
                        </a:spcBef>
                        <a:spcAft>
                          <a:spcPts val="0"/>
                        </a:spcAft>
                      </a:pPr>
                      <a:r>
                        <a:rPr lang="en-US" sz="1100" u="none" dirty="0">
                          <a:effectLst/>
                        </a:rPr>
                        <a:t>450 MHZ to 3.8 GHZ</a:t>
                      </a:r>
                      <a:endParaRPr lang="fr-FR" sz="1100" u="none"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rowSpan="2">
                  <a:txBody>
                    <a:bodyPr/>
                    <a:lstStyle/>
                    <a:p>
                      <a:pPr algn="just">
                        <a:spcBef>
                          <a:spcPts val="600"/>
                        </a:spcBef>
                        <a:spcAft>
                          <a:spcPts val="0"/>
                        </a:spcAft>
                      </a:pPr>
                      <a:r>
                        <a:rPr lang="en-US" sz="1100" u="none" dirty="0">
                          <a:effectLst/>
                        </a:rPr>
                        <a:t>Base to terminal: OFDMA</a:t>
                      </a:r>
                      <a:endParaRPr lang="fr-FR" sz="1100" u="none" dirty="0">
                        <a:effectLst/>
                      </a:endParaRPr>
                    </a:p>
                    <a:p>
                      <a:pPr algn="just">
                        <a:spcBef>
                          <a:spcPts val="600"/>
                        </a:spcBef>
                        <a:spcAft>
                          <a:spcPts val="0"/>
                        </a:spcAft>
                      </a:pPr>
                      <a:r>
                        <a:rPr lang="en-US" sz="1100" u="none" dirty="0">
                          <a:effectLst/>
                        </a:rPr>
                        <a:t>Terminal to base: SC-FDMA</a:t>
                      </a:r>
                      <a:endParaRPr lang="fr-FR" sz="1100" u="none"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rowSpan="2">
                  <a:txBody>
                    <a:bodyPr/>
                    <a:lstStyle/>
                    <a:p>
                      <a:pPr algn="just">
                        <a:spcAft>
                          <a:spcPts val="0"/>
                        </a:spcAft>
                      </a:pPr>
                      <a:r>
                        <a:rPr lang="en-US" sz="1100" u="none" dirty="0">
                          <a:effectLst/>
                        </a:rPr>
                        <a:t>Semi-persistent transmission with relative energy-based selection. </a:t>
                      </a:r>
                      <a:endParaRPr lang="fr-FR" sz="1200" u="none" dirty="0">
                        <a:effectLst/>
                      </a:endParaRPr>
                    </a:p>
                    <a:p>
                      <a:pPr algn="just">
                        <a:spcBef>
                          <a:spcPts val="600"/>
                        </a:spcBef>
                        <a:spcAft>
                          <a:spcPts val="0"/>
                        </a:spcAft>
                      </a:pPr>
                      <a:r>
                        <a:rPr lang="en-US" sz="1100" u="none" dirty="0">
                          <a:effectLst/>
                        </a:rPr>
                        <a:t> </a:t>
                      </a:r>
                      <a:endParaRPr lang="fr-FR" sz="1100" u="none"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algn="just">
                        <a:spcBef>
                          <a:spcPts val="600"/>
                        </a:spcBef>
                        <a:spcAft>
                          <a:spcPts val="0"/>
                        </a:spcAft>
                      </a:pPr>
                      <a:r>
                        <a:rPr lang="en-US" sz="1100" u="none" dirty="0">
                          <a:effectLst/>
                        </a:rPr>
                        <a:t>3 to 20 MHZ</a:t>
                      </a:r>
                      <a:endParaRPr lang="fr-FR" sz="1100" u="none"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algn="just">
                        <a:spcBef>
                          <a:spcPts val="600"/>
                        </a:spcBef>
                        <a:spcAft>
                          <a:spcPts val="0"/>
                        </a:spcAft>
                      </a:pPr>
                      <a:r>
                        <a:rPr lang="en-US" sz="1100" u="none" dirty="0">
                          <a:effectLst/>
                        </a:rPr>
                        <a:t>Several dozen of kilometers</a:t>
                      </a:r>
                      <a:endParaRPr lang="fr-FR" sz="1100" u="none"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rowSpan="2">
                  <a:txBody>
                    <a:bodyPr/>
                    <a:lstStyle/>
                    <a:p>
                      <a:pPr algn="just">
                        <a:spcBef>
                          <a:spcPts val="600"/>
                        </a:spcBef>
                        <a:spcAft>
                          <a:spcPts val="0"/>
                        </a:spcAft>
                      </a:pPr>
                      <a:r>
                        <a:rPr lang="en-US" sz="1100" u="none" dirty="0">
                          <a:effectLst/>
                        </a:rPr>
                        <a:t>Tight synchronization</a:t>
                      </a:r>
                      <a:endParaRPr lang="fr-FR" sz="1100" u="none"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10002"/>
                  </a:ext>
                </a:extLst>
              </a:tr>
              <a:tr h="890320">
                <a:tc vMerge="1">
                  <a:txBody>
                    <a:bodyPr/>
                    <a:lstStyle/>
                    <a:p>
                      <a:endParaRPr lang="fr-FR"/>
                    </a:p>
                  </a:txBody>
                  <a:tcPr/>
                </a:tc>
                <a:tc>
                  <a:txBody>
                    <a:bodyPr/>
                    <a:lstStyle/>
                    <a:p>
                      <a:pPr algn="just">
                        <a:spcBef>
                          <a:spcPts val="600"/>
                        </a:spcBef>
                        <a:spcAft>
                          <a:spcPts val="0"/>
                        </a:spcAft>
                      </a:pPr>
                      <a:r>
                        <a:rPr lang="fr-CA" sz="1100" u="none" dirty="0">
                          <a:effectLst/>
                          <a:latin typeface="Calibri" panose="020F0502020204030204" pitchFamily="34" charset="0"/>
                          <a:ea typeface="Times New Roman" panose="02020603050405020304" pitchFamily="18" charset="0"/>
                          <a:cs typeface="Times New Roman" panose="02020603050405020304" pitchFamily="18" charset="0"/>
                        </a:rPr>
                        <a:t>5.9 GHZ</a:t>
                      </a:r>
                      <a:endParaRPr lang="fr-FR" sz="1100" u="none"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vMerge="1">
                  <a:txBody>
                    <a:bodyPr/>
                    <a:lstStyle/>
                    <a:p>
                      <a:endParaRPr lang="fr-FR"/>
                    </a:p>
                  </a:txBody>
                  <a:tcPr/>
                </a:tc>
                <a:tc vMerge="1">
                  <a:txBody>
                    <a:bodyPr/>
                    <a:lstStyle/>
                    <a:p>
                      <a:endParaRPr lang="fr-FR"/>
                    </a:p>
                  </a:txBody>
                  <a:tcPr/>
                </a:tc>
                <a:tc>
                  <a:txBody>
                    <a:bodyPr/>
                    <a:lstStyle/>
                    <a:p>
                      <a:pPr algn="just">
                        <a:spcBef>
                          <a:spcPts val="600"/>
                        </a:spcBef>
                        <a:spcAft>
                          <a:spcPts val="0"/>
                        </a:spcAft>
                      </a:pPr>
                      <a:r>
                        <a:rPr lang="fr-CA" sz="1100" u="none" dirty="0">
                          <a:effectLst/>
                          <a:latin typeface="Calibri" panose="020F0502020204030204" pitchFamily="34" charset="0"/>
                          <a:ea typeface="Times New Roman" panose="02020603050405020304" pitchFamily="18" charset="0"/>
                          <a:cs typeface="Times New Roman" panose="02020603050405020304" pitchFamily="18" charset="0"/>
                        </a:rPr>
                        <a:t>10 MHZ</a:t>
                      </a:r>
                      <a:endParaRPr lang="fr-FR" sz="1100" u="none"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lvl="0" indent="0" algn="just" defTabSz="457200" rtl="0" eaLnBrk="1" fontAlgn="auto" latinLnBrk="0" hangingPunct="1">
                        <a:lnSpc>
                          <a:spcPct val="100000"/>
                        </a:lnSpc>
                        <a:spcBef>
                          <a:spcPts val="600"/>
                        </a:spcBef>
                        <a:spcAft>
                          <a:spcPts val="0"/>
                        </a:spcAft>
                        <a:buClrTx/>
                        <a:buSzTx/>
                        <a:buFontTx/>
                        <a:buNone/>
                        <a:tabLst/>
                        <a:defRPr/>
                      </a:pPr>
                      <a:r>
                        <a:rPr lang="en-US" sz="1100" u="none" dirty="0">
                          <a:effectLst/>
                        </a:rPr>
                        <a:t>Several hundreds of meters</a:t>
                      </a:r>
                      <a:endParaRPr lang="fr-FR" sz="1100" u="none" dirty="0">
                        <a:effectLst/>
                        <a:latin typeface="Calibri" panose="020F0502020204030204" pitchFamily="34" charset="0"/>
                        <a:ea typeface="Times New Roman" panose="02020603050405020304" pitchFamily="18" charset="0"/>
                        <a:cs typeface="Times New Roman" panose="02020603050405020304" pitchFamily="18" charset="0"/>
                      </a:endParaRPr>
                    </a:p>
                    <a:p>
                      <a:pPr algn="just">
                        <a:spcBef>
                          <a:spcPts val="600"/>
                        </a:spcBef>
                        <a:spcAft>
                          <a:spcPts val="0"/>
                        </a:spcAft>
                      </a:pPr>
                      <a:endParaRPr lang="fr-FR" sz="1100" u="none"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vMerge="1">
                  <a:txBody>
                    <a:bodyPr/>
                    <a:lstStyle/>
                    <a:p>
                      <a:endParaRPr lang="fr-FR"/>
                    </a:p>
                  </a:txBody>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708849667"/>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en-US" dirty="0"/>
              <a:t>From LTE D2D to LTE V2V</a:t>
            </a:r>
          </a:p>
        </p:txBody>
      </p:sp>
      <p:sp>
        <p:nvSpPr>
          <p:cNvPr id="3" name="Espace réservé du contenu 2"/>
          <p:cNvSpPr>
            <a:spLocks noGrp="1"/>
          </p:cNvSpPr>
          <p:nvPr>
            <p:ph idx="1"/>
          </p:nvPr>
        </p:nvSpPr>
        <p:spPr/>
        <p:txBody>
          <a:bodyPr/>
          <a:lstStyle/>
          <a:p>
            <a:pPr>
              <a:buFont typeface="Arial" panose="020B0604020202020204" pitchFamily="34" charset="0"/>
              <a:buChar char="•"/>
            </a:pPr>
            <a:r>
              <a:rPr lang="en-US" b="0" dirty="0"/>
              <a:t>LTE D2D communication, defined in Release 12, is the enabler of LTE-V2X. </a:t>
            </a:r>
            <a:endParaRPr lang="en-US" dirty="0"/>
          </a:p>
        </p:txBody>
      </p:sp>
      <p:sp>
        <p:nvSpPr>
          <p:cNvPr id="4" name="Espace réservé du texte 3"/>
          <p:cNvSpPr>
            <a:spLocks noGrp="1"/>
          </p:cNvSpPr>
          <p:nvPr>
            <p:ph type="body" sz="quarter" idx="11"/>
          </p:nvPr>
        </p:nvSpPr>
        <p:spPr/>
        <p:txBody>
          <a:bodyPr/>
          <a:lstStyle/>
          <a:p>
            <a:r>
              <a:rPr lang="en-US" dirty="0"/>
              <a:t>What is the  Device-to-Device communications?</a:t>
            </a:r>
          </a:p>
        </p:txBody>
      </p:sp>
      <p:sp>
        <p:nvSpPr>
          <p:cNvPr id="5" name="Espace réservé du numéro de diapositive 4"/>
          <p:cNvSpPr>
            <a:spLocks noGrp="1"/>
          </p:cNvSpPr>
          <p:nvPr>
            <p:ph type="sldNum" sz="quarter" idx="4"/>
          </p:nvPr>
        </p:nvSpPr>
        <p:spPr/>
        <p:txBody>
          <a:bodyPr/>
          <a:lstStyle/>
          <a:p>
            <a:fld id="{7F86108E-6173-CC4E-81D1-D6419E4934EE}" type="slidenum">
              <a:rPr lang="en-US" smtClean="0"/>
              <a:pPr/>
              <a:t>63</a:t>
            </a:fld>
            <a:endParaRPr lang="en-US" dirty="0"/>
          </a:p>
        </p:txBody>
      </p:sp>
      <p:pic>
        <p:nvPicPr>
          <p:cNvPr id="6" name="Image 5"/>
          <p:cNvPicPr>
            <a:picLocks noChangeAspect="1"/>
          </p:cNvPicPr>
          <p:nvPr/>
        </p:nvPicPr>
        <p:blipFill>
          <a:blip r:embed="rId2" cstate="email">
            <a:extLst>
              <a:ext uri="{28A0092B-C50C-407E-A947-70E740481C1C}">
                <a14:useLocalDpi xmlns:a14="http://schemas.microsoft.com/office/drawing/2010/main" val="0"/>
              </a:ext>
            </a:extLst>
          </a:blip>
          <a:stretch>
            <a:fillRect/>
          </a:stretch>
        </p:blipFill>
        <p:spPr>
          <a:xfrm>
            <a:off x="3419872" y="1953752"/>
            <a:ext cx="4548678" cy="2807538"/>
          </a:xfrm>
          <a:prstGeom prst="rect">
            <a:avLst/>
          </a:prstGeom>
        </p:spPr>
      </p:pic>
      <p:sp>
        <p:nvSpPr>
          <p:cNvPr id="7" name="ZoneTexte 6"/>
          <p:cNvSpPr txBox="1"/>
          <p:nvPr/>
        </p:nvSpPr>
        <p:spPr bwMode="auto">
          <a:xfrm>
            <a:off x="143508" y="4875232"/>
            <a:ext cx="8388932" cy="26161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FAA26D3D-D897-4be2-8F04-BA451C77F1D7}">
              <ma14:placeholderFlag xmlns:ma14="http://schemas.microsoft.com/office/mac/drawingml/2011/main" xmlns="" val="1"/>
            </a:ext>
          </a:extLst>
        </p:spPr>
        <p:txBody>
          <a:bodyPr vert="horz" wrap="square" lIns="0" tIns="45720" rIns="36000" bIns="45720" numCol="1" rtlCol="0" anchor="b" anchorCtr="0" compatLnSpc="1">
            <a:prstTxWarp prst="textNoShape">
              <a:avLst/>
            </a:prstTxWarp>
            <a:spAutoFit/>
          </a:bodyPr>
          <a:lstStyle/>
          <a:p>
            <a:r>
              <a:rPr lang="en-US" sz="1100" b="1" dirty="0">
                <a:solidFill>
                  <a:prstClr val="black"/>
                </a:solidFill>
              </a:rPr>
              <a:t>Source</a:t>
            </a:r>
            <a:r>
              <a:rPr lang="en-US" sz="1100" dirty="0">
                <a:solidFill>
                  <a:prstClr val="black"/>
                </a:solidFill>
              </a:rPr>
              <a:t>: Vehicular communications via cellular networks, </a:t>
            </a:r>
            <a:r>
              <a:rPr lang="en-US" sz="1050" dirty="0">
                <a:solidFill>
                  <a:prstClr val="black"/>
                </a:solidFill>
              </a:rPr>
              <a:t>Joachim Sachs, Ericsson Research</a:t>
            </a:r>
          </a:p>
        </p:txBody>
      </p:sp>
    </p:spTree>
    <p:extLst>
      <p:ext uri="{BB962C8B-B14F-4D97-AF65-F5344CB8AC3E}">
        <p14:creationId xmlns:p14="http://schemas.microsoft.com/office/powerpoint/2010/main" val="1139962989"/>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en-US" dirty="0"/>
              <a:t>D2D scenarios in Rel12/Rel13</a:t>
            </a:r>
          </a:p>
        </p:txBody>
      </p:sp>
      <p:sp>
        <p:nvSpPr>
          <p:cNvPr id="3" name="Espace réservé du contenu 2"/>
          <p:cNvSpPr>
            <a:spLocks noGrp="1"/>
          </p:cNvSpPr>
          <p:nvPr>
            <p:ph idx="1"/>
          </p:nvPr>
        </p:nvSpPr>
        <p:spPr>
          <a:xfrm>
            <a:off x="323528" y="2950420"/>
            <a:ext cx="7886700" cy="2193538"/>
          </a:xfrm>
        </p:spPr>
        <p:txBody>
          <a:bodyPr>
            <a:normAutofit/>
          </a:bodyPr>
          <a:lstStyle/>
          <a:p>
            <a:r>
              <a:rPr lang="en-US" sz="1600" dirty="0"/>
              <a:t>In-coverage</a:t>
            </a:r>
          </a:p>
          <a:p>
            <a:pPr lvl="1"/>
            <a:r>
              <a:rPr lang="en-US" sz="1400" dirty="0"/>
              <a:t>The operator is in charge of </a:t>
            </a:r>
            <a:r>
              <a:rPr lang="en-US" sz="1400" b="1" dirty="0"/>
              <a:t>user identity authentication</a:t>
            </a:r>
            <a:r>
              <a:rPr lang="en-US" sz="1400" dirty="0"/>
              <a:t>, </a:t>
            </a:r>
            <a:r>
              <a:rPr lang="en-US" sz="1400" b="1" dirty="0"/>
              <a:t>access control</a:t>
            </a:r>
            <a:r>
              <a:rPr lang="en-US" sz="1400" dirty="0"/>
              <a:t>, connection establishment, resource allocation and </a:t>
            </a:r>
            <a:r>
              <a:rPr lang="en-US" sz="1400" b="1" dirty="0"/>
              <a:t>security management</a:t>
            </a:r>
            <a:r>
              <a:rPr lang="en-US" sz="1400" dirty="0"/>
              <a:t> in D2D communications</a:t>
            </a:r>
          </a:p>
          <a:p>
            <a:r>
              <a:rPr lang="en-US" sz="1600" dirty="0"/>
              <a:t>Relay</a:t>
            </a:r>
          </a:p>
          <a:p>
            <a:pPr lvl="1"/>
            <a:r>
              <a:rPr lang="en-US" sz="1400" dirty="0"/>
              <a:t>The operator is in charge of connection establishment, resource allocation and </a:t>
            </a:r>
            <a:r>
              <a:rPr lang="en-US" sz="1400" b="1" dirty="0"/>
              <a:t>security management </a:t>
            </a:r>
            <a:r>
              <a:rPr lang="en-US" sz="1400" dirty="0"/>
              <a:t>for both UE-to-BS and D2D (UE-to-UE) connections</a:t>
            </a:r>
          </a:p>
          <a:p>
            <a:r>
              <a:rPr lang="en-US" sz="1600" dirty="0">
                <a:solidFill>
                  <a:srgbClr val="C00000"/>
                </a:solidFill>
              </a:rPr>
              <a:t>Out-of-Coverage</a:t>
            </a:r>
          </a:p>
          <a:p>
            <a:pPr lvl="1"/>
            <a:r>
              <a:rPr lang="en-US" sz="1400" dirty="0"/>
              <a:t>Security spec was an ongoing work</a:t>
            </a:r>
          </a:p>
        </p:txBody>
      </p:sp>
      <p:pic>
        <p:nvPicPr>
          <p:cNvPr id="4" name="Imag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07704" y="987574"/>
            <a:ext cx="3888432" cy="21444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Espace réservé du numéro de diapositive 6"/>
          <p:cNvSpPr>
            <a:spLocks noGrp="1"/>
          </p:cNvSpPr>
          <p:nvPr>
            <p:ph type="sldNum" sz="quarter" idx="12"/>
          </p:nvPr>
        </p:nvSpPr>
        <p:spPr/>
        <p:txBody>
          <a:bodyPr/>
          <a:lstStyle/>
          <a:p>
            <a:fld id="{0E0CB0B4-E462-4E7F-8C92-264360E24A74}" type="slidenum">
              <a:rPr lang="fr-FR" smtClean="0"/>
              <a:pPr/>
              <a:t>64</a:t>
            </a:fld>
            <a:endParaRPr lang="fr-FR"/>
          </a:p>
        </p:txBody>
      </p:sp>
    </p:spTree>
    <p:extLst>
      <p:ext uri="{BB962C8B-B14F-4D97-AF65-F5344CB8AC3E}">
        <p14:creationId xmlns:p14="http://schemas.microsoft.com/office/powerpoint/2010/main" val="3018442790"/>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en-US" dirty="0"/>
              <a:t>From LTE D2D to LTE V2V</a:t>
            </a:r>
          </a:p>
        </p:txBody>
      </p:sp>
      <p:sp>
        <p:nvSpPr>
          <p:cNvPr id="3" name="Espace réservé du contenu 2"/>
          <p:cNvSpPr>
            <a:spLocks noGrp="1"/>
          </p:cNvSpPr>
          <p:nvPr>
            <p:ph idx="1"/>
          </p:nvPr>
        </p:nvSpPr>
        <p:spPr/>
        <p:txBody>
          <a:bodyPr/>
          <a:lstStyle/>
          <a:p>
            <a:r>
              <a:rPr lang="en-US" b="0" dirty="0"/>
              <a:t>Resource allocation modes for D2D transmission</a:t>
            </a:r>
          </a:p>
          <a:p>
            <a:pPr lvl="1"/>
            <a:r>
              <a:rPr lang="en-US" b="0" dirty="0"/>
              <a:t>Mode 1 (network scheduled)</a:t>
            </a:r>
          </a:p>
          <a:p>
            <a:pPr lvl="2"/>
            <a:r>
              <a:rPr lang="en-US" b="0" dirty="0"/>
              <a:t>UE requests resources and </a:t>
            </a:r>
            <a:r>
              <a:rPr lang="en-US" b="0" dirty="0" err="1"/>
              <a:t>eNB</a:t>
            </a:r>
            <a:r>
              <a:rPr lang="en-US" b="0" dirty="0"/>
              <a:t> schedules</a:t>
            </a:r>
          </a:p>
          <a:p>
            <a:pPr lvl="1"/>
            <a:r>
              <a:rPr lang="en-US" b="0" dirty="0"/>
              <a:t>Mode 2 (autonomous)</a:t>
            </a:r>
          </a:p>
          <a:p>
            <a:pPr lvl="2"/>
            <a:r>
              <a:rPr lang="en-US" b="0" dirty="0" err="1"/>
              <a:t>eNB</a:t>
            </a:r>
            <a:r>
              <a:rPr lang="en-US" b="0" dirty="0"/>
              <a:t> configures D2D resource pool</a:t>
            </a:r>
          </a:p>
          <a:p>
            <a:pPr lvl="2"/>
            <a:r>
              <a:rPr lang="en-US" b="0" dirty="0"/>
              <a:t>UE selects autonomously D2D resources from the pool</a:t>
            </a:r>
            <a:endParaRPr lang="en-US" dirty="0"/>
          </a:p>
        </p:txBody>
      </p:sp>
      <p:sp>
        <p:nvSpPr>
          <p:cNvPr id="4" name="Espace réservé du texte 3"/>
          <p:cNvSpPr>
            <a:spLocks noGrp="1"/>
          </p:cNvSpPr>
          <p:nvPr>
            <p:ph type="body" sz="quarter" idx="11"/>
          </p:nvPr>
        </p:nvSpPr>
        <p:spPr/>
        <p:txBody>
          <a:bodyPr/>
          <a:lstStyle/>
          <a:p>
            <a:r>
              <a:rPr lang="en-US" dirty="0"/>
              <a:t>D2D: 2 communication modes</a:t>
            </a:r>
          </a:p>
        </p:txBody>
      </p:sp>
      <p:sp>
        <p:nvSpPr>
          <p:cNvPr id="5" name="Espace réservé du numéro de diapositive 4"/>
          <p:cNvSpPr>
            <a:spLocks noGrp="1"/>
          </p:cNvSpPr>
          <p:nvPr>
            <p:ph type="sldNum" sz="quarter" idx="4"/>
          </p:nvPr>
        </p:nvSpPr>
        <p:spPr/>
        <p:txBody>
          <a:bodyPr/>
          <a:lstStyle/>
          <a:p>
            <a:fld id="{7F86108E-6173-CC4E-81D1-D6419E4934EE}" type="slidenum">
              <a:rPr lang="en-US" smtClean="0"/>
              <a:pPr/>
              <a:t>65</a:t>
            </a:fld>
            <a:endParaRPr lang="en-US" dirty="0"/>
          </a:p>
        </p:txBody>
      </p:sp>
    </p:spTree>
    <p:extLst>
      <p:ext uri="{BB962C8B-B14F-4D97-AF65-F5344CB8AC3E}">
        <p14:creationId xmlns:p14="http://schemas.microsoft.com/office/powerpoint/2010/main" val="2240187672"/>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en-US" dirty="0"/>
              <a:t>From LTE D2D to LTE V2V</a:t>
            </a:r>
          </a:p>
        </p:txBody>
      </p:sp>
      <p:sp>
        <p:nvSpPr>
          <p:cNvPr id="4" name="Espace réservé du texte 3"/>
          <p:cNvSpPr>
            <a:spLocks noGrp="1"/>
          </p:cNvSpPr>
          <p:nvPr>
            <p:ph type="body" sz="quarter" idx="11"/>
          </p:nvPr>
        </p:nvSpPr>
        <p:spPr/>
        <p:txBody>
          <a:bodyPr/>
          <a:lstStyle/>
          <a:p>
            <a:endParaRPr lang="en-US" dirty="0"/>
          </a:p>
        </p:txBody>
      </p:sp>
      <p:sp>
        <p:nvSpPr>
          <p:cNvPr id="5" name="Espace réservé du numéro de diapositive 4"/>
          <p:cNvSpPr>
            <a:spLocks noGrp="1"/>
          </p:cNvSpPr>
          <p:nvPr>
            <p:ph type="sldNum" sz="quarter" idx="4"/>
          </p:nvPr>
        </p:nvSpPr>
        <p:spPr/>
        <p:txBody>
          <a:bodyPr/>
          <a:lstStyle/>
          <a:p>
            <a:fld id="{7F86108E-6173-CC4E-81D1-D6419E4934EE}" type="slidenum">
              <a:rPr lang="en-US" smtClean="0"/>
              <a:pPr/>
              <a:t>66</a:t>
            </a:fld>
            <a:endParaRPr lang="en-US" dirty="0"/>
          </a:p>
        </p:txBody>
      </p:sp>
      <p:pic>
        <p:nvPicPr>
          <p:cNvPr id="6" name="Image 5"/>
          <p:cNvPicPr>
            <a:picLocks noChangeAspect="1"/>
          </p:cNvPicPr>
          <p:nvPr/>
        </p:nvPicPr>
        <p:blipFill>
          <a:blip r:embed="rId2"/>
          <a:stretch>
            <a:fillRect/>
          </a:stretch>
        </p:blipFill>
        <p:spPr>
          <a:xfrm>
            <a:off x="1752800" y="1041827"/>
            <a:ext cx="5682272" cy="1763015"/>
          </a:xfrm>
          <a:prstGeom prst="rect">
            <a:avLst/>
          </a:prstGeom>
        </p:spPr>
      </p:pic>
      <p:sp>
        <p:nvSpPr>
          <p:cNvPr id="8" name="Espace réservé du contenu 2"/>
          <p:cNvSpPr>
            <a:spLocks noGrp="1"/>
          </p:cNvSpPr>
          <p:nvPr>
            <p:ph idx="1"/>
          </p:nvPr>
        </p:nvSpPr>
        <p:spPr>
          <a:xfrm>
            <a:off x="179512" y="3219627"/>
            <a:ext cx="8828848" cy="1733804"/>
          </a:xfrm>
        </p:spPr>
        <p:txBody>
          <a:bodyPr/>
          <a:lstStyle/>
          <a:p>
            <a:r>
              <a:rPr lang="en-US" b="0" dirty="0"/>
              <a:t>Interest of automotive industry in connected vehicle</a:t>
            </a:r>
          </a:p>
          <a:p>
            <a:r>
              <a:rPr lang="en-US" b="0" dirty="0"/>
              <a:t>Interest of operators in connected vehicles</a:t>
            </a:r>
          </a:p>
          <a:p>
            <a:r>
              <a:rPr lang="en-US" b="0" dirty="0"/>
              <a:t>First feasibility studies and spectrum considerations in China for LTE V2X </a:t>
            </a:r>
          </a:p>
          <a:p>
            <a:endParaRPr lang="fr-FR" b="0" dirty="0"/>
          </a:p>
        </p:txBody>
      </p:sp>
    </p:spTree>
    <p:extLst>
      <p:ext uri="{BB962C8B-B14F-4D97-AF65-F5344CB8AC3E}">
        <p14:creationId xmlns:p14="http://schemas.microsoft.com/office/powerpoint/2010/main" val="375423151"/>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a:t>C-V2X Phase 2 (NR-V2X, Release 15)</a:t>
            </a:r>
            <a:endParaRPr lang="en-US" dirty="0"/>
          </a:p>
        </p:txBody>
      </p:sp>
      <p:sp>
        <p:nvSpPr>
          <p:cNvPr id="3" name="Espace réservé du contenu 2"/>
          <p:cNvSpPr>
            <a:spLocks noGrp="1"/>
          </p:cNvSpPr>
          <p:nvPr>
            <p:ph idx="1"/>
          </p:nvPr>
        </p:nvSpPr>
        <p:spPr/>
        <p:txBody>
          <a:bodyPr/>
          <a:lstStyle/>
          <a:p>
            <a:pPr>
              <a:buFont typeface="Wingdings" panose="05000000000000000000" pitchFamily="2" charset="2"/>
              <a:buChar char="§"/>
            </a:pPr>
            <a:r>
              <a:rPr lang="en-GB" sz="1400" dirty="0"/>
              <a:t>The major contribution of Rel-15 for V2X communication</a:t>
            </a:r>
          </a:p>
          <a:p>
            <a:pPr lvl="1">
              <a:buFont typeface="Wingdings" panose="05000000000000000000" pitchFamily="2" charset="2"/>
              <a:buChar char="§"/>
            </a:pPr>
            <a:r>
              <a:rPr lang="en-GB" sz="1200" dirty="0"/>
              <a:t>Introduction of 5G new radio (5G NR): higher data rates and lower latencies for V2N communications</a:t>
            </a:r>
          </a:p>
          <a:p>
            <a:pPr lvl="1">
              <a:buFont typeface="Wingdings" panose="05000000000000000000" pitchFamily="2" charset="2"/>
              <a:buChar char="§"/>
            </a:pPr>
            <a:r>
              <a:rPr lang="en-GB" sz="1200" dirty="0"/>
              <a:t>Minor enhancement for PC5 communication: transmit diversity using MIMO and high-order modulation (64 QAM)</a:t>
            </a:r>
          </a:p>
          <a:p>
            <a:pPr lvl="1">
              <a:buFont typeface="Wingdings" panose="05000000000000000000" pitchFamily="2" charset="2"/>
              <a:buChar char="§"/>
            </a:pPr>
            <a:r>
              <a:rPr lang="en-GB" sz="1200" dirty="0"/>
              <a:t>Architecture enhancement</a:t>
            </a:r>
          </a:p>
          <a:p>
            <a:pPr>
              <a:buFont typeface="Wingdings" panose="05000000000000000000" pitchFamily="2" charset="2"/>
              <a:buChar char="§"/>
            </a:pPr>
            <a:r>
              <a:rPr lang="en-GB" sz="1400" dirty="0"/>
              <a:t>2 types of RSU implementation</a:t>
            </a:r>
          </a:p>
          <a:p>
            <a:pPr lvl="1">
              <a:buFont typeface="Wingdings" panose="05000000000000000000" pitchFamily="2" charset="2"/>
              <a:buChar char="§"/>
            </a:pPr>
            <a:r>
              <a:rPr lang="en-GB" sz="1200" dirty="0"/>
              <a:t>UE-type RSU, which combines a UE with the V2X application logic. </a:t>
            </a:r>
          </a:p>
          <a:p>
            <a:pPr lvl="1">
              <a:buFont typeface="Wingdings" panose="05000000000000000000" pitchFamily="2" charset="2"/>
              <a:buChar char="§"/>
            </a:pPr>
            <a:r>
              <a:rPr lang="en-GB" sz="1200" dirty="0" err="1"/>
              <a:t>eNB</a:t>
            </a:r>
            <a:r>
              <a:rPr lang="en-GB" sz="1200" dirty="0"/>
              <a:t>-type RSUs which comprises an </a:t>
            </a:r>
            <a:r>
              <a:rPr lang="en-GB" sz="1200" dirty="0" err="1"/>
              <a:t>eNB</a:t>
            </a:r>
            <a:r>
              <a:rPr lang="en-GB" sz="1200" dirty="0"/>
              <a:t>, a collocated GW, and a V2X Application Server. </a:t>
            </a:r>
          </a:p>
          <a:p>
            <a:endParaRPr lang="en-US" sz="1400" dirty="0"/>
          </a:p>
        </p:txBody>
      </p:sp>
      <p:sp>
        <p:nvSpPr>
          <p:cNvPr id="4" name="Espace réservé du texte 3"/>
          <p:cNvSpPr>
            <a:spLocks noGrp="1"/>
          </p:cNvSpPr>
          <p:nvPr>
            <p:ph type="body" sz="quarter" idx="11"/>
          </p:nvPr>
        </p:nvSpPr>
        <p:spPr/>
        <p:txBody>
          <a:bodyPr/>
          <a:lstStyle/>
          <a:p>
            <a:endParaRPr lang="en-US"/>
          </a:p>
        </p:txBody>
      </p:sp>
      <p:sp>
        <p:nvSpPr>
          <p:cNvPr id="5" name="Espace réservé du numéro de diapositive 4"/>
          <p:cNvSpPr>
            <a:spLocks noGrp="1"/>
          </p:cNvSpPr>
          <p:nvPr>
            <p:ph type="sldNum" sz="quarter" idx="4"/>
          </p:nvPr>
        </p:nvSpPr>
        <p:spPr/>
        <p:txBody>
          <a:bodyPr/>
          <a:lstStyle/>
          <a:p>
            <a:fld id="{7F86108E-6173-CC4E-81D1-D6419E4934EE}" type="slidenum">
              <a:rPr lang="fr-FR" smtClean="0"/>
              <a:pPr/>
              <a:t>67</a:t>
            </a:fld>
            <a:endParaRPr lang="fr-FR" dirty="0"/>
          </a:p>
        </p:txBody>
      </p:sp>
      <p:graphicFrame>
        <p:nvGraphicFramePr>
          <p:cNvPr id="6" name="Objet 5">
            <a:extLst>
              <a:ext uri="{FF2B5EF4-FFF2-40B4-BE49-F238E27FC236}">
                <a16:creationId xmlns:a16="http://schemas.microsoft.com/office/drawing/2014/main" id="{B4D8E0F0-AC73-4052-99FA-826B2A13C994}"/>
              </a:ext>
            </a:extLst>
          </p:cNvPr>
          <p:cNvGraphicFramePr>
            <a:graphicFrameLocks noChangeAspect="1"/>
          </p:cNvGraphicFramePr>
          <p:nvPr>
            <p:extLst>
              <p:ext uri="{D42A27DB-BD31-4B8C-83A1-F6EECF244321}">
                <p14:modId xmlns:p14="http://schemas.microsoft.com/office/powerpoint/2010/main" val="1781332602"/>
              </p:ext>
            </p:extLst>
          </p:nvPr>
        </p:nvGraphicFramePr>
        <p:xfrm>
          <a:off x="526895" y="3118208"/>
          <a:ext cx="3162300" cy="1514475"/>
        </p:xfrm>
        <a:graphic>
          <a:graphicData uri="http://schemas.openxmlformats.org/presentationml/2006/ole">
            <mc:AlternateContent xmlns:mc="http://schemas.openxmlformats.org/markup-compatibility/2006">
              <mc:Choice xmlns:v="urn:schemas-microsoft-com:vml" Requires="v">
                <p:oleObj r:id="rId2" imgW="3385059" imgH="1614743" progId="Visio.Drawing.11">
                  <p:embed/>
                </p:oleObj>
              </mc:Choice>
              <mc:Fallback>
                <p:oleObj r:id="rId2" imgW="3385059" imgH="1614743" progId="Visio.Drawing.11">
                  <p:embed/>
                  <p:pic>
                    <p:nvPicPr>
                      <p:cNvPr id="0" nam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26895" y="3118208"/>
                        <a:ext cx="3162300" cy="15144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7" name="Objet 6">
            <a:extLst>
              <a:ext uri="{FF2B5EF4-FFF2-40B4-BE49-F238E27FC236}">
                <a16:creationId xmlns:a16="http://schemas.microsoft.com/office/drawing/2014/main" id="{6AA2ACA1-F14A-417C-A62E-A09DDC47714D}"/>
              </a:ext>
            </a:extLst>
          </p:cNvPr>
          <p:cNvGraphicFramePr>
            <a:graphicFrameLocks noChangeAspect="1"/>
          </p:cNvGraphicFramePr>
          <p:nvPr>
            <p:extLst>
              <p:ext uri="{D42A27DB-BD31-4B8C-83A1-F6EECF244321}">
                <p14:modId xmlns:p14="http://schemas.microsoft.com/office/powerpoint/2010/main" val="1725156193"/>
              </p:ext>
            </p:extLst>
          </p:nvPr>
        </p:nvGraphicFramePr>
        <p:xfrm>
          <a:off x="5364088" y="3118208"/>
          <a:ext cx="3019425" cy="1809750"/>
        </p:xfrm>
        <a:graphic>
          <a:graphicData uri="http://schemas.openxmlformats.org/presentationml/2006/ole">
            <mc:AlternateContent xmlns:mc="http://schemas.openxmlformats.org/markup-compatibility/2006">
              <mc:Choice xmlns:v="urn:schemas-microsoft-com:vml" Requires="v">
                <p:oleObj r:id="rId4" imgW="3430904" imgH="2059344" progId="Visio.Drawing.11">
                  <p:embed/>
                </p:oleObj>
              </mc:Choice>
              <mc:Fallback>
                <p:oleObj r:id="rId4" imgW="3430904" imgH="2059344" progId="Visio.Drawing.11">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364088" y="3118208"/>
                        <a:ext cx="3019425" cy="18097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2397680797"/>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a:t>C-V2X Phase 2 (NR-V2X, Release 16)</a:t>
            </a:r>
            <a:endParaRPr lang="en-US" dirty="0"/>
          </a:p>
        </p:txBody>
      </p:sp>
      <p:sp>
        <p:nvSpPr>
          <p:cNvPr id="3" name="Espace réservé du contenu 2"/>
          <p:cNvSpPr>
            <a:spLocks noGrp="1"/>
          </p:cNvSpPr>
          <p:nvPr>
            <p:ph idx="1"/>
          </p:nvPr>
        </p:nvSpPr>
        <p:spPr/>
        <p:txBody>
          <a:bodyPr/>
          <a:lstStyle/>
          <a:p>
            <a:pPr>
              <a:buFont typeface="Wingdings" panose="05000000000000000000" pitchFamily="2" charset="2"/>
              <a:buChar char="§"/>
            </a:pPr>
            <a:r>
              <a:rPr lang="en-GB" dirty="0"/>
              <a:t>The major contribution of Rel-16 for V2X communications </a:t>
            </a:r>
          </a:p>
          <a:p>
            <a:pPr lvl="1">
              <a:buFont typeface="Wingdings" panose="05000000000000000000" pitchFamily="2" charset="2"/>
              <a:buChar char="§"/>
            </a:pPr>
            <a:r>
              <a:rPr lang="en-GB" dirty="0"/>
              <a:t>Enhancement to URLLC</a:t>
            </a:r>
          </a:p>
          <a:p>
            <a:pPr marL="846900" lvl="3" indent="-342900"/>
            <a:r>
              <a:rPr lang="en-GB" dirty="0"/>
              <a:t>Physical/MAC layer design: low rate MCS, multi-antenna techniques, time synchronization</a:t>
            </a:r>
          </a:p>
          <a:p>
            <a:pPr marL="846900" lvl="3" indent="-342900"/>
            <a:r>
              <a:rPr lang="en-GB" dirty="0"/>
              <a:t>5G-core network features such as network function virtualisation</a:t>
            </a:r>
          </a:p>
          <a:p>
            <a:pPr marL="846900" lvl="3" indent="-342900"/>
            <a:r>
              <a:rPr lang="en-GB" dirty="0"/>
              <a:t>Positioning accuracy</a:t>
            </a:r>
          </a:p>
          <a:p>
            <a:pPr marL="846900" lvl="3" indent="-342900"/>
            <a:r>
              <a:rPr lang="en-GB" dirty="0"/>
              <a:t>Network slicing</a:t>
            </a:r>
          </a:p>
          <a:p>
            <a:pPr marL="846900" lvl="3" indent="-342900"/>
            <a:r>
              <a:rPr lang="en-GB" dirty="0"/>
              <a:t>Edge computing Introduction of 5G new radio: higher data rates and lower latencies for V2N communications</a:t>
            </a:r>
          </a:p>
          <a:p>
            <a:pPr lvl="1">
              <a:buFont typeface="Wingdings" panose="05000000000000000000" pitchFamily="2" charset="2"/>
              <a:buChar char="§"/>
            </a:pPr>
            <a:r>
              <a:rPr lang="en-GB" dirty="0"/>
              <a:t>Use of satellite access in 5G</a:t>
            </a:r>
          </a:p>
          <a:p>
            <a:endParaRPr lang="en-US" dirty="0"/>
          </a:p>
        </p:txBody>
      </p:sp>
      <p:sp>
        <p:nvSpPr>
          <p:cNvPr id="4" name="Espace réservé du texte 3"/>
          <p:cNvSpPr>
            <a:spLocks noGrp="1"/>
          </p:cNvSpPr>
          <p:nvPr>
            <p:ph type="body" sz="quarter" idx="11"/>
          </p:nvPr>
        </p:nvSpPr>
        <p:spPr/>
        <p:txBody>
          <a:bodyPr/>
          <a:lstStyle/>
          <a:p>
            <a:endParaRPr lang="en-US"/>
          </a:p>
        </p:txBody>
      </p:sp>
      <p:sp>
        <p:nvSpPr>
          <p:cNvPr id="5" name="Espace réservé du numéro de diapositive 4"/>
          <p:cNvSpPr>
            <a:spLocks noGrp="1"/>
          </p:cNvSpPr>
          <p:nvPr>
            <p:ph type="sldNum" sz="quarter" idx="4"/>
          </p:nvPr>
        </p:nvSpPr>
        <p:spPr/>
        <p:txBody>
          <a:bodyPr/>
          <a:lstStyle/>
          <a:p>
            <a:fld id="{7F86108E-6173-CC4E-81D1-D6419E4934EE}" type="slidenum">
              <a:rPr lang="fr-FR" smtClean="0"/>
              <a:pPr/>
              <a:t>68</a:t>
            </a:fld>
            <a:endParaRPr lang="fr-FR" dirty="0"/>
          </a:p>
        </p:txBody>
      </p:sp>
    </p:spTree>
    <p:extLst>
      <p:ext uri="{BB962C8B-B14F-4D97-AF65-F5344CB8AC3E}">
        <p14:creationId xmlns:p14="http://schemas.microsoft.com/office/powerpoint/2010/main" val="2596348496"/>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endParaRPr lang="en-US"/>
          </a:p>
        </p:txBody>
      </p:sp>
      <p:pic>
        <p:nvPicPr>
          <p:cNvPr id="6" name="Espace réservé du contenu 5"/>
          <p:cNvPicPr>
            <a:picLocks noGrp="1" noChangeAspect="1"/>
          </p:cNvPicPr>
          <p:nvPr>
            <p:ph idx="1"/>
          </p:nvPr>
        </p:nvPicPr>
        <p:blipFill>
          <a:blip r:embed="rId2" cstate="email">
            <a:extLst>
              <a:ext uri="{28A0092B-C50C-407E-A947-70E740481C1C}">
                <a14:useLocalDpi xmlns:a14="http://schemas.microsoft.com/office/drawing/2010/main" val="0"/>
              </a:ext>
            </a:extLst>
          </a:blip>
          <a:stretch>
            <a:fillRect/>
          </a:stretch>
        </p:blipFill>
        <p:spPr>
          <a:xfrm>
            <a:off x="755576" y="1296128"/>
            <a:ext cx="7776864" cy="3706162"/>
          </a:xfrm>
        </p:spPr>
      </p:pic>
      <p:sp>
        <p:nvSpPr>
          <p:cNvPr id="4" name="Espace réservé du texte 3"/>
          <p:cNvSpPr>
            <a:spLocks noGrp="1"/>
          </p:cNvSpPr>
          <p:nvPr>
            <p:ph type="body" sz="quarter" idx="11"/>
          </p:nvPr>
        </p:nvSpPr>
        <p:spPr/>
        <p:txBody>
          <a:bodyPr/>
          <a:lstStyle/>
          <a:p>
            <a:endParaRPr lang="en-US"/>
          </a:p>
        </p:txBody>
      </p:sp>
      <p:sp>
        <p:nvSpPr>
          <p:cNvPr id="5" name="Espace réservé du numéro de diapositive 4"/>
          <p:cNvSpPr>
            <a:spLocks noGrp="1"/>
          </p:cNvSpPr>
          <p:nvPr>
            <p:ph type="sldNum" sz="quarter" idx="4"/>
          </p:nvPr>
        </p:nvSpPr>
        <p:spPr/>
        <p:txBody>
          <a:bodyPr/>
          <a:lstStyle/>
          <a:p>
            <a:fld id="{7F86108E-6173-CC4E-81D1-D6419E4934EE}" type="slidenum">
              <a:rPr lang="fr-FR" smtClean="0"/>
              <a:pPr/>
              <a:t>69</a:t>
            </a:fld>
            <a:endParaRPr lang="fr-FR" dirty="0"/>
          </a:p>
        </p:txBody>
      </p:sp>
    </p:spTree>
    <p:extLst>
      <p:ext uri="{BB962C8B-B14F-4D97-AF65-F5344CB8AC3E}">
        <p14:creationId xmlns:p14="http://schemas.microsoft.com/office/powerpoint/2010/main" val="4011773654"/>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CA" dirty="0"/>
              <a:t>3GPP C-V2X Use Cases </a:t>
            </a:r>
            <a:endParaRPr lang="fr-FR" dirty="0"/>
          </a:p>
        </p:txBody>
      </p:sp>
      <p:sp>
        <p:nvSpPr>
          <p:cNvPr id="5" name="Espace réservé du numéro de diapositive 4"/>
          <p:cNvSpPr>
            <a:spLocks noGrp="1"/>
          </p:cNvSpPr>
          <p:nvPr>
            <p:ph type="sldNum" sz="quarter" idx="4"/>
          </p:nvPr>
        </p:nvSpPr>
        <p:spPr/>
        <p:txBody>
          <a:bodyPr/>
          <a:lstStyle/>
          <a:p>
            <a:fld id="{7F86108E-6173-CC4E-81D1-D6419E4934EE}" type="slidenum">
              <a:rPr lang="fr-FR" smtClean="0"/>
              <a:pPr/>
              <a:t>70</a:t>
            </a:fld>
            <a:endParaRPr lang="fr-FR" dirty="0"/>
          </a:p>
        </p:txBody>
      </p:sp>
      <p:pic>
        <p:nvPicPr>
          <p:cNvPr id="6" name="Image 5"/>
          <p:cNvPicPr>
            <a:picLocks noChangeAspect="1"/>
          </p:cNvPicPr>
          <p:nvPr/>
        </p:nvPicPr>
        <p:blipFill>
          <a:blip r:embed="rId2"/>
          <a:stretch>
            <a:fillRect/>
          </a:stretch>
        </p:blipFill>
        <p:spPr>
          <a:xfrm>
            <a:off x="1403648" y="1226162"/>
            <a:ext cx="6048672" cy="3548466"/>
          </a:xfrm>
          <a:prstGeom prst="rect">
            <a:avLst/>
          </a:prstGeom>
        </p:spPr>
      </p:pic>
      <p:sp>
        <p:nvSpPr>
          <p:cNvPr id="7" name="ZoneTexte 6"/>
          <p:cNvSpPr txBox="1"/>
          <p:nvPr/>
        </p:nvSpPr>
        <p:spPr bwMode="auto">
          <a:xfrm>
            <a:off x="2051720" y="987574"/>
            <a:ext cx="1296144" cy="338554"/>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FAA26D3D-D897-4be2-8F04-BA451C77F1D7}">
              <ma14:placeholderFlag xmlns:ma14="http://schemas.microsoft.com/office/mac/drawingml/2011/main" xmlns="" val="1"/>
            </a:ext>
          </a:extLst>
        </p:spPr>
        <p:txBody>
          <a:bodyPr vert="horz" wrap="square" lIns="0" tIns="45720" rIns="36000" bIns="45720" numCol="1" rtlCol="0" anchor="b" anchorCtr="0" compatLnSpc="1">
            <a:prstTxWarp prst="textNoShape">
              <a:avLst/>
            </a:prstTxWarp>
            <a:spAutoFit/>
          </a:bodyPr>
          <a:lstStyle/>
          <a:p>
            <a:r>
              <a:rPr lang="fr-CA" sz="1600" dirty="0">
                <a:solidFill>
                  <a:prstClr val="black"/>
                </a:solidFill>
              </a:rPr>
              <a:t>Release 14</a:t>
            </a:r>
            <a:endParaRPr lang="fr-FR" sz="1600" dirty="0">
              <a:solidFill>
                <a:prstClr val="black"/>
              </a:solidFill>
            </a:endParaRPr>
          </a:p>
        </p:txBody>
      </p:sp>
      <p:sp>
        <p:nvSpPr>
          <p:cNvPr id="8" name="ZoneTexte 7"/>
          <p:cNvSpPr txBox="1"/>
          <p:nvPr/>
        </p:nvSpPr>
        <p:spPr bwMode="auto">
          <a:xfrm>
            <a:off x="5292080" y="940028"/>
            <a:ext cx="1440160" cy="338554"/>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FAA26D3D-D897-4be2-8F04-BA451C77F1D7}">
              <ma14:placeholderFlag xmlns:ma14="http://schemas.microsoft.com/office/mac/drawingml/2011/main" xmlns="" val="1"/>
            </a:ext>
          </a:extLst>
        </p:spPr>
        <p:txBody>
          <a:bodyPr vert="horz" wrap="square" lIns="0" tIns="45720" rIns="36000" bIns="45720" numCol="1" rtlCol="0" anchor="b" anchorCtr="0" compatLnSpc="1">
            <a:prstTxWarp prst="textNoShape">
              <a:avLst/>
            </a:prstTxWarp>
            <a:spAutoFit/>
          </a:bodyPr>
          <a:lstStyle/>
          <a:p>
            <a:r>
              <a:rPr lang="fr-CA" sz="1600" dirty="0">
                <a:solidFill>
                  <a:prstClr val="black"/>
                </a:solidFill>
              </a:rPr>
              <a:t>Release 15/16</a:t>
            </a:r>
            <a:endParaRPr lang="fr-FR" sz="1600" dirty="0">
              <a:solidFill>
                <a:prstClr val="black"/>
              </a:solidFill>
            </a:endParaRPr>
          </a:p>
        </p:txBody>
      </p:sp>
    </p:spTree>
    <p:extLst>
      <p:ext uri="{BB962C8B-B14F-4D97-AF65-F5344CB8AC3E}">
        <p14:creationId xmlns:p14="http://schemas.microsoft.com/office/powerpoint/2010/main" val="2565422649"/>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CA" dirty="0"/>
              <a:t>LTE V2X Service </a:t>
            </a:r>
            <a:r>
              <a:rPr lang="fr-CA" dirty="0" err="1"/>
              <a:t>Requirements</a:t>
            </a:r>
            <a:endParaRPr lang="fr-FR" dirty="0"/>
          </a:p>
        </p:txBody>
      </p:sp>
      <p:sp>
        <p:nvSpPr>
          <p:cNvPr id="4" name="Espace réservé du texte 3"/>
          <p:cNvSpPr>
            <a:spLocks noGrp="1"/>
          </p:cNvSpPr>
          <p:nvPr>
            <p:ph type="body" sz="quarter" idx="11"/>
          </p:nvPr>
        </p:nvSpPr>
        <p:spPr/>
        <p:txBody>
          <a:bodyPr/>
          <a:lstStyle/>
          <a:p>
            <a:endParaRPr lang="fr-FR" dirty="0"/>
          </a:p>
        </p:txBody>
      </p:sp>
      <p:sp>
        <p:nvSpPr>
          <p:cNvPr id="5" name="Espace réservé du numéro de diapositive 4"/>
          <p:cNvSpPr>
            <a:spLocks noGrp="1"/>
          </p:cNvSpPr>
          <p:nvPr>
            <p:ph type="sldNum" sz="quarter" idx="4"/>
          </p:nvPr>
        </p:nvSpPr>
        <p:spPr/>
        <p:txBody>
          <a:bodyPr/>
          <a:lstStyle/>
          <a:p>
            <a:fld id="{7F86108E-6173-CC4E-81D1-D6419E4934EE}" type="slidenum">
              <a:rPr lang="fr-FR" smtClean="0"/>
              <a:pPr/>
              <a:t>71</a:t>
            </a:fld>
            <a:endParaRPr lang="fr-FR" dirty="0"/>
          </a:p>
        </p:txBody>
      </p:sp>
      <p:pic>
        <p:nvPicPr>
          <p:cNvPr id="6" name="Image 5"/>
          <p:cNvPicPr>
            <a:picLocks noChangeAspect="1"/>
          </p:cNvPicPr>
          <p:nvPr/>
        </p:nvPicPr>
        <p:blipFill>
          <a:blip r:embed="rId2"/>
          <a:stretch>
            <a:fillRect/>
          </a:stretch>
        </p:blipFill>
        <p:spPr>
          <a:xfrm>
            <a:off x="149082" y="1510728"/>
            <a:ext cx="8469996" cy="2069134"/>
          </a:xfrm>
          <a:prstGeom prst="rect">
            <a:avLst/>
          </a:prstGeom>
        </p:spPr>
      </p:pic>
      <p:sp>
        <p:nvSpPr>
          <p:cNvPr id="7" name="ZoneTexte 6"/>
          <p:cNvSpPr txBox="1"/>
          <p:nvPr/>
        </p:nvSpPr>
        <p:spPr bwMode="auto">
          <a:xfrm>
            <a:off x="143508" y="4875232"/>
            <a:ext cx="8388932" cy="26161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FAA26D3D-D897-4be2-8F04-BA451C77F1D7}">
              <ma14:placeholderFlag xmlns:ma14="http://schemas.microsoft.com/office/mac/drawingml/2011/main" xmlns="" val="1"/>
            </a:ext>
          </a:extLst>
        </p:spPr>
        <p:txBody>
          <a:bodyPr vert="horz" wrap="square" lIns="0" tIns="45720" rIns="36000" bIns="45720" numCol="1" rtlCol="0" anchor="b" anchorCtr="0" compatLnSpc="1">
            <a:prstTxWarp prst="textNoShape">
              <a:avLst/>
            </a:prstTxWarp>
            <a:spAutoFit/>
          </a:bodyPr>
          <a:lstStyle/>
          <a:p>
            <a:r>
              <a:rPr lang="en-US" sz="1100" b="1" dirty="0">
                <a:solidFill>
                  <a:prstClr val="black"/>
                </a:solidFill>
              </a:rPr>
              <a:t>Source</a:t>
            </a:r>
            <a:r>
              <a:rPr lang="en-US" sz="1100" dirty="0">
                <a:solidFill>
                  <a:prstClr val="black"/>
                </a:solidFill>
              </a:rPr>
              <a:t>: Vehicular communications via cellular networks, </a:t>
            </a:r>
            <a:r>
              <a:rPr lang="en-US" sz="1050" dirty="0">
                <a:solidFill>
                  <a:prstClr val="black"/>
                </a:solidFill>
              </a:rPr>
              <a:t>Joachim Sachs, Ericsson Research</a:t>
            </a:r>
          </a:p>
        </p:txBody>
      </p:sp>
    </p:spTree>
    <p:extLst>
      <p:ext uri="{BB962C8B-B14F-4D97-AF65-F5344CB8AC3E}">
        <p14:creationId xmlns:p14="http://schemas.microsoft.com/office/powerpoint/2010/main" val="2619407469"/>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en-US" dirty="0"/>
              <a:t>Comparison of Rel14/Rel15/Rel16</a:t>
            </a:r>
          </a:p>
        </p:txBody>
      </p:sp>
      <p:sp>
        <p:nvSpPr>
          <p:cNvPr id="3" name="Espace réservé du contenu 2"/>
          <p:cNvSpPr>
            <a:spLocks noGrp="1"/>
          </p:cNvSpPr>
          <p:nvPr>
            <p:ph idx="1"/>
          </p:nvPr>
        </p:nvSpPr>
        <p:spPr/>
        <p:txBody>
          <a:bodyPr/>
          <a:lstStyle/>
          <a:p>
            <a:endParaRPr lang="en-US"/>
          </a:p>
        </p:txBody>
      </p:sp>
      <p:sp>
        <p:nvSpPr>
          <p:cNvPr id="4" name="Espace réservé du texte 3"/>
          <p:cNvSpPr>
            <a:spLocks noGrp="1"/>
          </p:cNvSpPr>
          <p:nvPr>
            <p:ph type="body" sz="quarter" idx="11"/>
          </p:nvPr>
        </p:nvSpPr>
        <p:spPr/>
        <p:txBody>
          <a:bodyPr/>
          <a:lstStyle/>
          <a:p>
            <a:endParaRPr lang="en-US"/>
          </a:p>
        </p:txBody>
      </p:sp>
      <p:sp>
        <p:nvSpPr>
          <p:cNvPr id="5" name="Espace réservé du numéro de diapositive 4"/>
          <p:cNvSpPr>
            <a:spLocks noGrp="1"/>
          </p:cNvSpPr>
          <p:nvPr>
            <p:ph type="sldNum" sz="quarter" idx="4"/>
          </p:nvPr>
        </p:nvSpPr>
        <p:spPr/>
        <p:txBody>
          <a:bodyPr/>
          <a:lstStyle/>
          <a:p>
            <a:fld id="{7F86108E-6173-CC4E-81D1-D6419E4934EE}" type="slidenum">
              <a:rPr lang="fr-FR" smtClean="0"/>
              <a:pPr/>
              <a:t>72</a:t>
            </a:fld>
            <a:endParaRPr lang="fr-FR" dirty="0"/>
          </a:p>
        </p:txBody>
      </p:sp>
      <p:graphicFrame>
        <p:nvGraphicFramePr>
          <p:cNvPr id="6" name="Tableau 5">
            <a:extLst>
              <a:ext uri="{FF2B5EF4-FFF2-40B4-BE49-F238E27FC236}">
                <a16:creationId xmlns:a16="http://schemas.microsoft.com/office/drawing/2014/main" id="{708C5B58-9DA9-472E-9501-FB06CBA0D644}"/>
              </a:ext>
            </a:extLst>
          </p:cNvPr>
          <p:cNvGraphicFramePr>
            <a:graphicFrameLocks noGrp="1"/>
          </p:cNvGraphicFramePr>
          <p:nvPr>
            <p:extLst>
              <p:ext uri="{D42A27DB-BD31-4B8C-83A1-F6EECF244321}">
                <p14:modId xmlns:p14="http://schemas.microsoft.com/office/powerpoint/2010/main" val="4140969909"/>
              </p:ext>
            </p:extLst>
          </p:nvPr>
        </p:nvGraphicFramePr>
        <p:xfrm>
          <a:off x="899592" y="829414"/>
          <a:ext cx="7704856" cy="4100520"/>
        </p:xfrm>
        <a:graphic>
          <a:graphicData uri="http://schemas.openxmlformats.org/drawingml/2006/table">
            <a:tbl>
              <a:tblPr firstRow="1" firstCol="1" bandRow="1">
                <a:tableStyleId>{5C22544A-7EE6-4342-B048-85BDC9FD1C3A}</a:tableStyleId>
              </a:tblPr>
              <a:tblGrid>
                <a:gridCol w="2081002">
                  <a:extLst>
                    <a:ext uri="{9D8B030D-6E8A-4147-A177-3AD203B41FA5}">
                      <a16:colId xmlns:a16="http://schemas.microsoft.com/office/drawing/2014/main" val="3334592508"/>
                    </a:ext>
                  </a:extLst>
                </a:gridCol>
                <a:gridCol w="1770690">
                  <a:extLst>
                    <a:ext uri="{9D8B030D-6E8A-4147-A177-3AD203B41FA5}">
                      <a16:colId xmlns:a16="http://schemas.microsoft.com/office/drawing/2014/main" val="1016534151"/>
                    </a:ext>
                  </a:extLst>
                </a:gridCol>
                <a:gridCol w="1926582">
                  <a:extLst>
                    <a:ext uri="{9D8B030D-6E8A-4147-A177-3AD203B41FA5}">
                      <a16:colId xmlns:a16="http://schemas.microsoft.com/office/drawing/2014/main" val="1204893821"/>
                    </a:ext>
                  </a:extLst>
                </a:gridCol>
                <a:gridCol w="1926582">
                  <a:extLst>
                    <a:ext uri="{9D8B030D-6E8A-4147-A177-3AD203B41FA5}">
                      <a16:colId xmlns:a16="http://schemas.microsoft.com/office/drawing/2014/main" val="4260840693"/>
                    </a:ext>
                  </a:extLst>
                </a:gridCol>
              </a:tblGrid>
              <a:tr h="203155">
                <a:tc>
                  <a:txBody>
                    <a:bodyPr/>
                    <a:lstStyle/>
                    <a:p>
                      <a:pPr algn="just">
                        <a:lnSpc>
                          <a:spcPct val="107000"/>
                        </a:lnSpc>
                        <a:spcAft>
                          <a:spcPts val="0"/>
                        </a:spcAft>
                      </a:pPr>
                      <a:r>
                        <a:rPr lang="en-US" sz="1050" dirty="0">
                          <a:effectLst/>
                        </a:rPr>
                        <a:t> </a:t>
                      </a:r>
                      <a:endParaRPr lang="fr-FR" sz="1050" dirty="0">
                        <a:effectLst/>
                        <a:latin typeface="Times New Roman" panose="02020603050405020304" pitchFamily="18" charset="0"/>
                        <a:ea typeface="Roboto"/>
                        <a:cs typeface="Times New Roman" panose="02020603050405020304" pitchFamily="18" charset="0"/>
                      </a:endParaRPr>
                    </a:p>
                  </a:txBody>
                  <a:tcPr marL="68580" marR="68580" marT="0" marB="0"/>
                </a:tc>
                <a:tc>
                  <a:txBody>
                    <a:bodyPr/>
                    <a:lstStyle/>
                    <a:p>
                      <a:pPr algn="just">
                        <a:lnSpc>
                          <a:spcPct val="107000"/>
                        </a:lnSpc>
                        <a:spcAft>
                          <a:spcPts val="0"/>
                        </a:spcAft>
                      </a:pPr>
                      <a:r>
                        <a:rPr lang="en-US" sz="1050" dirty="0">
                          <a:effectLst/>
                        </a:rPr>
                        <a:t>Rel-14 (LTE-V2X)</a:t>
                      </a:r>
                      <a:endParaRPr lang="fr-FR" sz="1050" dirty="0">
                        <a:effectLst/>
                        <a:latin typeface="Times New Roman" panose="02020603050405020304" pitchFamily="18" charset="0"/>
                        <a:ea typeface="Roboto"/>
                        <a:cs typeface="Times New Roman" panose="02020603050405020304" pitchFamily="18" charset="0"/>
                      </a:endParaRPr>
                    </a:p>
                  </a:txBody>
                  <a:tcPr marL="68580" marR="68580" marT="0" marB="0"/>
                </a:tc>
                <a:tc>
                  <a:txBody>
                    <a:bodyPr/>
                    <a:lstStyle/>
                    <a:p>
                      <a:pPr algn="just">
                        <a:lnSpc>
                          <a:spcPct val="107000"/>
                        </a:lnSpc>
                        <a:spcAft>
                          <a:spcPts val="0"/>
                        </a:spcAft>
                      </a:pPr>
                      <a:r>
                        <a:rPr lang="en-US" sz="1050" dirty="0">
                          <a:effectLst/>
                        </a:rPr>
                        <a:t>Rel-15</a:t>
                      </a:r>
                      <a:endParaRPr lang="fr-FR" sz="1050" dirty="0">
                        <a:effectLst/>
                        <a:latin typeface="Times New Roman" panose="02020603050405020304" pitchFamily="18" charset="0"/>
                        <a:ea typeface="Roboto"/>
                        <a:cs typeface="Times New Roman" panose="02020603050405020304" pitchFamily="18" charset="0"/>
                      </a:endParaRPr>
                    </a:p>
                  </a:txBody>
                  <a:tcPr marL="68580" marR="68580" marT="0" marB="0"/>
                </a:tc>
                <a:tc>
                  <a:txBody>
                    <a:bodyPr/>
                    <a:lstStyle/>
                    <a:p>
                      <a:pPr algn="just">
                        <a:lnSpc>
                          <a:spcPct val="107000"/>
                        </a:lnSpc>
                        <a:spcAft>
                          <a:spcPts val="0"/>
                        </a:spcAft>
                      </a:pPr>
                      <a:r>
                        <a:rPr lang="en-US" sz="1050">
                          <a:effectLst/>
                        </a:rPr>
                        <a:t>Rel-16</a:t>
                      </a:r>
                      <a:endParaRPr lang="fr-FR" sz="1050">
                        <a:effectLst/>
                        <a:latin typeface="Times New Roman" panose="02020603050405020304" pitchFamily="18" charset="0"/>
                        <a:ea typeface="Roboto"/>
                        <a:cs typeface="Times New Roman" panose="02020603050405020304" pitchFamily="18" charset="0"/>
                      </a:endParaRPr>
                    </a:p>
                  </a:txBody>
                  <a:tcPr marL="68580" marR="68580" marT="0" marB="0"/>
                </a:tc>
                <a:extLst>
                  <a:ext uri="{0D108BD9-81ED-4DB2-BD59-A6C34878D82A}">
                    <a16:rowId xmlns:a16="http://schemas.microsoft.com/office/drawing/2014/main" val="425555767"/>
                  </a:ext>
                </a:extLst>
              </a:tr>
              <a:tr h="1218926">
                <a:tc>
                  <a:txBody>
                    <a:bodyPr/>
                    <a:lstStyle/>
                    <a:p>
                      <a:pPr algn="just">
                        <a:lnSpc>
                          <a:spcPct val="107000"/>
                        </a:lnSpc>
                        <a:spcAft>
                          <a:spcPts val="0"/>
                        </a:spcAft>
                      </a:pPr>
                      <a:r>
                        <a:rPr lang="en-US" sz="1050">
                          <a:effectLst/>
                        </a:rPr>
                        <a:t>Requirements for 5G architecture</a:t>
                      </a:r>
                      <a:endParaRPr lang="fr-FR" sz="1050">
                        <a:effectLst/>
                        <a:latin typeface="Times New Roman" panose="02020603050405020304" pitchFamily="18" charset="0"/>
                        <a:ea typeface="Roboto"/>
                        <a:cs typeface="Times New Roman" panose="02020603050405020304" pitchFamily="18" charset="0"/>
                      </a:endParaRPr>
                    </a:p>
                  </a:txBody>
                  <a:tcPr marL="68580" marR="68580" marT="0" marB="0"/>
                </a:tc>
                <a:tc>
                  <a:txBody>
                    <a:bodyPr/>
                    <a:lstStyle/>
                    <a:p>
                      <a:pPr algn="just">
                        <a:lnSpc>
                          <a:spcPct val="107000"/>
                        </a:lnSpc>
                        <a:spcAft>
                          <a:spcPts val="0"/>
                        </a:spcAft>
                      </a:pPr>
                      <a:r>
                        <a:rPr lang="en-US" sz="1050">
                          <a:effectLst/>
                        </a:rPr>
                        <a:t>LTE system architecture</a:t>
                      </a:r>
                      <a:endParaRPr lang="fr-FR" sz="1050">
                        <a:effectLst/>
                        <a:latin typeface="Times New Roman" panose="02020603050405020304" pitchFamily="18" charset="0"/>
                        <a:ea typeface="Roboto"/>
                        <a:cs typeface="Times New Roman" panose="02020603050405020304" pitchFamily="18" charset="0"/>
                      </a:endParaRPr>
                    </a:p>
                  </a:txBody>
                  <a:tcPr marL="68580" marR="68580" marT="0" marB="0"/>
                </a:tc>
                <a:tc>
                  <a:txBody>
                    <a:bodyPr/>
                    <a:lstStyle/>
                    <a:p>
                      <a:pPr algn="just">
                        <a:lnSpc>
                          <a:spcPct val="107000"/>
                        </a:lnSpc>
                        <a:spcAft>
                          <a:spcPts val="0"/>
                        </a:spcAft>
                      </a:pPr>
                      <a:r>
                        <a:rPr lang="en-US" sz="1050" dirty="0">
                          <a:effectLst/>
                        </a:rPr>
                        <a:t>5G system phase 1: 5G NR + 5G core.</a:t>
                      </a:r>
                      <a:endParaRPr lang="fr-FR" sz="1050" dirty="0">
                        <a:effectLst/>
                      </a:endParaRPr>
                    </a:p>
                    <a:p>
                      <a:pPr algn="just">
                        <a:lnSpc>
                          <a:spcPct val="107000"/>
                        </a:lnSpc>
                        <a:spcAft>
                          <a:spcPts val="0"/>
                        </a:spcAft>
                      </a:pPr>
                      <a:r>
                        <a:rPr lang="en-US" sz="1050" dirty="0">
                          <a:effectLst/>
                        </a:rPr>
                        <a:t>Different deployment options: Non-Stand Alone, Stand Alone, Dual connectivity (4G / 5G)</a:t>
                      </a:r>
                      <a:endParaRPr lang="fr-FR" sz="1050" dirty="0">
                        <a:effectLst/>
                        <a:latin typeface="Times New Roman" panose="02020603050405020304" pitchFamily="18" charset="0"/>
                        <a:ea typeface="Roboto"/>
                        <a:cs typeface="Times New Roman" panose="02020603050405020304" pitchFamily="18" charset="0"/>
                      </a:endParaRPr>
                    </a:p>
                  </a:txBody>
                  <a:tcPr marL="68580" marR="68580" marT="0" marB="0"/>
                </a:tc>
                <a:tc>
                  <a:txBody>
                    <a:bodyPr/>
                    <a:lstStyle/>
                    <a:p>
                      <a:pPr algn="just">
                        <a:lnSpc>
                          <a:spcPct val="107000"/>
                        </a:lnSpc>
                        <a:spcAft>
                          <a:spcPts val="0"/>
                        </a:spcAft>
                      </a:pPr>
                      <a:r>
                        <a:rPr lang="en-US" sz="1050" dirty="0">
                          <a:effectLst/>
                        </a:rPr>
                        <a:t>5G system phase 2</a:t>
                      </a:r>
                      <a:endParaRPr lang="fr-FR" sz="1050" dirty="0">
                        <a:effectLst/>
                      </a:endParaRPr>
                    </a:p>
                    <a:p>
                      <a:pPr algn="just">
                        <a:lnSpc>
                          <a:spcPct val="107000"/>
                        </a:lnSpc>
                        <a:spcAft>
                          <a:spcPts val="0"/>
                        </a:spcAft>
                      </a:pPr>
                      <a:r>
                        <a:rPr lang="en-US" sz="1050" dirty="0">
                          <a:effectLst/>
                        </a:rPr>
                        <a:t>5G NR + 5G Core enhancements</a:t>
                      </a:r>
                      <a:endParaRPr lang="fr-FR" sz="1050" dirty="0">
                        <a:effectLst/>
                      </a:endParaRPr>
                    </a:p>
                    <a:p>
                      <a:pPr algn="just">
                        <a:lnSpc>
                          <a:spcPct val="107000"/>
                        </a:lnSpc>
                        <a:spcAft>
                          <a:spcPts val="0"/>
                        </a:spcAft>
                      </a:pPr>
                      <a:r>
                        <a:rPr lang="en-US" sz="1050" dirty="0">
                          <a:effectLst/>
                        </a:rPr>
                        <a:t> </a:t>
                      </a:r>
                      <a:endParaRPr lang="fr-FR" sz="1050" dirty="0">
                        <a:effectLst/>
                        <a:latin typeface="Times New Roman" panose="02020603050405020304" pitchFamily="18" charset="0"/>
                        <a:ea typeface="Roboto"/>
                        <a:cs typeface="Times New Roman" panose="02020603050405020304" pitchFamily="18" charset="0"/>
                      </a:endParaRPr>
                    </a:p>
                  </a:txBody>
                  <a:tcPr marL="68580" marR="68580" marT="0" marB="0"/>
                </a:tc>
                <a:extLst>
                  <a:ext uri="{0D108BD9-81ED-4DB2-BD59-A6C34878D82A}">
                    <a16:rowId xmlns:a16="http://schemas.microsoft.com/office/drawing/2014/main" val="2835819565"/>
                  </a:ext>
                </a:extLst>
              </a:tr>
              <a:tr h="1256359">
                <a:tc>
                  <a:txBody>
                    <a:bodyPr/>
                    <a:lstStyle/>
                    <a:p>
                      <a:pPr algn="just">
                        <a:lnSpc>
                          <a:spcPct val="107000"/>
                        </a:lnSpc>
                        <a:spcAft>
                          <a:spcPts val="0"/>
                        </a:spcAft>
                      </a:pPr>
                      <a:r>
                        <a:rPr lang="en-US" sz="1050" dirty="0">
                          <a:effectLst/>
                        </a:rPr>
                        <a:t>V2X applications</a:t>
                      </a:r>
                      <a:endParaRPr lang="fr-FR" sz="1050" dirty="0">
                        <a:effectLst/>
                        <a:latin typeface="Times New Roman" panose="02020603050405020304" pitchFamily="18" charset="0"/>
                        <a:ea typeface="Roboto"/>
                        <a:cs typeface="Times New Roman" panose="02020603050405020304" pitchFamily="18" charset="0"/>
                      </a:endParaRPr>
                    </a:p>
                  </a:txBody>
                  <a:tcPr marL="68580" marR="68580" marT="0" marB="0"/>
                </a:tc>
                <a:tc>
                  <a:txBody>
                    <a:bodyPr/>
                    <a:lstStyle/>
                    <a:p>
                      <a:pPr algn="just">
                        <a:lnSpc>
                          <a:spcPct val="107000"/>
                        </a:lnSpc>
                        <a:spcAft>
                          <a:spcPts val="0"/>
                        </a:spcAft>
                      </a:pPr>
                      <a:r>
                        <a:rPr lang="en-US" sz="1050">
                          <a:effectLst/>
                        </a:rPr>
                        <a:t>Safety warnings (Collision Risk, Slow Vehicle and Stationary Vehicle)</a:t>
                      </a:r>
                      <a:endParaRPr lang="fr-FR" sz="1050">
                        <a:effectLst/>
                      </a:endParaRPr>
                    </a:p>
                    <a:p>
                      <a:pPr algn="just">
                        <a:lnSpc>
                          <a:spcPct val="107000"/>
                        </a:lnSpc>
                        <a:spcAft>
                          <a:spcPts val="0"/>
                        </a:spcAft>
                      </a:pPr>
                      <a:r>
                        <a:rPr lang="en-US" sz="1050">
                          <a:effectLst/>
                        </a:rPr>
                        <a:t>• Signal Phase and Timing</a:t>
                      </a:r>
                      <a:endParaRPr lang="fr-FR" sz="1050">
                        <a:effectLst/>
                      </a:endParaRPr>
                    </a:p>
                    <a:p>
                      <a:pPr algn="just">
                        <a:lnSpc>
                          <a:spcPct val="107000"/>
                        </a:lnSpc>
                        <a:spcAft>
                          <a:spcPts val="0"/>
                        </a:spcAft>
                      </a:pPr>
                      <a:r>
                        <a:rPr lang="en-US" sz="1050">
                          <a:effectLst/>
                        </a:rPr>
                        <a:t>• Vulnerable Road User Protection</a:t>
                      </a:r>
                      <a:endParaRPr lang="fr-FR" sz="1050">
                        <a:effectLst/>
                      </a:endParaRPr>
                    </a:p>
                    <a:p>
                      <a:pPr algn="just">
                        <a:lnSpc>
                          <a:spcPct val="107000"/>
                        </a:lnSpc>
                        <a:spcAft>
                          <a:spcPts val="0"/>
                        </a:spcAft>
                      </a:pPr>
                      <a:r>
                        <a:rPr lang="en-US" sz="1050">
                          <a:effectLst/>
                        </a:rPr>
                        <a:t> </a:t>
                      </a:r>
                      <a:endParaRPr lang="fr-FR" sz="1050">
                        <a:effectLst/>
                        <a:latin typeface="Times New Roman" panose="02020603050405020304" pitchFamily="18" charset="0"/>
                        <a:ea typeface="Roboto"/>
                        <a:cs typeface="Times New Roman" panose="02020603050405020304" pitchFamily="18" charset="0"/>
                      </a:endParaRPr>
                    </a:p>
                  </a:txBody>
                  <a:tcPr marL="68580" marR="68580" marT="0" marB="0"/>
                </a:tc>
                <a:tc>
                  <a:txBody>
                    <a:bodyPr/>
                    <a:lstStyle/>
                    <a:p>
                      <a:pPr algn="just">
                        <a:lnSpc>
                          <a:spcPct val="107000"/>
                        </a:lnSpc>
                        <a:spcAft>
                          <a:spcPts val="0"/>
                        </a:spcAft>
                      </a:pPr>
                      <a:r>
                        <a:rPr lang="en-US" sz="1050">
                          <a:effectLst/>
                        </a:rPr>
                        <a:t>Vehicle Platooning</a:t>
                      </a:r>
                      <a:endParaRPr lang="fr-FR" sz="1050">
                        <a:effectLst/>
                      </a:endParaRPr>
                    </a:p>
                    <a:p>
                      <a:pPr algn="just">
                        <a:lnSpc>
                          <a:spcPct val="107000"/>
                        </a:lnSpc>
                        <a:spcAft>
                          <a:spcPts val="0"/>
                        </a:spcAft>
                      </a:pPr>
                      <a:r>
                        <a:rPr lang="en-US" sz="1050">
                          <a:effectLst/>
                        </a:rPr>
                        <a:t>Advanced Driving</a:t>
                      </a:r>
                      <a:endParaRPr lang="fr-FR" sz="1050">
                        <a:effectLst/>
                      </a:endParaRPr>
                    </a:p>
                    <a:p>
                      <a:pPr algn="just">
                        <a:lnSpc>
                          <a:spcPct val="107000"/>
                        </a:lnSpc>
                        <a:spcAft>
                          <a:spcPts val="0"/>
                        </a:spcAft>
                      </a:pPr>
                      <a:r>
                        <a:rPr lang="en-US" sz="1050">
                          <a:effectLst/>
                        </a:rPr>
                        <a:t>Extended Sensors</a:t>
                      </a:r>
                      <a:endParaRPr lang="fr-FR" sz="1050">
                        <a:effectLst/>
                      </a:endParaRPr>
                    </a:p>
                    <a:p>
                      <a:pPr algn="just">
                        <a:lnSpc>
                          <a:spcPct val="107000"/>
                        </a:lnSpc>
                        <a:spcAft>
                          <a:spcPts val="0"/>
                        </a:spcAft>
                      </a:pPr>
                      <a:r>
                        <a:rPr lang="en-US" sz="1050">
                          <a:effectLst/>
                        </a:rPr>
                        <a:t>Remote Driving</a:t>
                      </a:r>
                      <a:endParaRPr lang="fr-FR" sz="1050">
                        <a:effectLst/>
                      </a:endParaRPr>
                    </a:p>
                    <a:p>
                      <a:pPr algn="just">
                        <a:lnSpc>
                          <a:spcPct val="107000"/>
                        </a:lnSpc>
                        <a:spcAft>
                          <a:spcPts val="0"/>
                        </a:spcAft>
                      </a:pPr>
                      <a:r>
                        <a:rPr lang="en-US" sz="1050">
                          <a:effectLst/>
                        </a:rPr>
                        <a:t> </a:t>
                      </a:r>
                      <a:endParaRPr lang="fr-FR" sz="1050">
                        <a:effectLst/>
                        <a:latin typeface="Times New Roman" panose="02020603050405020304" pitchFamily="18" charset="0"/>
                        <a:ea typeface="Roboto"/>
                        <a:cs typeface="Times New Roman" panose="02020603050405020304" pitchFamily="18" charset="0"/>
                      </a:endParaRPr>
                    </a:p>
                  </a:txBody>
                  <a:tcPr marL="68580" marR="68580" marT="0" marB="0"/>
                </a:tc>
                <a:tc>
                  <a:txBody>
                    <a:bodyPr/>
                    <a:lstStyle/>
                    <a:p>
                      <a:pPr algn="just">
                        <a:lnSpc>
                          <a:spcPct val="107000"/>
                        </a:lnSpc>
                        <a:spcAft>
                          <a:spcPts val="0"/>
                        </a:spcAft>
                      </a:pPr>
                      <a:r>
                        <a:rPr lang="en-US" sz="1050" dirty="0">
                          <a:effectLst/>
                        </a:rPr>
                        <a:t>Vehicle Platooning</a:t>
                      </a:r>
                      <a:endParaRPr lang="fr-FR" sz="1050" dirty="0">
                        <a:effectLst/>
                      </a:endParaRPr>
                    </a:p>
                    <a:p>
                      <a:pPr algn="just">
                        <a:lnSpc>
                          <a:spcPct val="107000"/>
                        </a:lnSpc>
                        <a:spcAft>
                          <a:spcPts val="0"/>
                        </a:spcAft>
                      </a:pPr>
                      <a:r>
                        <a:rPr lang="en-US" sz="1050" dirty="0">
                          <a:effectLst/>
                        </a:rPr>
                        <a:t>Advanced Driving</a:t>
                      </a:r>
                      <a:endParaRPr lang="fr-FR" sz="1050" dirty="0">
                        <a:effectLst/>
                      </a:endParaRPr>
                    </a:p>
                    <a:p>
                      <a:pPr algn="just">
                        <a:lnSpc>
                          <a:spcPct val="107000"/>
                        </a:lnSpc>
                        <a:spcAft>
                          <a:spcPts val="0"/>
                        </a:spcAft>
                      </a:pPr>
                      <a:r>
                        <a:rPr lang="en-US" sz="1050" dirty="0">
                          <a:effectLst/>
                        </a:rPr>
                        <a:t>Extended Sensors</a:t>
                      </a:r>
                      <a:endParaRPr lang="fr-FR" sz="1050" dirty="0">
                        <a:effectLst/>
                      </a:endParaRPr>
                    </a:p>
                    <a:p>
                      <a:pPr algn="just">
                        <a:lnSpc>
                          <a:spcPct val="107000"/>
                        </a:lnSpc>
                        <a:spcAft>
                          <a:spcPts val="0"/>
                        </a:spcAft>
                      </a:pPr>
                      <a:r>
                        <a:rPr lang="en-US" sz="1050" dirty="0">
                          <a:effectLst/>
                        </a:rPr>
                        <a:t>Remote Driving</a:t>
                      </a:r>
                      <a:endParaRPr lang="fr-FR" sz="1050" dirty="0">
                        <a:effectLst/>
                      </a:endParaRPr>
                    </a:p>
                    <a:p>
                      <a:pPr algn="just">
                        <a:lnSpc>
                          <a:spcPct val="107000"/>
                        </a:lnSpc>
                        <a:spcAft>
                          <a:spcPts val="0"/>
                        </a:spcAft>
                      </a:pPr>
                      <a:r>
                        <a:rPr lang="en-US" sz="1050" dirty="0">
                          <a:effectLst/>
                        </a:rPr>
                        <a:t>Vehicle QoS support</a:t>
                      </a:r>
                      <a:endParaRPr lang="fr-FR" sz="1050" dirty="0">
                        <a:effectLst/>
                        <a:latin typeface="Times New Roman" panose="02020603050405020304" pitchFamily="18" charset="0"/>
                        <a:ea typeface="Roboto"/>
                        <a:cs typeface="Times New Roman" panose="02020603050405020304" pitchFamily="18" charset="0"/>
                      </a:endParaRPr>
                    </a:p>
                  </a:txBody>
                  <a:tcPr marL="68580" marR="68580" marT="0" marB="0"/>
                </a:tc>
                <a:extLst>
                  <a:ext uri="{0D108BD9-81ED-4DB2-BD59-A6C34878D82A}">
                    <a16:rowId xmlns:a16="http://schemas.microsoft.com/office/drawing/2014/main" val="1164281050"/>
                  </a:ext>
                </a:extLst>
              </a:tr>
              <a:tr h="812617">
                <a:tc>
                  <a:txBody>
                    <a:bodyPr/>
                    <a:lstStyle/>
                    <a:p>
                      <a:pPr algn="just">
                        <a:lnSpc>
                          <a:spcPct val="107000"/>
                        </a:lnSpc>
                        <a:spcAft>
                          <a:spcPts val="0"/>
                        </a:spcAft>
                      </a:pPr>
                      <a:r>
                        <a:rPr lang="en-US" sz="1050">
                          <a:effectLst/>
                        </a:rPr>
                        <a:t>Architecture / service enhancements</a:t>
                      </a:r>
                      <a:endParaRPr lang="fr-FR" sz="1050">
                        <a:effectLst/>
                        <a:latin typeface="Times New Roman" panose="02020603050405020304" pitchFamily="18" charset="0"/>
                        <a:ea typeface="Roboto"/>
                        <a:cs typeface="Times New Roman" panose="02020603050405020304" pitchFamily="18" charset="0"/>
                      </a:endParaRPr>
                    </a:p>
                  </a:txBody>
                  <a:tcPr marL="68580" marR="68580" marT="0" marB="0"/>
                </a:tc>
                <a:tc>
                  <a:txBody>
                    <a:bodyPr/>
                    <a:lstStyle/>
                    <a:p>
                      <a:pPr algn="just">
                        <a:lnSpc>
                          <a:spcPct val="107000"/>
                        </a:lnSpc>
                        <a:spcAft>
                          <a:spcPts val="0"/>
                        </a:spcAft>
                      </a:pPr>
                      <a:r>
                        <a:rPr lang="en-US" sz="1050">
                          <a:effectLst/>
                        </a:rPr>
                        <a:t>MBMS over Uu</a:t>
                      </a:r>
                      <a:endParaRPr lang="fr-FR" sz="1050">
                        <a:effectLst/>
                      </a:endParaRPr>
                    </a:p>
                    <a:p>
                      <a:pPr algn="just">
                        <a:lnSpc>
                          <a:spcPct val="107000"/>
                        </a:lnSpc>
                        <a:spcAft>
                          <a:spcPts val="0"/>
                        </a:spcAft>
                      </a:pPr>
                      <a:r>
                        <a:rPr lang="en-US" sz="1050">
                          <a:effectLst/>
                        </a:rPr>
                        <a:t>speed up to 500 km/h</a:t>
                      </a:r>
                      <a:endParaRPr lang="fr-FR" sz="1050">
                        <a:effectLst/>
                        <a:latin typeface="Times New Roman" panose="02020603050405020304" pitchFamily="18" charset="0"/>
                        <a:ea typeface="Roboto"/>
                        <a:cs typeface="Times New Roman" panose="02020603050405020304" pitchFamily="18" charset="0"/>
                      </a:endParaRPr>
                    </a:p>
                  </a:txBody>
                  <a:tcPr marL="68580" marR="68580" marT="0" marB="0"/>
                </a:tc>
                <a:tc>
                  <a:txBody>
                    <a:bodyPr/>
                    <a:lstStyle/>
                    <a:p>
                      <a:pPr algn="just">
                        <a:lnSpc>
                          <a:spcPct val="107000"/>
                        </a:lnSpc>
                        <a:spcAft>
                          <a:spcPts val="0"/>
                        </a:spcAft>
                      </a:pPr>
                      <a:r>
                        <a:rPr lang="en-US" sz="1050">
                          <a:effectLst/>
                        </a:rPr>
                        <a:t>Network slicing</a:t>
                      </a:r>
                      <a:endParaRPr lang="fr-FR" sz="1050">
                        <a:effectLst/>
                      </a:endParaRPr>
                    </a:p>
                    <a:p>
                      <a:pPr algn="just">
                        <a:lnSpc>
                          <a:spcPct val="107000"/>
                        </a:lnSpc>
                        <a:spcAft>
                          <a:spcPts val="0"/>
                        </a:spcAft>
                      </a:pPr>
                      <a:r>
                        <a:rPr lang="en-US" sz="1050">
                          <a:effectLst/>
                        </a:rPr>
                        <a:t>MIMO over PC5</a:t>
                      </a:r>
                      <a:endParaRPr lang="fr-FR" sz="1050">
                        <a:effectLst/>
                      </a:endParaRPr>
                    </a:p>
                    <a:p>
                      <a:pPr algn="just">
                        <a:lnSpc>
                          <a:spcPct val="107000"/>
                        </a:lnSpc>
                        <a:spcAft>
                          <a:spcPts val="0"/>
                        </a:spcAft>
                      </a:pPr>
                      <a:r>
                        <a:rPr lang="en-US" sz="1050">
                          <a:effectLst/>
                        </a:rPr>
                        <a:t>64-QAM modulation over PC5</a:t>
                      </a:r>
                      <a:endParaRPr lang="fr-FR" sz="1050">
                        <a:effectLst/>
                        <a:latin typeface="Times New Roman" panose="02020603050405020304" pitchFamily="18" charset="0"/>
                        <a:ea typeface="Roboto"/>
                        <a:cs typeface="Times New Roman" panose="02020603050405020304" pitchFamily="18" charset="0"/>
                      </a:endParaRPr>
                    </a:p>
                  </a:txBody>
                  <a:tcPr marL="68580" marR="68580" marT="0" marB="0"/>
                </a:tc>
                <a:tc>
                  <a:txBody>
                    <a:bodyPr/>
                    <a:lstStyle/>
                    <a:p>
                      <a:pPr algn="just">
                        <a:lnSpc>
                          <a:spcPct val="107000"/>
                        </a:lnSpc>
                        <a:spcAft>
                          <a:spcPts val="0"/>
                        </a:spcAft>
                      </a:pPr>
                      <a:r>
                        <a:rPr lang="en-US" sz="1050">
                          <a:effectLst/>
                        </a:rPr>
                        <a:t>Advanced v2X support</a:t>
                      </a:r>
                      <a:endParaRPr lang="fr-FR" sz="1050">
                        <a:effectLst/>
                      </a:endParaRPr>
                    </a:p>
                    <a:p>
                      <a:pPr algn="just">
                        <a:lnSpc>
                          <a:spcPct val="107000"/>
                        </a:lnSpc>
                        <a:spcAft>
                          <a:spcPts val="0"/>
                        </a:spcAft>
                      </a:pPr>
                      <a:r>
                        <a:rPr lang="en-US" sz="1050">
                          <a:effectLst/>
                        </a:rPr>
                        <a:t>Enhanced URLLC</a:t>
                      </a:r>
                      <a:endParaRPr lang="fr-FR" sz="1050">
                        <a:effectLst/>
                      </a:endParaRPr>
                    </a:p>
                    <a:p>
                      <a:pPr algn="just">
                        <a:lnSpc>
                          <a:spcPct val="107000"/>
                        </a:lnSpc>
                        <a:spcAft>
                          <a:spcPts val="0"/>
                        </a:spcAft>
                      </a:pPr>
                      <a:r>
                        <a:rPr lang="en-US" sz="1050">
                          <a:effectLst/>
                        </a:rPr>
                        <a:t>Integration of Satellite Access in 5G</a:t>
                      </a:r>
                      <a:endParaRPr lang="fr-FR" sz="1050">
                        <a:effectLst/>
                        <a:latin typeface="Times New Roman" panose="02020603050405020304" pitchFamily="18" charset="0"/>
                        <a:ea typeface="Roboto"/>
                        <a:cs typeface="Times New Roman" panose="02020603050405020304" pitchFamily="18" charset="0"/>
                      </a:endParaRPr>
                    </a:p>
                  </a:txBody>
                  <a:tcPr marL="68580" marR="68580" marT="0" marB="0"/>
                </a:tc>
                <a:extLst>
                  <a:ext uri="{0D108BD9-81ED-4DB2-BD59-A6C34878D82A}">
                    <a16:rowId xmlns:a16="http://schemas.microsoft.com/office/drawing/2014/main" val="269474868"/>
                  </a:ext>
                </a:extLst>
              </a:tr>
              <a:tr h="609463">
                <a:tc>
                  <a:txBody>
                    <a:bodyPr/>
                    <a:lstStyle/>
                    <a:p>
                      <a:pPr algn="just">
                        <a:lnSpc>
                          <a:spcPct val="107000"/>
                        </a:lnSpc>
                        <a:spcAft>
                          <a:spcPts val="0"/>
                        </a:spcAft>
                      </a:pPr>
                      <a:r>
                        <a:rPr lang="en-US" sz="1050">
                          <a:effectLst/>
                        </a:rPr>
                        <a:t>Safety level</a:t>
                      </a:r>
                      <a:endParaRPr lang="fr-FR" sz="1050">
                        <a:effectLst/>
                        <a:latin typeface="Times New Roman" panose="02020603050405020304" pitchFamily="18" charset="0"/>
                        <a:ea typeface="Roboto"/>
                        <a:cs typeface="Times New Roman" panose="02020603050405020304" pitchFamily="18" charset="0"/>
                      </a:endParaRPr>
                    </a:p>
                  </a:txBody>
                  <a:tcPr marL="68580" marR="68580" marT="0" marB="0"/>
                </a:tc>
                <a:tc>
                  <a:txBody>
                    <a:bodyPr/>
                    <a:lstStyle/>
                    <a:p>
                      <a:pPr algn="just">
                        <a:lnSpc>
                          <a:spcPct val="107000"/>
                        </a:lnSpc>
                        <a:spcAft>
                          <a:spcPts val="0"/>
                        </a:spcAft>
                      </a:pPr>
                      <a:r>
                        <a:rPr lang="en-US" sz="1050">
                          <a:effectLst/>
                        </a:rPr>
                        <a:t>Basic</a:t>
                      </a:r>
                      <a:endParaRPr lang="fr-FR" sz="1050">
                        <a:effectLst/>
                        <a:latin typeface="Times New Roman" panose="02020603050405020304" pitchFamily="18" charset="0"/>
                        <a:ea typeface="Roboto"/>
                        <a:cs typeface="Times New Roman" panose="02020603050405020304" pitchFamily="18" charset="0"/>
                      </a:endParaRPr>
                    </a:p>
                  </a:txBody>
                  <a:tcPr marL="68580" marR="68580" marT="0" marB="0"/>
                </a:tc>
                <a:tc>
                  <a:txBody>
                    <a:bodyPr/>
                    <a:lstStyle/>
                    <a:p>
                      <a:pPr algn="just">
                        <a:lnSpc>
                          <a:spcPct val="107000"/>
                        </a:lnSpc>
                        <a:spcAft>
                          <a:spcPts val="0"/>
                        </a:spcAft>
                      </a:pPr>
                      <a:r>
                        <a:rPr lang="en-US" sz="1050">
                          <a:effectLst/>
                        </a:rPr>
                        <a:t>Enhanced (range &amp; reliability)</a:t>
                      </a:r>
                      <a:endParaRPr lang="fr-FR" sz="1050">
                        <a:effectLst/>
                        <a:latin typeface="Times New Roman" panose="02020603050405020304" pitchFamily="18" charset="0"/>
                        <a:ea typeface="Roboto"/>
                        <a:cs typeface="Times New Roman" panose="02020603050405020304" pitchFamily="18" charset="0"/>
                      </a:endParaRPr>
                    </a:p>
                  </a:txBody>
                  <a:tcPr marL="68580" marR="68580" marT="0" marB="0"/>
                </a:tc>
                <a:tc>
                  <a:txBody>
                    <a:bodyPr/>
                    <a:lstStyle/>
                    <a:p>
                      <a:pPr algn="just">
                        <a:lnSpc>
                          <a:spcPct val="107000"/>
                        </a:lnSpc>
                        <a:spcAft>
                          <a:spcPts val="0"/>
                        </a:spcAft>
                      </a:pPr>
                      <a:r>
                        <a:rPr lang="en-US" sz="1050" dirty="0">
                          <a:effectLst/>
                        </a:rPr>
                        <a:t>Advanced (throughput, reliability, latency, range, positioning)</a:t>
                      </a:r>
                      <a:endParaRPr lang="fr-FR" sz="1050" dirty="0">
                        <a:effectLst/>
                        <a:latin typeface="Times New Roman" panose="02020603050405020304" pitchFamily="18" charset="0"/>
                        <a:ea typeface="Roboto"/>
                        <a:cs typeface="Times New Roman" panose="02020603050405020304" pitchFamily="18" charset="0"/>
                      </a:endParaRPr>
                    </a:p>
                  </a:txBody>
                  <a:tcPr marL="68580" marR="68580" marT="0" marB="0"/>
                </a:tc>
                <a:extLst>
                  <a:ext uri="{0D108BD9-81ED-4DB2-BD59-A6C34878D82A}">
                    <a16:rowId xmlns:a16="http://schemas.microsoft.com/office/drawing/2014/main" val="2796898295"/>
                  </a:ext>
                </a:extLst>
              </a:tr>
            </a:tbl>
          </a:graphicData>
        </a:graphic>
      </p:graphicFrame>
    </p:spTree>
    <p:extLst>
      <p:ext uri="{BB962C8B-B14F-4D97-AF65-F5344CB8AC3E}">
        <p14:creationId xmlns:p14="http://schemas.microsoft.com/office/powerpoint/2010/main" val="2095992557"/>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en-US" dirty="0"/>
              <a:t>Comparison of V2X Access Technologies</a:t>
            </a:r>
          </a:p>
        </p:txBody>
      </p:sp>
      <p:sp>
        <p:nvSpPr>
          <p:cNvPr id="4" name="Espace réservé du texte 3"/>
          <p:cNvSpPr>
            <a:spLocks noGrp="1"/>
          </p:cNvSpPr>
          <p:nvPr>
            <p:ph type="body" sz="quarter" idx="11"/>
          </p:nvPr>
        </p:nvSpPr>
        <p:spPr/>
        <p:txBody>
          <a:bodyPr/>
          <a:lstStyle/>
          <a:p>
            <a:endParaRPr lang="en-US"/>
          </a:p>
        </p:txBody>
      </p:sp>
      <p:sp>
        <p:nvSpPr>
          <p:cNvPr id="5" name="Espace réservé du numéro de diapositive 4"/>
          <p:cNvSpPr>
            <a:spLocks noGrp="1"/>
          </p:cNvSpPr>
          <p:nvPr>
            <p:ph type="sldNum" sz="quarter" idx="4"/>
          </p:nvPr>
        </p:nvSpPr>
        <p:spPr/>
        <p:txBody>
          <a:bodyPr/>
          <a:lstStyle/>
          <a:p>
            <a:fld id="{7F86108E-6173-CC4E-81D1-D6419E4934EE}" type="slidenum">
              <a:rPr lang="fr-FR" smtClean="0"/>
              <a:pPr/>
              <a:t>73</a:t>
            </a:fld>
            <a:endParaRPr lang="fr-FR" dirty="0"/>
          </a:p>
        </p:txBody>
      </p:sp>
      <p:pic>
        <p:nvPicPr>
          <p:cNvPr id="6" name="Image 5"/>
          <p:cNvPicPr>
            <a:picLocks noChangeAspect="1"/>
          </p:cNvPicPr>
          <p:nvPr/>
        </p:nvPicPr>
        <p:blipFill>
          <a:blip r:embed="rId2" cstate="email">
            <a:extLst>
              <a:ext uri="{28A0092B-C50C-407E-A947-70E740481C1C}">
                <a14:useLocalDpi xmlns:a14="http://schemas.microsoft.com/office/drawing/2010/main" val="0"/>
              </a:ext>
            </a:extLst>
          </a:blip>
          <a:stretch>
            <a:fillRect/>
          </a:stretch>
        </p:blipFill>
        <p:spPr>
          <a:xfrm>
            <a:off x="251520" y="863330"/>
            <a:ext cx="6408712" cy="3950644"/>
          </a:xfrm>
          <a:prstGeom prst="rect">
            <a:avLst/>
          </a:prstGeom>
        </p:spPr>
      </p:pic>
      <p:sp>
        <p:nvSpPr>
          <p:cNvPr id="7" name="ZoneTexte 6"/>
          <p:cNvSpPr txBox="1"/>
          <p:nvPr/>
        </p:nvSpPr>
        <p:spPr bwMode="auto">
          <a:xfrm>
            <a:off x="122454" y="4672164"/>
            <a:ext cx="8481994" cy="41549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FAA26D3D-D897-4be2-8F04-BA451C77F1D7}">
              <ma14:placeholderFlag xmlns:ma14="http://schemas.microsoft.com/office/mac/drawingml/2011/main" xmlns="" val="1"/>
            </a:ext>
          </a:extLst>
        </p:spPr>
        <p:txBody>
          <a:bodyPr vert="horz" wrap="square" lIns="0" tIns="45720" rIns="36000" bIns="45720" numCol="1" rtlCol="0" anchor="b" anchorCtr="0" compatLnSpc="1">
            <a:prstTxWarp prst="textNoShape">
              <a:avLst/>
            </a:prstTxWarp>
            <a:spAutoFit/>
          </a:bodyPr>
          <a:lstStyle/>
          <a:p>
            <a:r>
              <a:rPr lang="en-US" sz="1050" dirty="0"/>
              <a:t>Implementation of MEC-Assisted Collective Perception in an Integrated Artery/Simu5G Simulation Framework. </a:t>
            </a:r>
            <a:r>
              <a:rPr lang="en-US" sz="1050" dirty="0" err="1"/>
              <a:t>Gergely</a:t>
            </a:r>
            <a:r>
              <a:rPr lang="en-US" sz="1050" dirty="0"/>
              <a:t> Attila </a:t>
            </a:r>
            <a:r>
              <a:rPr lang="en-US" sz="1050" dirty="0" err="1"/>
              <a:t>Kovács</a:t>
            </a:r>
            <a:r>
              <a:rPr lang="en-US" sz="1050" dirty="0"/>
              <a:t> and </a:t>
            </a:r>
            <a:r>
              <a:rPr lang="en-US" sz="1050" dirty="0" err="1"/>
              <a:t>László</a:t>
            </a:r>
            <a:r>
              <a:rPr lang="en-US" sz="1050" dirty="0"/>
              <a:t> </a:t>
            </a:r>
            <a:r>
              <a:rPr lang="en-US" sz="1050" dirty="0" err="1"/>
              <a:t>Bokor</a:t>
            </a:r>
            <a:endParaRPr lang="en-US" sz="1050" dirty="0"/>
          </a:p>
        </p:txBody>
      </p:sp>
    </p:spTree>
    <p:extLst>
      <p:ext uri="{BB962C8B-B14F-4D97-AF65-F5344CB8AC3E}">
        <p14:creationId xmlns:p14="http://schemas.microsoft.com/office/powerpoint/2010/main" val="1609476005"/>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contenu 1"/>
          <p:cNvSpPr>
            <a:spLocks noGrp="1"/>
          </p:cNvSpPr>
          <p:nvPr>
            <p:ph sz="quarter" idx="10"/>
          </p:nvPr>
        </p:nvSpPr>
        <p:spPr>
          <a:xfrm>
            <a:off x="1115616" y="1923678"/>
            <a:ext cx="7200900" cy="1079971"/>
          </a:xfrm>
        </p:spPr>
        <p:txBody>
          <a:bodyPr/>
          <a:lstStyle/>
          <a:p>
            <a:r>
              <a:rPr lang="en-US" dirty="0">
                <a:latin typeface="Calibri" charset="0"/>
                <a:ea typeface="ＭＳ Ｐゴシック" charset="0"/>
              </a:rPr>
              <a:t>Thank You</a:t>
            </a:r>
          </a:p>
        </p:txBody>
      </p:sp>
      <p:sp>
        <p:nvSpPr>
          <p:cNvPr id="3" name="Espace réservé du texte 2"/>
          <p:cNvSpPr>
            <a:spLocks noGrp="1"/>
          </p:cNvSpPr>
          <p:nvPr>
            <p:ph type="body" sz="quarter" idx="11"/>
          </p:nvPr>
        </p:nvSpPr>
        <p:spPr>
          <a:xfrm>
            <a:off x="1115617" y="3003650"/>
            <a:ext cx="7272337" cy="1295828"/>
          </a:xfrm>
        </p:spPr>
        <p:txBody>
          <a:bodyPr/>
          <a:lstStyle/>
          <a:p>
            <a:r>
              <a:rPr lang="fr-FR" dirty="0"/>
              <a:t>Ines Ben </a:t>
            </a:r>
            <a:r>
              <a:rPr lang="fr-FR" dirty="0" err="1"/>
              <a:t>Jemaa</a:t>
            </a:r>
            <a:endParaRPr lang="fr-FR" dirty="0"/>
          </a:p>
          <a:p>
            <a:r>
              <a:rPr lang="en-US" dirty="0"/>
              <a:t>Research Engineer </a:t>
            </a:r>
            <a:r>
              <a:rPr lang="fr-CA" dirty="0"/>
              <a:t>IRT-</a:t>
            </a:r>
            <a:r>
              <a:rPr lang="fr-CA" dirty="0" err="1"/>
              <a:t>SystemX</a:t>
            </a:r>
            <a:endParaRPr lang="fr-FR" dirty="0"/>
          </a:p>
        </p:txBody>
      </p:sp>
    </p:spTree>
    <p:extLst>
      <p:ext uri="{BB962C8B-B14F-4D97-AF65-F5344CB8AC3E}">
        <p14:creationId xmlns:p14="http://schemas.microsoft.com/office/powerpoint/2010/main" val="3903247520"/>
      </p:ext>
    </p:extLst>
  </p:cSld>
  <p:clrMapOvr>
    <a:masterClrMapping/>
  </p:clrMapOvr>
</p:sld>
</file>

<file path=ppt/theme/theme1.xml><?xml version="1.0" encoding="utf-8"?>
<a:theme xmlns:a="http://schemas.openxmlformats.org/drawingml/2006/main" name="SystemX-PPT2014-16-9_Template-v3">
  <a:themeElements>
    <a:clrScheme name="SystemX 1">
      <a:dk1>
        <a:sysClr val="windowText" lastClr="000000"/>
      </a:dk1>
      <a:lt1>
        <a:sysClr val="window" lastClr="FFFFFF"/>
      </a:lt1>
      <a:dk2>
        <a:srgbClr val="212121"/>
      </a:dk2>
      <a:lt2>
        <a:srgbClr val="CDD4D7"/>
      </a:lt2>
      <a:accent1>
        <a:srgbClr val="009DDF"/>
      </a:accent1>
      <a:accent2>
        <a:srgbClr val="00688D"/>
      </a:accent2>
      <a:accent3>
        <a:srgbClr val="B50B1B"/>
      </a:accent3>
      <a:accent4>
        <a:srgbClr val="E27823"/>
      </a:accent4>
      <a:accent5>
        <a:srgbClr val="B2CD29"/>
      </a:accent5>
      <a:accent6>
        <a:srgbClr val="2C9C89"/>
      </a:accent6>
      <a:hlink>
        <a:srgbClr val="00658F"/>
      </a:hlink>
      <a:folHlink>
        <a:srgbClr val="7E518C"/>
      </a:folHlink>
    </a:clrScheme>
    <a:fontScheme name="Bureau">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Bureau">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txDef>
      <a:spPr bwMode="auto">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FAA26D3D-D897-4be2-8F04-BA451C77F1D7}">
            <ma14:placeholderFlag xmlns:ma14="http://schemas.microsoft.com/office/mac/drawingml/2011/main" xmlns="" val="1"/>
          </a:ext>
        </a:extLst>
      </a:spPr>
      <a:bodyPr vert="horz" wrap="square" lIns="0" tIns="45720" rIns="36000" bIns="45720" numCol="1" anchor="b" anchorCtr="0" compatLnSpc="1">
        <a:prstTxWarp prst="textNoShape">
          <a:avLst/>
        </a:prstTxWarp>
      </a:bodyPr>
      <a:lstStyle>
        <a:defPPr>
          <a:defRPr smtClean="0"/>
        </a:defPPr>
      </a:lstStyle>
    </a:txDef>
  </a:objectDefaults>
  <a:extraClrSchemeLst/>
</a:theme>
</file>

<file path=ppt/theme/theme2.xml><?xml version="1.0" encoding="utf-8"?>
<a:theme xmlns:a="http://schemas.openxmlformats.org/drawingml/2006/main" name="Conception personnalisée">
  <a:themeElements>
    <a:clrScheme name="Personnalisée 2">
      <a:dk1>
        <a:srgbClr val="141313"/>
      </a:dk1>
      <a:lt1>
        <a:sysClr val="window" lastClr="FFFFFF"/>
      </a:lt1>
      <a:dk2>
        <a:srgbClr val="212121"/>
      </a:dk2>
      <a:lt2>
        <a:srgbClr val="CDD4D7"/>
      </a:lt2>
      <a:accent1>
        <a:srgbClr val="009DDF"/>
      </a:accent1>
      <a:accent2>
        <a:srgbClr val="00688D"/>
      </a:accent2>
      <a:accent3>
        <a:srgbClr val="B50B1B"/>
      </a:accent3>
      <a:accent4>
        <a:srgbClr val="E27823"/>
      </a:accent4>
      <a:accent5>
        <a:srgbClr val="96B729"/>
      </a:accent5>
      <a:accent6>
        <a:srgbClr val="2C9C89"/>
      </a:accent6>
      <a:hlink>
        <a:srgbClr val="00658F"/>
      </a:hlink>
      <a:folHlink>
        <a:srgbClr val="7E518C"/>
      </a:folHlink>
    </a:clrScheme>
    <a:fontScheme name="Bureau">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Bureau">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1_SystemX-PPT2014-16-9_Template-v3">
  <a:themeElements>
    <a:clrScheme name="SystemX 1">
      <a:dk1>
        <a:sysClr val="windowText" lastClr="000000"/>
      </a:dk1>
      <a:lt1>
        <a:sysClr val="window" lastClr="FFFFFF"/>
      </a:lt1>
      <a:dk2>
        <a:srgbClr val="212121"/>
      </a:dk2>
      <a:lt2>
        <a:srgbClr val="CDD4D7"/>
      </a:lt2>
      <a:accent1>
        <a:srgbClr val="009DDF"/>
      </a:accent1>
      <a:accent2>
        <a:srgbClr val="00688D"/>
      </a:accent2>
      <a:accent3>
        <a:srgbClr val="B50B1B"/>
      </a:accent3>
      <a:accent4>
        <a:srgbClr val="E27823"/>
      </a:accent4>
      <a:accent5>
        <a:srgbClr val="B2CD29"/>
      </a:accent5>
      <a:accent6>
        <a:srgbClr val="2C9C89"/>
      </a:accent6>
      <a:hlink>
        <a:srgbClr val="00658F"/>
      </a:hlink>
      <a:folHlink>
        <a:srgbClr val="7E518C"/>
      </a:folHlink>
    </a:clrScheme>
    <a:fontScheme name="Bureau">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Bureau">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txDef>
      <a:spPr bwMode="auto">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FAA26D3D-D897-4be2-8F04-BA451C77F1D7}">
            <ma14:placeholderFlag xmlns:ma14="http://schemas.microsoft.com/office/mac/drawingml/2011/main" xmlns="" val="1"/>
          </a:ext>
        </a:extLst>
      </a:spPr>
      <a:bodyPr vert="horz" wrap="square" lIns="0" tIns="45720" rIns="36000" bIns="45720" numCol="1" anchor="b" anchorCtr="0" compatLnSpc="1">
        <a:prstTxWarp prst="textNoShape">
          <a:avLst/>
        </a:prstTxWarp>
      </a:bodyPr>
      <a:lstStyle>
        <a:defPPr>
          <a:defRPr smtClean="0"/>
        </a:defPPr>
      </a:lstStyle>
    </a:txDef>
  </a:objectDefaults>
  <a:extraClrSchemeLst/>
</a:theme>
</file>

<file path=ppt/theme/theme4.xml><?xml version="1.0" encoding="utf-8"?>
<a:theme xmlns:a="http://schemas.openxmlformats.org/drawingml/2006/main" name="Thème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name="Thème Office">
  <a:themeElements>
    <a:clrScheme name="Bureau">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Bureau">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Bureau">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SystemX-PPT2014-16-9_Template-v3.pot</Template>
  <TotalTime>37955</TotalTime>
  <Words>3586</Words>
  <Application>Microsoft Office PowerPoint</Application>
  <PresentationFormat>Affichage à l'écran (16:9)</PresentationFormat>
  <Paragraphs>679</Paragraphs>
  <Slides>74</Slides>
  <Notes>1</Notes>
  <HiddenSlides>0</HiddenSlides>
  <MMClips>0</MMClips>
  <ScaleCrop>false</ScaleCrop>
  <HeadingPairs>
    <vt:vector size="8" baseType="variant">
      <vt:variant>
        <vt:lpstr>Polices utilisées</vt:lpstr>
      </vt:variant>
      <vt:variant>
        <vt:i4>6</vt:i4>
      </vt:variant>
      <vt:variant>
        <vt:lpstr>Thème</vt:lpstr>
      </vt:variant>
      <vt:variant>
        <vt:i4>3</vt:i4>
      </vt:variant>
      <vt:variant>
        <vt:lpstr>Serveurs OLE incorporés</vt:lpstr>
      </vt:variant>
      <vt:variant>
        <vt:i4>1</vt:i4>
      </vt:variant>
      <vt:variant>
        <vt:lpstr>Titres des diapositives</vt:lpstr>
      </vt:variant>
      <vt:variant>
        <vt:i4>74</vt:i4>
      </vt:variant>
    </vt:vector>
  </HeadingPairs>
  <TitlesOfParts>
    <vt:vector size="84" baseType="lpstr">
      <vt:lpstr>Arial</vt:lpstr>
      <vt:lpstr>Calibri</vt:lpstr>
      <vt:lpstr>Cambria Math</vt:lpstr>
      <vt:lpstr>Courier New</vt:lpstr>
      <vt:lpstr>Times New Roman</vt:lpstr>
      <vt:lpstr>Wingdings</vt:lpstr>
      <vt:lpstr>SystemX-PPT2014-16-9_Template-v3</vt:lpstr>
      <vt:lpstr>Conception personnalisée</vt:lpstr>
      <vt:lpstr>1_SystemX-PPT2014-16-9_Template-v3</vt:lpstr>
      <vt:lpstr>Visio.Drawing.11</vt:lpstr>
      <vt:lpstr>Présentation PowerPoint</vt:lpstr>
      <vt:lpstr>Agenda</vt:lpstr>
      <vt:lpstr>Agenda</vt:lpstr>
      <vt:lpstr>Présentation PowerPoint</vt:lpstr>
      <vt:lpstr>Introduction</vt:lpstr>
      <vt:lpstr>Context</vt:lpstr>
      <vt:lpstr>“Smart” Services Examples</vt:lpstr>
      <vt:lpstr>Several Wireless Networks </vt:lpstr>
      <vt:lpstr>Présentation PowerPoint</vt:lpstr>
      <vt:lpstr>Wireless Technologies</vt:lpstr>
      <vt:lpstr>Wireless Technologies</vt:lpstr>
      <vt:lpstr>Wireless Personal Area Networks WPAN</vt:lpstr>
      <vt:lpstr>WPAN Network examples </vt:lpstr>
      <vt:lpstr>Wireless Local Area Networks WLAN</vt:lpstr>
      <vt:lpstr>Wireless Metropolitan Area Networks WMAN</vt:lpstr>
      <vt:lpstr>WiMAX</vt:lpstr>
      <vt:lpstr>Wireless Wide Area Networks WWAN</vt:lpstr>
      <vt:lpstr>WWAN</vt:lpstr>
      <vt:lpstr>Communication Modes of Wireless Networks</vt:lpstr>
      <vt:lpstr>Service Set Identifier (SSID)</vt:lpstr>
      <vt:lpstr>Wireless Networks Classification</vt:lpstr>
      <vt:lpstr>Wireless links : Signal propagation</vt:lpstr>
      <vt:lpstr>Wireless links : Interference and Path Loss</vt:lpstr>
      <vt:lpstr>Wireless links : Interference and Path Loss</vt:lpstr>
      <vt:lpstr>Wireless links: Some Properties</vt:lpstr>
      <vt:lpstr>Overview of the wireless technologies characteristics</vt:lpstr>
      <vt:lpstr>Présentation PowerPoint</vt:lpstr>
      <vt:lpstr>The IEEE 802.11 Standard and the OSI Reference Model</vt:lpstr>
      <vt:lpstr>The 802.11 Frame</vt:lpstr>
      <vt:lpstr>The 802.11 Frame</vt:lpstr>
      <vt:lpstr>Network Architecture</vt:lpstr>
      <vt:lpstr>Network association</vt:lpstr>
      <vt:lpstr>802.11 Media Access</vt:lpstr>
      <vt:lpstr>Acknowledgement</vt:lpstr>
      <vt:lpstr>CSMA/CA</vt:lpstr>
      <vt:lpstr>CSMA/CA diagram</vt:lpstr>
      <vt:lpstr>Hidden Terminals Problem</vt:lpstr>
      <vt:lpstr>Security</vt:lpstr>
      <vt:lpstr>Présentation PowerPoint</vt:lpstr>
      <vt:lpstr>Cellular Networks vs 802.11 Networks</vt:lpstr>
      <vt:lpstr>Cellular Network Evolution</vt:lpstr>
      <vt:lpstr>GSM</vt:lpstr>
      <vt:lpstr>Sources</vt:lpstr>
      <vt:lpstr>Présentation PowerPoint</vt:lpstr>
      <vt:lpstr>V2X (Vehicle-to-Everything): Background and services</vt:lpstr>
      <vt:lpstr>V2X (Vehicle-to-Everything) Communication Types</vt:lpstr>
      <vt:lpstr>Performance Indicators of Communication Technologies</vt:lpstr>
      <vt:lpstr>Agenda</vt:lpstr>
      <vt:lpstr>The  802.11P standard</vt:lpstr>
      <vt:lpstr>IEEE 802.11P, DSRC and ITS-G5</vt:lpstr>
      <vt:lpstr>Frequency Bands</vt:lpstr>
      <vt:lpstr>IEEE 802.11P/ITSG5</vt:lpstr>
      <vt:lpstr>ITS-G5 : Congestion problems</vt:lpstr>
      <vt:lpstr>The Decentralized Congestion Control Mecanims (DCC)</vt:lpstr>
      <vt:lpstr>Congestion Problems in dense scenarios</vt:lpstr>
      <vt:lpstr>IEEE 802.11 Next Generation V2X</vt:lpstr>
      <vt:lpstr>Cellular Technology for V2X Communications</vt:lpstr>
      <vt:lpstr>LTE-V2X Communication interfaces</vt:lpstr>
      <vt:lpstr>LTEV2X communication modes</vt:lpstr>
      <vt:lpstr>3GPP V2X Standardization Timeline </vt:lpstr>
      <vt:lpstr>3GPP V2X Standardization Timeline </vt:lpstr>
      <vt:lpstr>Présentation PowerPoint</vt:lpstr>
      <vt:lpstr>From LTE D2D to LTE V2V</vt:lpstr>
      <vt:lpstr>D2D scenarios in Rel12/Rel13</vt:lpstr>
      <vt:lpstr>From LTE D2D to LTE V2V</vt:lpstr>
      <vt:lpstr>From LTE D2D to LTE V2V</vt:lpstr>
      <vt:lpstr>C-V2X Phase 2 (NR-V2X, Release 15)</vt:lpstr>
      <vt:lpstr>C-V2X Phase 2 (NR-V2X, Release 16)</vt:lpstr>
      <vt:lpstr>Présentation PowerPoint</vt:lpstr>
      <vt:lpstr>3GPP C-V2X Use Cases </vt:lpstr>
      <vt:lpstr>LTE V2X Service Requirements</vt:lpstr>
      <vt:lpstr>Comparison of Rel14/Rel15/Rel16</vt:lpstr>
      <vt:lpstr>Comparison of V2X Access Technologies</vt:lpstr>
      <vt:lpstr>Présentation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IRT SystemX</dc:title>
  <dc:creator>EPP</dc:creator>
  <cp:lastModifiedBy>Ines BEN JEMAA</cp:lastModifiedBy>
  <cp:revision>1041</cp:revision>
  <cp:lastPrinted>2011-11-08T17:22:03Z</cp:lastPrinted>
  <dcterms:created xsi:type="dcterms:W3CDTF">2011-01-25T18:13:50Z</dcterms:created>
  <dcterms:modified xsi:type="dcterms:W3CDTF">2026-01-06T15:13:56Z</dcterms:modified>
</cp:coreProperties>
</file>