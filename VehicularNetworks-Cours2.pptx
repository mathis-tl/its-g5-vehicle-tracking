
<file path=[Content_Types].xml><?xml version="1.0" encoding="utf-8"?>
<Types xmlns="http://schemas.openxmlformats.org/package/2006/content-types">
  <Default Extension="emf" ContentType="image/x-emf"/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4329" r:id="rId1"/>
    <p:sldMasterId id="2147484318" r:id="rId2"/>
    <p:sldMasterId id="2147485053" r:id="rId3"/>
  </p:sldMasterIdLst>
  <p:notesMasterIdLst>
    <p:notesMasterId r:id="rId29"/>
  </p:notesMasterIdLst>
  <p:handoutMasterIdLst>
    <p:handoutMasterId r:id="rId30"/>
  </p:handoutMasterIdLst>
  <p:sldIdLst>
    <p:sldId id="398" r:id="rId4"/>
    <p:sldId id="464" r:id="rId5"/>
    <p:sldId id="401" r:id="rId6"/>
    <p:sldId id="403" r:id="rId7"/>
    <p:sldId id="603" r:id="rId8"/>
    <p:sldId id="604" r:id="rId9"/>
    <p:sldId id="605" r:id="rId10"/>
    <p:sldId id="606" r:id="rId11"/>
    <p:sldId id="607" r:id="rId12"/>
    <p:sldId id="467" r:id="rId13"/>
    <p:sldId id="473" r:id="rId14"/>
    <p:sldId id="521" r:id="rId15"/>
    <p:sldId id="404" r:id="rId16"/>
    <p:sldId id="616" r:id="rId17"/>
    <p:sldId id="470" r:id="rId18"/>
    <p:sldId id="405" r:id="rId19"/>
    <p:sldId id="579" r:id="rId20"/>
    <p:sldId id="471" r:id="rId21"/>
    <p:sldId id="427" r:id="rId22"/>
    <p:sldId id="472" r:id="rId23"/>
    <p:sldId id="469" r:id="rId24"/>
    <p:sldId id="530" r:id="rId25"/>
    <p:sldId id="617" r:id="rId26"/>
    <p:sldId id="618" r:id="rId27"/>
    <p:sldId id="619" r:id="rId28"/>
  </p:sldIdLst>
  <p:sldSz cx="9144000" cy="5143500" type="screen16x9"/>
  <p:notesSz cx="6877050" cy="10001250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DDF"/>
    <a:srgbClr val="F15A24"/>
    <a:srgbClr val="D64620"/>
    <a:srgbClr val="99A1DB"/>
    <a:srgbClr val="FF66FF"/>
    <a:srgbClr val="FF33CC"/>
    <a:srgbClr val="E28C00"/>
    <a:srgbClr val="0068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Style moyen 1 - Accentuation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5758FB7-9AC5-4552-8A53-C91805E547FA}" styleName="Style à thème 1 - Accentuation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27F97BB-C833-4FB7-BDE5-3F7075034690}" styleName="Style à thème 2 - Accentuation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58" autoAdjust="0"/>
    <p:restoredTop sz="94694"/>
  </p:normalViewPr>
  <p:slideViewPr>
    <p:cSldViewPr>
      <p:cViewPr varScale="1">
        <p:scale>
          <a:sx n="93" d="100"/>
          <a:sy n="93" d="100"/>
        </p:scale>
        <p:origin x="708" y="5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9738" cy="5000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95725" y="0"/>
            <a:ext cx="2979738" cy="50006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cs typeface="Arial" charset="0"/>
              </a:defRPr>
            </a:lvl1pPr>
          </a:lstStyle>
          <a:p>
            <a:pPr>
              <a:defRPr/>
            </a:pPr>
            <a:fld id="{8B8D4127-CCD6-7D43-9D6C-86E35BD3B1BA}" type="datetimeFigureOut">
              <a:rPr lang="fr-FR"/>
              <a:pPr>
                <a:defRPr/>
              </a:pPr>
              <a:t>04/01/2026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9499600"/>
            <a:ext cx="2979738" cy="500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ea typeface="ＭＳ Ｐゴシック" charset="0"/>
                <a:cs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95725" y="9499600"/>
            <a:ext cx="2979738" cy="50006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cs typeface="Arial" charset="0"/>
              </a:defRPr>
            </a:lvl1pPr>
          </a:lstStyle>
          <a:p>
            <a:pPr>
              <a:defRPr/>
            </a:pPr>
            <a:fld id="{D128723E-0494-D240-A1D9-248005A367D7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684030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9738" cy="501650"/>
          </a:xfrm>
          <a:prstGeom prst="rect">
            <a:avLst/>
          </a:prstGeom>
        </p:spPr>
        <p:txBody>
          <a:bodyPr vert="horz" lIns="92285" tIns="46143" rIns="92285" bIns="46143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95725" y="0"/>
            <a:ext cx="2979738" cy="501650"/>
          </a:xfrm>
          <a:prstGeom prst="rect">
            <a:avLst/>
          </a:prstGeom>
        </p:spPr>
        <p:txBody>
          <a:bodyPr vert="horz" wrap="square" lIns="92285" tIns="46143" rIns="92285" bIns="46143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charset="0"/>
                <a:cs typeface="Arial" charset="0"/>
              </a:defRPr>
            </a:lvl1pPr>
          </a:lstStyle>
          <a:p>
            <a:pPr>
              <a:defRPr/>
            </a:pPr>
            <a:fld id="{2143A742-95F1-1447-B0C0-9B2B840B0BB9}" type="datetimeFigureOut">
              <a:rPr lang="fr-FR"/>
              <a:pPr>
                <a:defRPr/>
              </a:pPr>
              <a:t>04/01/2026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04775" y="750888"/>
            <a:ext cx="6667500" cy="37512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285" tIns="46143" rIns="92285" bIns="46143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7388" y="4749800"/>
            <a:ext cx="5502275" cy="4500563"/>
          </a:xfrm>
          <a:prstGeom prst="rect">
            <a:avLst/>
          </a:prstGeom>
        </p:spPr>
        <p:txBody>
          <a:bodyPr vert="horz" wrap="square" lIns="92285" tIns="46143" rIns="92285" bIns="46143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498013"/>
            <a:ext cx="2979738" cy="501650"/>
          </a:xfrm>
          <a:prstGeom prst="rect">
            <a:avLst/>
          </a:prstGeom>
        </p:spPr>
        <p:txBody>
          <a:bodyPr vert="horz" lIns="92285" tIns="46143" rIns="92285" bIns="46143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95725" y="9498013"/>
            <a:ext cx="2979738" cy="501650"/>
          </a:xfrm>
          <a:prstGeom prst="rect">
            <a:avLst/>
          </a:prstGeom>
        </p:spPr>
        <p:txBody>
          <a:bodyPr vert="horz" wrap="square" lIns="92285" tIns="46143" rIns="92285" bIns="46143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charset="0"/>
                <a:cs typeface="Arial" charset="0"/>
              </a:defRPr>
            </a:lvl1pPr>
          </a:lstStyle>
          <a:p>
            <a:pPr>
              <a:defRPr/>
            </a:pPr>
            <a:fld id="{615AF83F-4E6C-E445-87FE-B625EBA02876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526971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C:\Users\ines.ben-jemaa\Documents\TAM\Livrables\L5.1\TracesRoulage25052023Corrigees_2023-06-14\Session du 2023-05-25 </a:t>
            </a:r>
            <a:r>
              <a:rPr lang="en-US" dirty="0" err="1"/>
              <a:t>corrigée</a:t>
            </a:r>
            <a:r>
              <a:rPr lang="en-US" dirty="0"/>
              <a:t>\2023-05-25-14_48_44_EF_bundle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15AF83F-4E6C-E445-87FE-B625EBA02876}" type="slidenum">
              <a:rPr lang="fr-FR" smtClean="0"/>
              <a:pPr>
                <a:defRPr/>
              </a:pPr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52528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4775" y="760413"/>
            <a:ext cx="6665913" cy="37496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8646DBF2-6FFF-40FD-AC77-B8D151F0F2F5}" type="slidenum">
              <a:rPr lang="en-US" sz="1400" spc="-1" smtClean="0">
                <a:solidFill>
                  <a:prstClr val="black"/>
                </a:solidFill>
                <a:latin typeface="Times New Roman"/>
              </a:rPr>
              <a:pPr algn="r"/>
              <a:t>24</a:t>
            </a:fld>
            <a:endParaRPr lang="en-US" sz="1400" spc="-1">
              <a:solidFill>
                <a:prstClr val="black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36248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67500" cy="3751262"/>
          </a:xfrm>
          <a:prstGeom prst="rect">
            <a:avLst/>
          </a:prstGeom>
        </p:spPr>
      </p:sp>
      <p:sp>
        <p:nvSpPr>
          <p:cNvPr id="608" name="PlaceHolder 2"/>
          <p:cNvSpPr>
            <a:spLocks noGrp="1"/>
          </p:cNvSpPr>
          <p:nvPr>
            <p:ph type="body"/>
          </p:nvPr>
        </p:nvSpPr>
        <p:spPr>
          <a:xfrm>
            <a:off x="687240" y="4749840"/>
            <a:ext cx="5501880" cy="4500360"/>
          </a:xfrm>
          <a:prstGeom prst="rect">
            <a:avLst/>
          </a:prstGeom>
        </p:spPr>
        <p:txBody>
          <a:bodyPr lIns="92160" tIns="46080" rIns="92160" bIns="46080">
            <a:noAutofit/>
          </a:bodyPr>
          <a:lstStyle/>
          <a:p>
            <a:pPr marL="216000" indent="-216000">
              <a:lnSpc>
                <a:spcPct val="100000"/>
              </a:lnSpc>
            </a:pPr>
            <a:r>
              <a:rPr lang="fr-CA" sz="2000" b="0" strike="noStrike" spc="-1">
                <a:latin typeface="Arial"/>
              </a:rPr>
              <a:t>Les résultats de </a:t>
            </a:r>
            <a:r>
              <a:rPr lang="fr-CA" sz="2000" b="0" strike="noStrike" spc="-1" err="1">
                <a:latin typeface="Arial"/>
              </a:rPr>
              <a:t>detecteurs</a:t>
            </a:r>
            <a:r>
              <a:rPr lang="fr-CA" sz="2000" b="0" strike="noStrike" spc="-1">
                <a:latin typeface="Arial"/>
              </a:rPr>
              <a:t> </a:t>
            </a:r>
            <a:r>
              <a:rPr lang="fr-CA" sz="2000" b="0" strike="noStrike" spc="-1" err="1">
                <a:latin typeface="Arial"/>
              </a:rPr>
              <a:t>legacycheck</a:t>
            </a:r>
            <a:r>
              <a:rPr lang="fr-CA" sz="2000" b="0" strike="noStrike" spc="-1">
                <a:latin typeface="Arial"/>
              </a:rPr>
              <a:t> sont bien binaires.</a:t>
            </a:r>
            <a:endParaRPr lang="en-US" sz="20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</a:pPr>
            <a:r>
              <a:rPr lang="fr-CA" sz="2000" b="0" strike="noStrike" spc="-1">
                <a:latin typeface="Arial"/>
              </a:rPr>
              <a:t>Changer</a:t>
            </a:r>
            <a:endParaRPr lang="en-US" sz="1200" b="0" strike="noStrike" spc="-1">
              <a:latin typeface="Arial"/>
            </a:endParaRPr>
          </a:p>
        </p:txBody>
      </p:sp>
      <p:sp>
        <p:nvSpPr>
          <p:cNvPr id="609" name="TextShape 3"/>
          <p:cNvSpPr txBox="1"/>
          <p:nvPr/>
        </p:nvSpPr>
        <p:spPr>
          <a:xfrm>
            <a:off x="3895560" y="9497880"/>
            <a:ext cx="2979360" cy="501120"/>
          </a:xfrm>
          <a:prstGeom prst="rect">
            <a:avLst/>
          </a:prstGeom>
          <a:noFill/>
          <a:ln w="0">
            <a:noFill/>
          </a:ln>
        </p:spPr>
        <p:txBody>
          <a:bodyPr lIns="92160" tIns="46080" rIns="92160" bIns="46080" anchor="b">
            <a:noAutofit/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</a:pPr>
            <a:fld id="{0BEAE81C-90E0-4962-8A3C-96D6CD46721D}" type="slidenum">
              <a:rPr lang="fr-FR" sz="1200" spc="-1">
                <a:solidFill>
                  <a:prstClr val="black"/>
                </a:solidFill>
                <a:latin typeface="Calibri"/>
              </a:rPr>
              <a:pPr algn="r" eaLnBrk="1" fontAlgn="auto" hangingPunct="1">
                <a:spcBef>
                  <a:spcPts val="0"/>
                </a:spcBef>
                <a:spcAft>
                  <a:spcPts val="0"/>
                </a:spcAft>
              </a:pPr>
              <a:t>25</a:t>
            </a:fld>
            <a:endParaRPr lang="en-US" sz="1200" spc="-1">
              <a:solidFill>
                <a:prstClr val="black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590500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tiff"/><Relationship Id="rId13" Type="http://schemas.openxmlformats.org/officeDocument/2006/relationships/image" Target="../media/image15.jpeg"/><Relationship Id="rId3" Type="http://schemas.openxmlformats.org/officeDocument/2006/relationships/image" Target="../media/image5.tiff"/><Relationship Id="rId7" Type="http://schemas.openxmlformats.org/officeDocument/2006/relationships/image" Target="../media/image9.png"/><Relationship Id="rId12" Type="http://schemas.openxmlformats.org/officeDocument/2006/relationships/image" Target="../media/image14.tiff"/><Relationship Id="rId2" Type="http://schemas.openxmlformats.org/officeDocument/2006/relationships/image" Target="../media/image4.png"/><Relationship Id="rId16" Type="http://schemas.openxmlformats.org/officeDocument/2006/relationships/image" Target="../media/image18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png"/><Relationship Id="rId11" Type="http://schemas.openxmlformats.org/officeDocument/2006/relationships/image" Target="../media/image13.tiff"/><Relationship Id="rId5" Type="http://schemas.openxmlformats.org/officeDocument/2006/relationships/image" Target="../media/image7.tiff"/><Relationship Id="rId15" Type="http://schemas.openxmlformats.org/officeDocument/2006/relationships/image" Target="../media/image17.png"/><Relationship Id="rId10" Type="http://schemas.openxmlformats.org/officeDocument/2006/relationships/image" Target="../media/image12.tiff"/><Relationship Id="rId4" Type="http://schemas.openxmlformats.org/officeDocument/2006/relationships/image" Target="../media/image6.tiff"/><Relationship Id="rId9" Type="http://schemas.openxmlformats.org/officeDocument/2006/relationships/image" Target="../media/image11.png"/><Relationship Id="rId14" Type="http://schemas.openxmlformats.org/officeDocument/2006/relationships/image" Target="../media/image16.jpe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683568" y="2841780"/>
            <a:ext cx="7776864" cy="13873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2627784" y="4927959"/>
            <a:ext cx="792088" cy="215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rgbClr val="4E4E4E"/>
                </a:solidFill>
                <a:latin typeface="+mn-lt"/>
              </a:defRPr>
            </a:lvl1pPr>
          </a:lstStyle>
          <a:p>
            <a:fld id="{3DC734A8-2269-3D45-9502-7EEB83BE1B5E}" type="datetimeFigureOut">
              <a:rPr lang="fr-FR" smtClean="0"/>
              <a:pPr/>
              <a:t>04/01/2026</a:t>
            </a:fld>
            <a:endParaRPr lang="fr-FR" dirty="0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419872" y="4927957"/>
            <a:ext cx="4623460" cy="2155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4E4E4E"/>
                </a:solidFill>
                <a:latin typeface="+mn-lt"/>
              </a:defRPr>
            </a:lvl1pPr>
          </a:lstStyle>
          <a:p>
            <a:endParaRPr lang="fr-FR" dirty="0"/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043334" y="4927958"/>
            <a:ext cx="829251" cy="216000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>
                <a:solidFill>
                  <a:srgbClr val="4E4E4E"/>
                </a:solidFill>
              </a:defRPr>
            </a:lvl1pPr>
          </a:lstStyle>
          <a:p>
            <a:fld id="{7F86108E-6173-CC4E-81D1-D6419E4934EE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59644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39752" y="284400"/>
            <a:ext cx="6264696" cy="324036"/>
          </a:xfrm>
        </p:spPr>
        <p:txBody>
          <a:bodyPr/>
          <a:lstStyle/>
          <a:p>
            <a:r>
              <a:rPr lang="fr-FR"/>
              <a:t>Cliquez et modifiez le titre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331640" y="1275605"/>
            <a:ext cx="7272808" cy="331901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13" name="Espace réservé du texte 12"/>
          <p:cNvSpPr>
            <a:spLocks noGrp="1"/>
          </p:cNvSpPr>
          <p:nvPr>
            <p:ph type="body" sz="quarter" idx="11"/>
          </p:nvPr>
        </p:nvSpPr>
        <p:spPr>
          <a:xfrm>
            <a:off x="2339752" y="843558"/>
            <a:ext cx="6264696" cy="432048"/>
          </a:xfrm>
        </p:spPr>
        <p:txBody>
          <a:bodyPr tIns="36000" rIns="36000"/>
          <a:lstStyle>
            <a:lvl1pPr marL="0" indent="0" algn="r">
              <a:buFontTx/>
              <a:buNone/>
              <a:defRPr sz="1400">
                <a:solidFill>
                  <a:schemeClr val="accent2"/>
                </a:solidFill>
              </a:defRPr>
            </a:lvl1pPr>
            <a:lvl5pPr marL="72000" indent="0" algn="r">
              <a:spcBef>
                <a:spcPts val="20"/>
              </a:spcBef>
              <a:buFontTx/>
              <a:buNone/>
              <a:defRPr sz="1400">
                <a:solidFill>
                  <a:schemeClr val="accent2"/>
                </a:solidFill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6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2627784" y="4927959"/>
            <a:ext cx="792088" cy="215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rgbClr val="4E4E4E"/>
                </a:solidFill>
                <a:latin typeface="+mn-lt"/>
              </a:defRPr>
            </a:lvl1pPr>
          </a:lstStyle>
          <a:p>
            <a:fld id="{3DC734A8-2269-3D45-9502-7EEB83BE1B5E}" type="datetimeFigureOut">
              <a:rPr lang="fr-FR" smtClean="0"/>
              <a:pPr/>
              <a:t>04/01/2026</a:t>
            </a:fld>
            <a:endParaRPr lang="fr-FR" dirty="0"/>
          </a:p>
        </p:txBody>
      </p:sp>
      <p:sp>
        <p:nvSpPr>
          <p:cNvPr id="7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419872" y="4927957"/>
            <a:ext cx="4623460" cy="2155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4E4E4E"/>
                </a:solidFill>
                <a:latin typeface="+mn-lt"/>
              </a:defRPr>
            </a:lvl1pPr>
          </a:lstStyle>
          <a:p>
            <a:endParaRPr lang="fr-FR" dirty="0"/>
          </a:p>
        </p:txBody>
      </p:sp>
      <p:sp>
        <p:nvSpPr>
          <p:cNvPr id="8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043334" y="4927958"/>
            <a:ext cx="829251" cy="216000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>
                <a:solidFill>
                  <a:srgbClr val="4E4E4E"/>
                </a:solidFill>
              </a:defRPr>
            </a:lvl1pPr>
          </a:lstStyle>
          <a:p>
            <a:fld id="{7F86108E-6173-CC4E-81D1-D6419E4934EE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50758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2627784" y="4927959"/>
            <a:ext cx="792088" cy="215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rgbClr val="4E4E4E"/>
                </a:solidFill>
                <a:latin typeface="+mn-lt"/>
              </a:defRPr>
            </a:lvl1pPr>
          </a:lstStyle>
          <a:p>
            <a:fld id="{3DC734A8-2269-3D45-9502-7EEB83BE1B5E}" type="datetimeFigureOut">
              <a:rPr lang="fr-FR" smtClean="0"/>
              <a:pPr/>
              <a:t>04/01/2026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419872" y="4927957"/>
            <a:ext cx="4623460" cy="2155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4E4E4E"/>
                </a:solidFill>
                <a:latin typeface="+mn-lt"/>
              </a:defRPr>
            </a:lvl1pPr>
          </a:lstStyle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043334" y="4927958"/>
            <a:ext cx="829251" cy="216000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>
                <a:solidFill>
                  <a:srgbClr val="4E4E4E"/>
                </a:solidFill>
              </a:defRPr>
            </a:lvl1pPr>
          </a:lstStyle>
          <a:p>
            <a:fld id="{7F86108E-6173-CC4E-81D1-D6419E4934EE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298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2627784" y="4927959"/>
            <a:ext cx="792088" cy="215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rgbClr val="4E4E4E"/>
                </a:solidFill>
                <a:latin typeface="+mn-lt"/>
              </a:defRPr>
            </a:lvl1pPr>
          </a:lstStyle>
          <a:p>
            <a:fld id="{3DC734A8-2269-3D45-9502-7EEB83BE1B5E}" type="datetimeFigureOut">
              <a:rPr lang="fr-FR" smtClean="0"/>
              <a:pPr/>
              <a:t>04/01/2026</a:t>
            </a:fld>
            <a:endParaRPr lang="fr-FR" dirty="0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419872" y="4927957"/>
            <a:ext cx="4623460" cy="2155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4E4E4E"/>
                </a:solidFill>
                <a:latin typeface="+mn-lt"/>
              </a:defRPr>
            </a:lvl1pPr>
          </a:lstStyle>
          <a:p>
            <a:endParaRPr lang="fr-FR" dirty="0"/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043334" y="4927958"/>
            <a:ext cx="829251" cy="216000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>
                <a:solidFill>
                  <a:srgbClr val="4E4E4E"/>
                </a:solidFill>
              </a:defRPr>
            </a:lvl1pPr>
          </a:lstStyle>
          <a:p>
            <a:fld id="{7F86108E-6173-CC4E-81D1-D6419E4934EE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46499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2627784" y="4927959"/>
            <a:ext cx="792088" cy="215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rgbClr val="4E4E4E"/>
                </a:solidFill>
                <a:latin typeface="+mn-lt"/>
              </a:defRPr>
            </a:lvl1pPr>
          </a:lstStyle>
          <a:p>
            <a:fld id="{3DC734A8-2269-3D45-9502-7EEB83BE1B5E}" type="datetimeFigureOut">
              <a:rPr lang="fr-FR" smtClean="0"/>
              <a:pPr/>
              <a:t>04/01/2026</a:t>
            </a:fld>
            <a:endParaRPr lang="fr-FR" dirty="0"/>
          </a:p>
        </p:txBody>
      </p:sp>
      <p:sp>
        <p:nvSpPr>
          <p:cNvPr id="7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419872" y="4927957"/>
            <a:ext cx="4623460" cy="2155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4E4E4E"/>
                </a:solidFill>
                <a:latin typeface="+mn-lt"/>
              </a:defRPr>
            </a:lvl1pPr>
          </a:lstStyle>
          <a:p>
            <a:endParaRPr lang="fr-FR" dirty="0"/>
          </a:p>
        </p:txBody>
      </p:sp>
      <p:sp>
        <p:nvSpPr>
          <p:cNvPr id="8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043334" y="4927958"/>
            <a:ext cx="829251" cy="216000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>
                <a:solidFill>
                  <a:srgbClr val="4E4E4E"/>
                </a:solidFill>
              </a:defRPr>
            </a:lvl1pPr>
          </a:lstStyle>
          <a:p>
            <a:fld id="{7F86108E-6173-CC4E-81D1-D6419E4934EE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48812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0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2627784" y="4927959"/>
            <a:ext cx="792088" cy="215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rgbClr val="4E4E4E"/>
                </a:solidFill>
                <a:latin typeface="+mn-lt"/>
              </a:defRPr>
            </a:lvl1pPr>
          </a:lstStyle>
          <a:p>
            <a:fld id="{3DC734A8-2269-3D45-9502-7EEB83BE1B5E}" type="datetimeFigureOut">
              <a:rPr lang="fr-FR" smtClean="0"/>
              <a:pPr/>
              <a:t>04/01/2026</a:t>
            </a:fld>
            <a:endParaRPr lang="fr-FR" dirty="0"/>
          </a:p>
        </p:txBody>
      </p:sp>
      <p:sp>
        <p:nvSpPr>
          <p:cNvPr id="11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3419872" y="4927957"/>
            <a:ext cx="4623460" cy="2155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4E4E4E"/>
                </a:solidFill>
                <a:latin typeface="+mn-lt"/>
              </a:defRPr>
            </a:lvl1pPr>
          </a:lstStyle>
          <a:p>
            <a:endParaRPr lang="fr-FR" dirty="0"/>
          </a:p>
        </p:txBody>
      </p:sp>
      <p:sp>
        <p:nvSpPr>
          <p:cNvPr id="12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043334" y="4927958"/>
            <a:ext cx="829251" cy="216000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>
                <a:solidFill>
                  <a:srgbClr val="4E4E4E"/>
                </a:solidFill>
              </a:defRPr>
            </a:lvl1pPr>
          </a:lstStyle>
          <a:p>
            <a:fld id="{7F86108E-6173-CC4E-81D1-D6419E4934EE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08627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6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2627784" y="4927959"/>
            <a:ext cx="792088" cy="215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rgbClr val="4E4E4E"/>
                </a:solidFill>
                <a:latin typeface="+mn-lt"/>
              </a:defRPr>
            </a:lvl1pPr>
          </a:lstStyle>
          <a:p>
            <a:fld id="{3DC734A8-2269-3D45-9502-7EEB83BE1B5E}" type="datetimeFigureOut">
              <a:rPr lang="fr-FR" smtClean="0"/>
              <a:pPr/>
              <a:t>04/01/2026</a:t>
            </a:fld>
            <a:endParaRPr lang="fr-FR" dirty="0"/>
          </a:p>
        </p:txBody>
      </p:sp>
      <p:sp>
        <p:nvSpPr>
          <p:cNvPr id="7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419872" y="4927957"/>
            <a:ext cx="4623460" cy="2155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4E4E4E"/>
                </a:solidFill>
                <a:latin typeface="+mn-lt"/>
              </a:defRPr>
            </a:lvl1pPr>
          </a:lstStyle>
          <a:p>
            <a:endParaRPr lang="fr-FR" dirty="0"/>
          </a:p>
        </p:txBody>
      </p:sp>
      <p:sp>
        <p:nvSpPr>
          <p:cNvPr id="8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043334" y="4927958"/>
            <a:ext cx="829251" cy="216000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>
                <a:solidFill>
                  <a:srgbClr val="4E4E4E"/>
                </a:solidFill>
              </a:defRPr>
            </a:lvl1pPr>
          </a:lstStyle>
          <a:p>
            <a:fld id="{7F86108E-6173-CC4E-81D1-D6419E4934EE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79893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2627784" y="4927959"/>
            <a:ext cx="792088" cy="215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rgbClr val="4E4E4E"/>
                </a:solidFill>
                <a:latin typeface="+mn-lt"/>
              </a:defRPr>
            </a:lvl1pPr>
          </a:lstStyle>
          <a:p>
            <a:fld id="{3DC734A8-2269-3D45-9502-7EEB83BE1B5E}" type="datetimeFigureOut">
              <a:rPr lang="fr-FR" smtClean="0"/>
              <a:pPr/>
              <a:t>04/01/2026</a:t>
            </a:fld>
            <a:endParaRPr lang="fr-FR" dirty="0"/>
          </a:p>
        </p:txBody>
      </p:sp>
      <p:sp>
        <p:nvSpPr>
          <p:cNvPr id="4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419872" y="4927957"/>
            <a:ext cx="4623460" cy="2155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4E4E4E"/>
                </a:solidFill>
                <a:latin typeface="+mn-lt"/>
              </a:defRPr>
            </a:lvl1pPr>
          </a:lstStyle>
          <a:p>
            <a:endParaRPr lang="fr-FR" dirty="0"/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043334" y="4927958"/>
            <a:ext cx="829251" cy="216000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>
                <a:solidFill>
                  <a:srgbClr val="4E4E4E"/>
                </a:solidFill>
              </a:defRPr>
            </a:lvl1pPr>
          </a:lstStyle>
          <a:p>
            <a:fld id="{7F86108E-6173-CC4E-81D1-D6419E4934EE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26311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1" y="1131590"/>
            <a:ext cx="3008313" cy="907542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fr-FR"/>
              <a:t>Cliquez et modifiez le titre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1131590"/>
            <a:ext cx="5111750" cy="346303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1" y="2085697"/>
            <a:ext cx="3008313" cy="250892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2627784" y="4927959"/>
            <a:ext cx="792088" cy="215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rgbClr val="4E4E4E"/>
                </a:solidFill>
                <a:latin typeface="+mn-lt"/>
              </a:defRPr>
            </a:lvl1pPr>
          </a:lstStyle>
          <a:p>
            <a:fld id="{3DC734A8-2269-3D45-9502-7EEB83BE1B5E}" type="datetimeFigureOut">
              <a:rPr lang="fr-FR" smtClean="0"/>
              <a:pPr/>
              <a:t>04/01/2026</a:t>
            </a:fld>
            <a:endParaRPr lang="fr-FR" dirty="0"/>
          </a:p>
        </p:txBody>
      </p:sp>
      <p:sp>
        <p:nvSpPr>
          <p:cNvPr id="7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419872" y="4927957"/>
            <a:ext cx="4623460" cy="2155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4E4E4E"/>
                </a:solidFill>
                <a:latin typeface="+mn-lt"/>
              </a:defRPr>
            </a:lvl1pPr>
          </a:lstStyle>
          <a:p>
            <a:endParaRPr lang="fr-FR" dirty="0"/>
          </a:p>
        </p:txBody>
      </p:sp>
      <p:sp>
        <p:nvSpPr>
          <p:cNvPr id="8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043334" y="4927958"/>
            <a:ext cx="829251" cy="216000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>
                <a:solidFill>
                  <a:srgbClr val="4E4E4E"/>
                </a:solidFill>
              </a:defRPr>
            </a:lvl1pPr>
          </a:lstStyle>
          <a:p>
            <a:fld id="{7F86108E-6173-CC4E-81D1-D6419E4934EE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6400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fr-FR"/>
              <a:t>Cliquez et modifiez le titre</a:t>
            </a:r>
            <a:endParaRPr lang="fr-FR" dirty="0"/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792288" y="789552"/>
            <a:ext cx="5486400" cy="2756129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fr-FR" noProof="0"/>
              <a:t>Faire glisser l'image vers l'espace réservé ou cliquer sur l'icône pour l'ajouter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2627784" y="4927959"/>
            <a:ext cx="792088" cy="215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rgbClr val="4E4E4E"/>
                </a:solidFill>
                <a:latin typeface="+mn-lt"/>
              </a:defRPr>
            </a:lvl1pPr>
          </a:lstStyle>
          <a:p>
            <a:fld id="{3DC734A8-2269-3D45-9502-7EEB83BE1B5E}" type="datetimeFigureOut">
              <a:rPr lang="fr-FR" smtClean="0"/>
              <a:pPr/>
              <a:t>04/01/2026</a:t>
            </a:fld>
            <a:endParaRPr lang="fr-FR" dirty="0"/>
          </a:p>
        </p:txBody>
      </p:sp>
      <p:sp>
        <p:nvSpPr>
          <p:cNvPr id="7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419872" y="4927957"/>
            <a:ext cx="4623460" cy="2155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4E4E4E"/>
                </a:solidFill>
                <a:latin typeface="+mn-lt"/>
              </a:defRPr>
            </a:lvl1pPr>
          </a:lstStyle>
          <a:p>
            <a:endParaRPr lang="fr-FR" dirty="0"/>
          </a:p>
        </p:txBody>
      </p:sp>
      <p:sp>
        <p:nvSpPr>
          <p:cNvPr id="8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043334" y="4927958"/>
            <a:ext cx="829251" cy="216000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>
                <a:solidFill>
                  <a:srgbClr val="4E4E4E"/>
                </a:solidFill>
              </a:defRPr>
            </a:lvl1pPr>
          </a:lstStyle>
          <a:p>
            <a:fld id="{7F86108E-6173-CC4E-81D1-D6419E4934EE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34672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contenu 5"/>
          <p:cNvSpPr>
            <a:spLocks noGrp="1"/>
          </p:cNvSpPr>
          <p:nvPr>
            <p:ph sz="quarter" idx="10"/>
          </p:nvPr>
        </p:nvSpPr>
        <p:spPr>
          <a:xfrm>
            <a:off x="1116012" y="2067694"/>
            <a:ext cx="7272411" cy="1008427"/>
          </a:xfrm>
          <a:prstGeom prst="rect">
            <a:avLst/>
          </a:prstGeom>
        </p:spPr>
        <p:txBody>
          <a:bodyPr vert="horz" bIns="36000" anchor="b" anchorCtr="0"/>
          <a:lstStyle>
            <a:lvl1pPr marL="0" indent="0">
              <a:lnSpc>
                <a:spcPts val="3400"/>
              </a:lnSpc>
              <a:buFontTx/>
              <a:buNone/>
              <a:defRPr sz="3600" b="1"/>
            </a:lvl1pPr>
          </a:lstStyle>
          <a:p>
            <a:endParaRPr lang="fr-FR" dirty="0"/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1"/>
          </p:nvPr>
        </p:nvSpPr>
        <p:spPr>
          <a:xfrm>
            <a:off x="1116014" y="3076122"/>
            <a:ext cx="7272337" cy="1295828"/>
          </a:xfrm>
          <a:prstGeom prst="rect">
            <a:avLst/>
          </a:prstGeom>
        </p:spPr>
        <p:txBody>
          <a:bodyPr vert="horz" tIns="36000"/>
          <a:lstStyle>
            <a:lvl1pPr marL="0" indent="0">
              <a:buFontTx/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2627784" y="4927959"/>
            <a:ext cx="792088" cy="215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rgbClr val="4E4E4E"/>
                </a:solidFill>
                <a:latin typeface="+mn-lt"/>
              </a:defRPr>
            </a:lvl1pPr>
          </a:lstStyle>
          <a:p>
            <a:fld id="{3DC734A8-2269-3D45-9502-7EEB83BE1B5E}" type="datetimeFigureOut">
              <a:rPr lang="fr-FR" smtClean="0"/>
              <a:pPr/>
              <a:t>04/01/2026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419872" y="4927957"/>
            <a:ext cx="4623460" cy="2155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4E4E4E"/>
                </a:solidFill>
                <a:latin typeface="+mn-lt"/>
              </a:defRPr>
            </a:lvl1pPr>
          </a:lstStyle>
          <a:p>
            <a:endParaRPr lang="fr-FR" dirty="0"/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043334" y="4927958"/>
            <a:ext cx="829251" cy="216000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>
                <a:solidFill>
                  <a:srgbClr val="4E4E4E"/>
                </a:solidFill>
              </a:defRPr>
            </a:lvl1pPr>
          </a:lstStyle>
          <a:p>
            <a:fld id="{7F86108E-6173-CC4E-81D1-D6419E4934EE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60074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contenu 5"/>
          <p:cNvSpPr>
            <a:spLocks noGrp="1"/>
          </p:cNvSpPr>
          <p:nvPr>
            <p:ph sz="quarter" idx="10"/>
          </p:nvPr>
        </p:nvSpPr>
        <p:spPr>
          <a:xfrm>
            <a:off x="107504" y="2067695"/>
            <a:ext cx="8928992" cy="648072"/>
          </a:xfrm>
          <a:prstGeom prst="rect">
            <a:avLst/>
          </a:prstGeom>
        </p:spPr>
        <p:txBody>
          <a:bodyPr vert="horz" bIns="36000" anchor="b" anchorCtr="0"/>
          <a:lstStyle>
            <a:lvl1pPr marL="0" indent="0" algn="ctr">
              <a:lnSpc>
                <a:spcPts val="3400"/>
              </a:lnSpc>
              <a:buFontTx/>
              <a:buNone/>
              <a:defRPr sz="3600" b="1"/>
            </a:lvl1pPr>
          </a:lstStyle>
          <a:p>
            <a:endParaRPr lang="fr-FR" dirty="0"/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1"/>
          </p:nvPr>
        </p:nvSpPr>
        <p:spPr>
          <a:xfrm>
            <a:off x="107504" y="2715766"/>
            <a:ext cx="8928992" cy="432048"/>
          </a:xfrm>
          <a:prstGeom prst="rect">
            <a:avLst/>
          </a:prstGeom>
        </p:spPr>
        <p:txBody>
          <a:bodyPr vert="horz" tIns="36000"/>
          <a:lstStyle>
            <a:lvl1pPr marL="0" indent="0" algn="ctr">
              <a:buFontTx/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2627784" y="4927959"/>
            <a:ext cx="792088" cy="215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rgbClr val="4E4E4E"/>
                </a:solidFill>
                <a:latin typeface="+mn-lt"/>
              </a:defRPr>
            </a:lvl1pPr>
          </a:lstStyle>
          <a:p>
            <a:fld id="{3DC734A8-2269-3D45-9502-7EEB83BE1B5E}" type="datetimeFigureOut">
              <a:rPr lang="fr-FR" smtClean="0"/>
              <a:pPr/>
              <a:t>04/01/2026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419872" y="4927957"/>
            <a:ext cx="4623460" cy="2155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4E4E4E"/>
                </a:solidFill>
                <a:latin typeface="+mn-lt"/>
              </a:defRPr>
            </a:lvl1pPr>
          </a:lstStyle>
          <a:p>
            <a:endParaRPr lang="fr-FR" dirty="0"/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043334" y="4927958"/>
            <a:ext cx="829251" cy="216000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>
                <a:solidFill>
                  <a:srgbClr val="4E4E4E"/>
                </a:solidFill>
              </a:defRPr>
            </a:lvl1pPr>
          </a:lstStyle>
          <a:p>
            <a:fld id="{7F86108E-6173-CC4E-81D1-D6419E4934EE}" type="slidenum">
              <a:rPr lang="fr-FR" smtClean="0"/>
              <a:pPr/>
              <a:t>‹N°›</a:t>
            </a:fld>
            <a:endParaRPr lang="fr-FR" dirty="0"/>
          </a:p>
        </p:txBody>
      </p:sp>
      <p:cxnSp>
        <p:nvCxnSpPr>
          <p:cNvPr id="8" name="Connecteur droit 7"/>
          <p:cNvCxnSpPr/>
          <p:nvPr userDrawn="1"/>
        </p:nvCxnSpPr>
        <p:spPr>
          <a:xfrm>
            <a:off x="179512" y="4299942"/>
            <a:ext cx="8784976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Image 10" descr="Capture_signatureWeb_Reseaux.png">
            <a:extLst>
              <a:ext uri="{FF2B5EF4-FFF2-40B4-BE49-F238E27FC236}">
                <a16:creationId xmlns:a16="http://schemas.microsoft.com/office/drawing/2014/main" id="{FAC861A4-C8AD-44CB-A860-37A74E515A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75856" y="3613934"/>
            <a:ext cx="2653998" cy="541992"/>
          </a:xfrm>
          <a:prstGeom prst="rect">
            <a:avLst/>
          </a:prstGeom>
        </p:spPr>
      </p:pic>
      <p:grpSp>
        <p:nvGrpSpPr>
          <p:cNvPr id="31" name="Groupe 30">
            <a:extLst>
              <a:ext uri="{FF2B5EF4-FFF2-40B4-BE49-F238E27FC236}">
                <a16:creationId xmlns:a16="http://schemas.microsoft.com/office/drawing/2014/main" id="{D34BADA2-5B94-4F60-A6AD-C23DE88E6BC5}"/>
              </a:ext>
            </a:extLst>
          </p:cNvPr>
          <p:cNvGrpSpPr/>
          <p:nvPr userDrawn="1"/>
        </p:nvGrpSpPr>
        <p:grpSpPr>
          <a:xfrm>
            <a:off x="5130510" y="4528399"/>
            <a:ext cx="2105786" cy="226593"/>
            <a:chOff x="3288916" y="4638295"/>
            <a:chExt cx="2955058" cy="317979"/>
          </a:xfrm>
        </p:grpSpPr>
        <p:pic>
          <p:nvPicPr>
            <p:cNvPr id="32" name="Image 31">
              <a:extLst>
                <a:ext uri="{FF2B5EF4-FFF2-40B4-BE49-F238E27FC236}">
                  <a16:creationId xmlns:a16="http://schemas.microsoft.com/office/drawing/2014/main" id="{601F6743-36F9-443D-A1EE-20D0E38C3E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716016" y="4682472"/>
              <a:ext cx="749090" cy="273802"/>
            </a:xfrm>
            <a:prstGeom prst="rect">
              <a:avLst/>
            </a:prstGeom>
          </p:spPr>
        </p:pic>
        <p:pic>
          <p:nvPicPr>
            <p:cNvPr id="33" name="Image 32">
              <a:extLst>
                <a:ext uri="{FF2B5EF4-FFF2-40B4-BE49-F238E27FC236}">
                  <a16:creationId xmlns:a16="http://schemas.microsoft.com/office/drawing/2014/main" id="{3A8DE666-6D8B-4040-B25C-1A64526C19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692874" y="4692314"/>
              <a:ext cx="551100" cy="185605"/>
            </a:xfrm>
            <a:prstGeom prst="rect">
              <a:avLst/>
            </a:prstGeom>
          </p:spPr>
        </p:pic>
        <p:pic>
          <p:nvPicPr>
            <p:cNvPr id="34" name="Image 33">
              <a:extLst>
                <a:ext uri="{FF2B5EF4-FFF2-40B4-BE49-F238E27FC236}">
                  <a16:creationId xmlns:a16="http://schemas.microsoft.com/office/drawing/2014/main" id="{263BBA74-B18D-404B-8446-13E017B1CFB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894466" y="4648626"/>
              <a:ext cx="599945" cy="264680"/>
            </a:xfrm>
            <a:prstGeom prst="rect">
              <a:avLst/>
            </a:prstGeom>
          </p:spPr>
        </p:pic>
        <p:pic>
          <p:nvPicPr>
            <p:cNvPr id="35" name="Picture 2" descr="ésultat de recherche d'images pour &quot;logo imt institut mines telecom&quot;">
              <a:extLst>
                <a:ext uri="{FF2B5EF4-FFF2-40B4-BE49-F238E27FC236}">
                  <a16:creationId xmlns:a16="http://schemas.microsoft.com/office/drawing/2014/main" id="{15CB6EF0-9252-4E5C-ABFF-E993C738D8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88916" y="4638295"/>
              <a:ext cx="458183" cy="3067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6" name="Groupe 35">
            <a:extLst>
              <a:ext uri="{FF2B5EF4-FFF2-40B4-BE49-F238E27FC236}">
                <a16:creationId xmlns:a16="http://schemas.microsoft.com/office/drawing/2014/main" id="{3667FE0B-0298-44D3-B98E-6B1551AB314E}"/>
              </a:ext>
            </a:extLst>
          </p:cNvPr>
          <p:cNvGrpSpPr/>
          <p:nvPr userDrawn="1"/>
        </p:nvGrpSpPr>
        <p:grpSpPr>
          <a:xfrm>
            <a:off x="198040" y="4447543"/>
            <a:ext cx="4206104" cy="365048"/>
            <a:chOff x="299138" y="4158582"/>
            <a:chExt cx="5902435" cy="512273"/>
          </a:xfrm>
        </p:grpSpPr>
        <p:pic>
          <p:nvPicPr>
            <p:cNvPr id="37" name="Image 36">
              <a:extLst>
                <a:ext uri="{FF2B5EF4-FFF2-40B4-BE49-F238E27FC236}">
                  <a16:creationId xmlns:a16="http://schemas.microsoft.com/office/drawing/2014/main" id="{5134925B-2570-4A22-9230-46C7806A227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719153" y="4303052"/>
              <a:ext cx="706837" cy="274110"/>
            </a:xfrm>
            <a:prstGeom prst="rect">
              <a:avLst/>
            </a:prstGeom>
          </p:spPr>
        </p:pic>
        <p:pic>
          <p:nvPicPr>
            <p:cNvPr id="38" name="Image 37">
              <a:extLst>
                <a:ext uri="{FF2B5EF4-FFF2-40B4-BE49-F238E27FC236}">
                  <a16:creationId xmlns:a16="http://schemas.microsoft.com/office/drawing/2014/main" id="{4DCEA59C-5016-4764-8EC9-F0D52BD14DF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511323" y="4158582"/>
              <a:ext cx="362940" cy="512273"/>
            </a:xfrm>
            <a:prstGeom prst="rect">
              <a:avLst/>
            </a:prstGeom>
          </p:spPr>
        </p:pic>
        <p:pic>
          <p:nvPicPr>
            <p:cNvPr id="39" name="Image 38">
              <a:extLst>
                <a:ext uri="{FF2B5EF4-FFF2-40B4-BE49-F238E27FC236}">
                  <a16:creationId xmlns:a16="http://schemas.microsoft.com/office/drawing/2014/main" id="{396E6434-1D48-4356-AB5F-B2367AFDC4E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99138" y="4342093"/>
              <a:ext cx="708765" cy="142887"/>
            </a:xfrm>
            <a:prstGeom prst="rect">
              <a:avLst/>
            </a:prstGeom>
          </p:spPr>
        </p:pic>
        <p:pic>
          <p:nvPicPr>
            <p:cNvPr id="40" name="Image 39">
              <a:extLst>
                <a:ext uri="{FF2B5EF4-FFF2-40B4-BE49-F238E27FC236}">
                  <a16:creationId xmlns:a16="http://schemas.microsoft.com/office/drawing/2014/main" id="{11827194-34F4-431F-BE3B-753F39F8BAD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501429" y="4342093"/>
              <a:ext cx="859670" cy="183963"/>
            </a:xfrm>
            <a:prstGeom prst="rect">
              <a:avLst/>
            </a:prstGeom>
          </p:spPr>
        </p:pic>
        <p:pic>
          <p:nvPicPr>
            <p:cNvPr id="41" name="Image 40">
              <a:extLst>
                <a:ext uri="{FF2B5EF4-FFF2-40B4-BE49-F238E27FC236}">
                  <a16:creationId xmlns:a16="http://schemas.microsoft.com/office/drawing/2014/main" id="{344116F8-F00D-4057-AC2B-EF761B16CAE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417065" y="4376786"/>
              <a:ext cx="898267" cy="117898"/>
            </a:xfrm>
            <a:prstGeom prst="rect">
              <a:avLst/>
            </a:prstGeom>
          </p:spPr>
        </p:pic>
        <p:pic>
          <p:nvPicPr>
            <p:cNvPr id="42" name="Image 41">
              <a:extLst>
                <a:ext uri="{FF2B5EF4-FFF2-40B4-BE49-F238E27FC236}">
                  <a16:creationId xmlns:a16="http://schemas.microsoft.com/office/drawing/2014/main" id="{716ECB73-797B-4AF5-BEA4-6A2A075763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473691" y="4322408"/>
              <a:ext cx="727882" cy="223331"/>
            </a:xfrm>
            <a:prstGeom prst="rect">
              <a:avLst/>
            </a:prstGeom>
          </p:spPr>
        </p:pic>
        <p:pic>
          <p:nvPicPr>
            <p:cNvPr id="43" name="Image 42">
              <a:extLst>
                <a:ext uri="{FF2B5EF4-FFF2-40B4-BE49-F238E27FC236}">
                  <a16:creationId xmlns:a16="http://schemas.microsoft.com/office/drawing/2014/main" id="{B868E9F7-A22F-47B7-9EDD-0F77A9994E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12316" y="4228846"/>
              <a:ext cx="706837" cy="422523"/>
            </a:xfrm>
            <a:prstGeom prst="rect">
              <a:avLst/>
            </a:prstGeom>
          </p:spPr>
        </p:pic>
        <p:pic>
          <p:nvPicPr>
            <p:cNvPr id="44" name="Image 43">
              <a:extLst>
                <a:ext uri="{FF2B5EF4-FFF2-40B4-BE49-F238E27FC236}">
                  <a16:creationId xmlns:a16="http://schemas.microsoft.com/office/drawing/2014/main" id="{5EDB627A-6730-44D7-9F13-5255BEA692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970771" y="4251511"/>
              <a:ext cx="324112" cy="368448"/>
            </a:xfrm>
            <a:prstGeom prst="rect">
              <a:avLst/>
            </a:prstGeom>
          </p:spPr>
        </p:pic>
      </p:grpSp>
      <p:pic>
        <p:nvPicPr>
          <p:cNvPr id="46" name="Image 45">
            <a:extLst>
              <a:ext uri="{FF2B5EF4-FFF2-40B4-BE49-F238E27FC236}">
                <a16:creationId xmlns:a16="http://schemas.microsoft.com/office/drawing/2014/main" id="{0C9F221A-1C72-4417-837D-0EFE25C5B2DE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92743" y="4478532"/>
            <a:ext cx="672114" cy="383133"/>
          </a:xfrm>
          <a:prstGeom prst="rect">
            <a:avLst/>
          </a:prstGeom>
        </p:spPr>
      </p:pic>
      <p:sp>
        <p:nvSpPr>
          <p:cNvPr id="48" name="Shape 916">
            <a:extLst>
              <a:ext uri="{FF2B5EF4-FFF2-40B4-BE49-F238E27FC236}">
                <a16:creationId xmlns:a16="http://schemas.microsoft.com/office/drawing/2014/main" id="{16E17253-6060-418C-90E7-7B4C0E3AE85E}"/>
              </a:ext>
            </a:extLst>
          </p:cNvPr>
          <p:cNvSpPr/>
          <p:nvPr userDrawn="1"/>
        </p:nvSpPr>
        <p:spPr>
          <a:xfrm>
            <a:off x="4788024" y="4515966"/>
            <a:ext cx="0" cy="30826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custDash>
              <a:ds d="100000" sp="200000"/>
            </a:custDash>
          </a:ln>
          <a:effectLst/>
        </p:spPr>
        <p:txBody>
          <a:bodyPr lIns="45719" rIns="45719"/>
          <a:lstStyle/>
          <a:p>
            <a:endParaRPr>
              <a:latin typeface="+mn-lt"/>
            </a:endParaRPr>
          </a:p>
        </p:txBody>
      </p:sp>
      <p:sp>
        <p:nvSpPr>
          <p:cNvPr id="49" name="Shape 916">
            <a:extLst>
              <a:ext uri="{FF2B5EF4-FFF2-40B4-BE49-F238E27FC236}">
                <a16:creationId xmlns:a16="http://schemas.microsoft.com/office/drawing/2014/main" id="{F7405426-A018-4C27-AAC6-DC8544865DC1}"/>
              </a:ext>
            </a:extLst>
          </p:cNvPr>
          <p:cNvSpPr/>
          <p:nvPr userDrawn="1"/>
        </p:nvSpPr>
        <p:spPr>
          <a:xfrm>
            <a:off x="7596336" y="4523975"/>
            <a:ext cx="0" cy="30826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custDash>
              <a:ds d="100000" sp="200000"/>
            </a:custDash>
          </a:ln>
          <a:effectLst/>
        </p:spPr>
        <p:txBody>
          <a:bodyPr lIns="45719" rIns="45719"/>
          <a:lstStyle/>
          <a:p>
            <a:endParaRPr>
              <a:latin typeface="+mn-lt"/>
            </a:endParaRPr>
          </a:p>
        </p:txBody>
      </p:sp>
      <p:pic>
        <p:nvPicPr>
          <p:cNvPr id="2" name="Image 1"/>
          <p:cNvPicPr>
            <a:picLocks noChangeAspect="1"/>
          </p:cNvPicPr>
          <p:nvPr userDrawn="1"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05009" y="4526141"/>
            <a:ext cx="267575" cy="262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4571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683568" y="2841780"/>
            <a:ext cx="7776864" cy="13873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Cliquez pour modifier le style des sous-titres du masque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6108E-6173-CC4E-81D1-D6419E4934EE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7" name="Titre 1"/>
          <p:cNvSpPr txBox="1">
            <a:spLocks/>
          </p:cNvSpPr>
          <p:nvPr userDrawn="1"/>
        </p:nvSpPr>
        <p:spPr bwMode="auto">
          <a:xfrm>
            <a:off x="1403648" y="284400"/>
            <a:ext cx="6639684" cy="3240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45720" rIns="36000" bIns="45720" numCol="1" anchor="ctr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bg1"/>
                </a:solidFill>
                <a:latin typeface="+mj-lt"/>
                <a:ea typeface="ＭＳ Ｐゴシック" panose="020B0600070205080204" pitchFamily="34" charset="-128"/>
                <a:cs typeface="ＭＳ Ｐゴシック" charset="0"/>
              </a:defRPr>
            </a:lvl1pPr>
            <a:lvl2pPr algn="r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Calibri" charset="0"/>
                <a:ea typeface="ＭＳ Ｐゴシック" panose="020B0600070205080204" pitchFamily="34" charset="-128"/>
                <a:cs typeface="ＭＳ Ｐゴシック" charset="0"/>
              </a:defRPr>
            </a:lvl2pPr>
            <a:lvl3pPr algn="r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Calibri" charset="0"/>
                <a:ea typeface="ＭＳ Ｐゴシック" panose="020B0600070205080204" pitchFamily="34" charset="-128"/>
                <a:cs typeface="ＭＳ Ｐゴシック" charset="0"/>
              </a:defRPr>
            </a:lvl3pPr>
            <a:lvl4pPr algn="r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Calibri" charset="0"/>
                <a:ea typeface="ＭＳ Ｐゴシック" panose="020B0600070205080204" pitchFamily="34" charset="-128"/>
                <a:cs typeface="ＭＳ Ｐゴシック" charset="0"/>
              </a:defRPr>
            </a:lvl4pPr>
            <a:lvl5pPr algn="r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Calibri" charset="0"/>
                <a:ea typeface="ＭＳ Ｐゴシック" panose="020B0600070205080204" pitchFamily="34" charset="-128"/>
                <a:cs typeface="ＭＳ Ｐゴシック" charset="0"/>
              </a:defRPr>
            </a:lvl5pPr>
            <a:lvl6pPr marL="457200" algn="r" defTabSz="457200" rtl="0" eaLnBrk="1" fontAlgn="base" hangingPunct="1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2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914400" algn="r" defTabSz="457200" rtl="0" eaLnBrk="1" fontAlgn="base" hangingPunct="1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2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1371600" algn="r" defTabSz="457200" rtl="0" eaLnBrk="1" fontAlgn="base" hangingPunct="1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2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1828800" algn="r" defTabSz="457200" rtl="0" eaLnBrk="1" fontAlgn="base" hangingPunct="1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2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fr-FR">
                <a:solidFill>
                  <a:prstClr val="white"/>
                </a:solidFill>
              </a:rPr>
              <a:t>Cliquez et modifiez le titre</a:t>
            </a:r>
            <a:endParaRPr lang="fr-FR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09980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03648" y="284400"/>
            <a:ext cx="6639684" cy="324036"/>
          </a:xfrm>
        </p:spPr>
        <p:txBody>
          <a:bodyPr/>
          <a:lstStyle/>
          <a:p>
            <a:r>
              <a:rPr lang="fr-FR" dirty="0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331640" y="1275605"/>
            <a:ext cx="7272808" cy="331901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13" name="Espace réservé du texte 12"/>
          <p:cNvSpPr>
            <a:spLocks noGrp="1"/>
          </p:cNvSpPr>
          <p:nvPr>
            <p:ph type="body" sz="quarter" idx="11"/>
          </p:nvPr>
        </p:nvSpPr>
        <p:spPr>
          <a:xfrm>
            <a:off x="2339752" y="843558"/>
            <a:ext cx="6264696" cy="432048"/>
          </a:xfrm>
        </p:spPr>
        <p:txBody>
          <a:bodyPr tIns="36000" rIns="36000"/>
          <a:lstStyle>
            <a:lvl1pPr marL="0" indent="0" algn="r">
              <a:buFontTx/>
              <a:buNone/>
              <a:defRPr sz="1400">
                <a:solidFill>
                  <a:schemeClr val="accent2"/>
                </a:solidFill>
              </a:defRPr>
            </a:lvl1pPr>
            <a:lvl5pPr marL="72000" indent="0" algn="r">
              <a:spcBef>
                <a:spcPts val="20"/>
              </a:spcBef>
              <a:buFontTx/>
              <a:buNone/>
              <a:defRPr sz="1400">
                <a:solidFill>
                  <a:schemeClr val="accent2"/>
                </a:solidFill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F86108E-6173-CC4E-81D1-D6419E4934EE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813359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  <a:endParaRPr lang="fr-FR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6108E-6173-CC4E-81D1-D6419E4934EE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050545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6108E-6173-CC4E-81D1-D6419E4934EE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7" name="Titre 1"/>
          <p:cNvSpPr txBox="1">
            <a:spLocks/>
          </p:cNvSpPr>
          <p:nvPr userDrawn="1"/>
        </p:nvSpPr>
        <p:spPr bwMode="auto">
          <a:xfrm>
            <a:off x="1403649" y="287338"/>
            <a:ext cx="6639683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45720" rIns="36000" bIns="45720" numCol="1" anchor="ctr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bg1"/>
                </a:solidFill>
                <a:latin typeface="+mj-lt"/>
                <a:ea typeface="ＭＳ Ｐゴシック" panose="020B0600070205080204" pitchFamily="34" charset="-128"/>
                <a:cs typeface="ＭＳ Ｐゴシック" charset="0"/>
              </a:defRPr>
            </a:lvl1pPr>
            <a:lvl2pPr algn="r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Calibri" charset="0"/>
                <a:ea typeface="ＭＳ Ｐゴシック" panose="020B0600070205080204" pitchFamily="34" charset="-128"/>
                <a:cs typeface="ＭＳ Ｐゴシック" charset="0"/>
              </a:defRPr>
            </a:lvl2pPr>
            <a:lvl3pPr algn="r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Calibri" charset="0"/>
                <a:ea typeface="ＭＳ Ｐゴシック" panose="020B0600070205080204" pitchFamily="34" charset="-128"/>
                <a:cs typeface="ＭＳ Ｐゴシック" charset="0"/>
              </a:defRPr>
            </a:lvl3pPr>
            <a:lvl4pPr algn="r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Calibri" charset="0"/>
                <a:ea typeface="ＭＳ Ｐゴシック" panose="020B0600070205080204" pitchFamily="34" charset="-128"/>
                <a:cs typeface="ＭＳ Ｐゴシック" charset="0"/>
              </a:defRPr>
            </a:lvl4pPr>
            <a:lvl5pPr algn="r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Calibri" charset="0"/>
                <a:ea typeface="ＭＳ Ｐゴシック" panose="020B0600070205080204" pitchFamily="34" charset="-128"/>
                <a:cs typeface="ＭＳ Ｐゴシック" charset="0"/>
              </a:defRPr>
            </a:lvl5pPr>
            <a:lvl6pPr marL="457200" algn="r" defTabSz="457200" rtl="0" eaLnBrk="1" fontAlgn="base" hangingPunct="1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2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914400" algn="r" defTabSz="457200" rtl="0" eaLnBrk="1" fontAlgn="base" hangingPunct="1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2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1371600" algn="r" defTabSz="457200" rtl="0" eaLnBrk="1" fontAlgn="base" hangingPunct="1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2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1828800" algn="r" defTabSz="457200" rtl="0" eaLnBrk="1" fontAlgn="base" hangingPunct="1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2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fr-FR">
                <a:solidFill>
                  <a:prstClr val="white"/>
                </a:solidFill>
              </a:rPr>
              <a:t>Cliquez et modifiez le titre</a:t>
            </a:r>
            <a:endParaRPr lang="fr-FR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00144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6108E-6173-CC4E-81D1-D6419E4934EE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9849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6108E-6173-CC4E-81D1-D6419E4934EE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558391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Cliquez et modifiez le titre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6108E-6173-CC4E-81D1-D6419E4934EE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43805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6108E-6173-CC4E-81D1-D6419E4934EE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1403649" y="287338"/>
            <a:ext cx="6639683" cy="323850"/>
          </a:xfrm>
        </p:spPr>
        <p:txBody>
          <a:bodyPr/>
          <a:lstStyle/>
          <a:p>
            <a:r>
              <a:rPr lang="fr-FR" dirty="0"/>
              <a:t>Cliquez et modifiez le titre</a:t>
            </a:r>
          </a:p>
        </p:txBody>
      </p:sp>
    </p:spTree>
    <p:extLst>
      <p:ext uri="{BB962C8B-B14F-4D97-AF65-F5344CB8AC3E}">
        <p14:creationId xmlns:p14="http://schemas.microsoft.com/office/powerpoint/2010/main" val="24683698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1" y="1131590"/>
            <a:ext cx="3008313" cy="907542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fr-FR"/>
              <a:t>Cliquez et modifiez le titre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1131590"/>
            <a:ext cx="5111750" cy="346303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1" y="2085697"/>
            <a:ext cx="3008313" cy="250892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6108E-6173-CC4E-81D1-D6419E4934EE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8" name="Titre 1"/>
          <p:cNvSpPr txBox="1">
            <a:spLocks/>
          </p:cNvSpPr>
          <p:nvPr userDrawn="1"/>
        </p:nvSpPr>
        <p:spPr bwMode="auto">
          <a:xfrm>
            <a:off x="1403649" y="287338"/>
            <a:ext cx="6639683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45720" rIns="36000" bIns="45720" numCol="1" anchor="ctr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bg1"/>
                </a:solidFill>
                <a:latin typeface="+mj-lt"/>
                <a:ea typeface="ＭＳ Ｐゴシック" panose="020B0600070205080204" pitchFamily="34" charset="-128"/>
                <a:cs typeface="ＭＳ Ｐゴシック" charset="0"/>
              </a:defRPr>
            </a:lvl1pPr>
            <a:lvl2pPr algn="r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Calibri" charset="0"/>
                <a:ea typeface="ＭＳ Ｐゴシック" panose="020B0600070205080204" pitchFamily="34" charset="-128"/>
                <a:cs typeface="ＭＳ Ｐゴシック" charset="0"/>
              </a:defRPr>
            </a:lvl2pPr>
            <a:lvl3pPr algn="r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Calibri" charset="0"/>
                <a:ea typeface="ＭＳ Ｐゴシック" panose="020B0600070205080204" pitchFamily="34" charset="-128"/>
                <a:cs typeface="ＭＳ Ｐゴシック" charset="0"/>
              </a:defRPr>
            </a:lvl3pPr>
            <a:lvl4pPr algn="r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Calibri" charset="0"/>
                <a:ea typeface="ＭＳ Ｐゴシック" panose="020B0600070205080204" pitchFamily="34" charset="-128"/>
                <a:cs typeface="ＭＳ Ｐゴシック" charset="0"/>
              </a:defRPr>
            </a:lvl4pPr>
            <a:lvl5pPr algn="r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Calibri" charset="0"/>
                <a:ea typeface="ＭＳ Ｐゴシック" panose="020B0600070205080204" pitchFamily="34" charset="-128"/>
                <a:cs typeface="ＭＳ Ｐゴシック" charset="0"/>
              </a:defRPr>
            </a:lvl5pPr>
            <a:lvl6pPr marL="457200" algn="r" defTabSz="457200" rtl="0" eaLnBrk="1" fontAlgn="base" hangingPunct="1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2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914400" algn="r" defTabSz="457200" rtl="0" eaLnBrk="1" fontAlgn="base" hangingPunct="1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2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1371600" algn="r" defTabSz="457200" rtl="0" eaLnBrk="1" fontAlgn="base" hangingPunct="1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2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1828800" algn="r" defTabSz="457200" rtl="0" eaLnBrk="1" fontAlgn="base" hangingPunct="1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2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fr-FR">
                <a:solidFill>
                  <a:prstClr val="white"/>
                </a:solidFill>
              </a:rPr>
              <a:t>Cliquez et modifiez le titre</a:t>
            </a:r>
            <a:endParaRPr lang="fr-FR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55837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fr-FR"/>
              <a:t>Cliquez et modifiez le titre</a:t>
            </a:r>
            <a:endParaRPr lang="fr-FR" dirty="0"/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792288" y="789552"/>
            <a:ext cx="5486400" cy="2756129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fr-FR" noProof="0"/>
              <a:t>Faire glisser l'image vers l'espace réservé ou cliquer sur l'icône pour l'ajouter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6108E-6173-CC4E-81D1-D6419E4934EE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8" name="Titre 1"/>
          <p:cNvSpPr txBox="1">
            <a:spLocks/>
          </p:cNvSpPr>
          <p:nvPr userDrawn="1"/>
        </p:nvSpPr>
        <p:spPr bwMode="auto">
          <a:xfrm>
            <a:off x="1403649" y="287338"/>
            <a:ext cx="6639683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45720" rIns="36000" bIns="45720" numCol="1" anchor="ctr" anchorCtr="0" compatLnSpc="1">
            <a:prstTxWarp prst="textNoShape">
              <a:avLst/>
            </a:prstTxWarp>
          </a:bodyPr>
          <a:lstStyle>
            <a:lvl1pPr algn="l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 b="1" kern="1200">
                <a:solidFill>
                  <a:schemeClr val="bg1"/>
                </a:solidFill>
                <a:latin typeface="+mj-lt"/>
                <a:ea typeface="ＭＳ Ｐゴシック" panose="020B0600070205080204" pitchFamily="34" charset="-128"/>
                <a:cs typeface="ＭＳ Ｐゴシック" charset="0"/>
              </a:defRPr>
            </a:lvl1pPr>
            <a:lvl2pPr algn="r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Calibri" charset="0"/>
                <a:ea typeface="ＭＳ Ｐゴシック" panose="020B0600070205080204" pitchFamily="34" charset="-128"/>
                <a:cs typeface="ＭＳ Ｐゴシック" charset="0"/>
              </a:defRPr>
            </a:lvl2pPr>
            <a:lvl3pPr algn="r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Calibri" charset="0"/>
                <a:ea typeface="ＭＳ Ｐゴシック" panose="020B0600070205080204" pitchFamily="34" charset="-128"/>
                <a:cs typeface="ＭＳ Ｐゴシック" charset="0"/>
              </a:defRPr>
            </a:lvl3pPr>
            <a:lvl4pPr algn="r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Calibri" charset="0"/>
                <a:ea typeface="ＭＳ Ｐゴシック" panose="020B0600070205080204" pitchFamily="34" charset="-128"/>
                <a:cs typeface="ＭＳ Ｐゴシック" charset="0"/>
              </a:defRPr>
            </a:lvl4pPr>
            <a:lvl5pPr algn="r" defTabSz="457200" rtl="0" eaLnBrk="1" fontAlgn="base" hangingPunct="1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bg1"/>
                </a:solidFill>
                <a:latin typeface="Calibri" charset="0"/>
                <a:ea typeface="ＭＳ Ｐゴシック" panose="020B0600070205080204" pitchFamily="34" charset="-128"/>
                <a:cs typeface="ＭＳ Ｐゴシック" charset="0"/>
              </a:defRPr>
            </a:lvl5pPr>
            <a:lvl6pPr marL="457200" algn="r" defTabSz="457200" rtl="0" eaLnBrk="1" fontAlgn="base" hangingPunct="1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2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914400" algn="r" defTabSz="457200" rtl="0" eaLnBrk="1" fontAlgn="base" hangingPunct="1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2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1371600" algn="r" defTabSz="457200" rtl="0" eaLnBrk="1" fontAlgn="base" hangingPunct="1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2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1828800" algn="r" defTabSz="457200" rtl="0" eaLnBrk="1" fontAlgn="base" hangingPunct="1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2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fr-FR">
                <a:solidFill>
                  <a:prstClr val="white"/>
                </a:solidFill>
              </a:rPr>
              <a:t>Cliquez et modifiez le titre</a:t>
            </a:r>
            <a:endParaRPr lang="fr-FR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638647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contenu 5"/>
          <p:cNvSpPr>
            <a:spLocks noGrp="1"/>
          </p:cNvSpPr>
          <p:nvPr>
            <p:ph sz="quarter" idx="10"/>
          </p:nvPr>
        </p:nvSpPr>
        <p:spPr>
          <a:xfrm>
            <a:off x="1116012" y="2067694"/>
            <a:ext cx="7272411" cy="1008427"/>
          </a:xfrm>
          <a:prstGeom prst="rect">
            <a:avLst/>
          </a:prstGeom>
        </p:spPr>
        <p:txBody>
          <a:bodyPr vert="horz" bIns="36000" anchor="b" anchorCtr="0"/>
          <a:lstStyle>
            <a:lvl1pPr marL="0" indent="0">
              <a:lnSpc>
                <a:spcPts val="3400"/>
              </a:lnSpc>
              <a:buFontTx/>
              <a:buNone/>
              <a:defRPr sz="3600" b="1"/>
            </a:lvl1pPr>
          </a:lstStyle>
          <a:p>
            <a:endParaRPr lang="fr-FR" dirty="0"/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1"/>
          </p:nvPr>
        </p:nvSpPr>
        <p:spPr>
          <a:xfrm>
            <a:off x="1116014" y="3076122"/>
            <a:ext cx="7272337" cy="1295828"/>
          </a:xfrm>
          <a:prstGeom prst="rect">
            <a:avLst/>
          </a:prstGeom>
        </p:spPr>
        <p:txBody>
          <a:bodyPr vert="horz" tIns="36000"/>
          <a:lstStyle>
            <a:lvl1pPr marL="0" indent="0">
              <a:buFontTx/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F86108E-6173-CC4E-81D1-D6419E4934EE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6657405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contenu 5"/>
          <p:cNvSpPr>
            <a:spLocks noGrp="1"/>
          </p:cNvSpPr>
          <p:nvPr>
            <p:ph sz="quarter" idx="10"/>
          </p:nvPr>
        </p:nvSpPr>
        <p:spPr>
          <a:xfrm>
            <a:off x="1116012" y="2067694"/>
            <a:ext cx="7272411" cy="1008427"/>
          </a:xfrm>
          <a:prstGeom prst="rect">
            <a:avLst/>
          </a:prstGeom>
        </p:spPr>
        <p:txBody>
          <a:bodyPr vert="horz" bIns="36000" anchor="b" anchorCtr="0"/>
          <a:lstStyle>
            <a:lvl1pPr marL="0" indent="0">
              <a:lnSpc>
                <a:spcPts val="3400"/>
              </a:lnSpc>
              <a:buFontTx/>
              <a:buNone/>
              <a:defRPr sz="3600" b="1"/>
            </a:lvl1pPr>
          </a:lstStyle>
          <a:p>
            <a:endParaRPr lang="fr-FR" dirty="0"/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1"/>
          </p:nvPr>
        </p:nvSpPr>
        <p:spPr>
          <a:xfrm>
            <a:off x="1116014" y="3076122"/>
            <a:ext cx="7272337" cy="1295828"/>
          </a:xfrm>
          <a:prstGeom prst="rect">
            <a:avLst/>
          </a:prstGeom>
        </p:spPr>
        <p:txBody>
          <a:bodyPr vert="horz" tIns="36000"/>
          <a:lstStyle>
            <a:lvl1pPr marL="0" indent="0">
              <a:buFontTx/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/>
              <a:t>Cliquez pour modifier les styles du texte du masque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F86108E-6173-CC4E-81D1-D6419E4934EE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4750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 userDrawn="1"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874058"/>
          </a:xfrm>
          <a:prstGeom prst="rect">
            <a:avLst/>
          </a:prstGeom>
        </p:spPr>
      </p:pic>
      <p:sp>
        <p:nvSpPr>
          <p:cNvPr id="1027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2124075" y="287338"/>
            <a:ext cx="648017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45720" rIns="3600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dirty="0"/>
              <a:t>CLIQUEZ POUR MODIFIER LE STYLE DU TITRE</a:t>
            </a:r>
          </a:p>
        </p:txBody>
      </p:sp>
      <p:sp>
        <p:nvSpPr>
          <p:cNvPr id="1028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</p:txBody>
      </p:sp>
      <p:sp>
        <p:nvSpPr>
          <p:cNvPr id="1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2627784" y="4927959"/>
            <a:ext cx="792088" cy="215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rgbClr val="4E4E4E"/>
                </a:solidFill>
                <a:latin typeface="+mn-lt"/>
              </a:defRPr>
            </a:lvl1pPr>
          </a:lstStyle>
          <a:p>
            <a:fld id="{3DC734A8-2269-3D45-9502-7EEB83BE1B5E}" type="datetimeFigureOut">
              <a:rPr lang="fr-FR" smtClean="0"/>
              <a:pPr/>
              <a:t>04/01/2026</a:t>
            </a:fld>
            <a:endParaRPr lang="fr-FR" dirty="0"/>
          </a:p>
        </p:txBody>
      </p:sp>
      <p:sp>
        <p:nvSpPr>
          <p:cNvPr id="1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419872" y="4927957"/>
            <a:ext cx="4623460" cy="2155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4E4E4E"/>
                </a:solidFill>
                <a:latin typeface="+mn-lt"/>
              </a:defRPr>
            </a:lvl1pPr>
          </a:lstStyle>
          <a:p>
            <a:endParaRPr lang="fr-FR" dirty="0"/>
          </a:p>
        </p:txBody>
      </p:sp>
      <p:sp>
        <p:nvSpPr>
          <p:cNvPr id="1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043334" y="4927958"/>
            <a:ext cx="829251" cy="216000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>
                <a:solidFill>
                  <a:srgbClr val="4E4E4E"/>
                </a:solidFill>
              </a:defRPr>
            </a:lvl1pPr>
          </a:lstStyle>
          <a:p>
            <a:fld id="{7F86108E-6173-CC4E-81D1-D6419E4934EE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39" r:id="rId1"/>
    <p:sldLayoutId id="2147485040" r:id="rId2"/>
    <p:sldLayoutId id="2147485041" r:id="rId3"/>
    <p:sldLayoutId id="2147485042" r:id="rId4"/>
    <p:sldLayoutId id="2147485043" r:id="rId5"/>
    <p:sldLayoutId id="2147485049" r:id="rId6"/>
    <p:sldLayoutId id="2147485050" r:id="rId7"/>
    <p:sldLayoutId id="2147485044" r:id="rId8"/>
    <p:sldLayoutId id="2147485045" r:id="rId9"/>
    <p:sldLayoutId id="2147485046" r:id="rId10"/>
  </p:sldLayoutIdLst>
  <p:hf hdr="0" ftr="0" dt="0"/>
  <p:txStyles>
    <p:titleStyle>
      <a:lvl1pPr algn="r" defTabSz="457200" rtl="0" eaLnBrk="1" fontAlgn="base" hangingPunct="1">
        <a:spcBef>
          <a:spcPct val="0"/>
        </a:spcBef>
        <a:spcAft>
          <a:spcPct val="0"/>
        </a:spcAft>
        <a:defRPr sz="2000" b="1" kern="1200">
          <a:solidFill>
            <a:schemeClr val="bg1"/>
          </a:solidFill>
          <a:latin typeface="+mj-lt"/>
          <a:ea typeface="ＭＳ Ｐゴシック" panose="020B0600070205080204" pitchFamily="34" charset="-128"/>
          <a:cs typeface="ＭＳ Ｐゴシック" charset="0"/>
        </a:defRPr>
      </a:lvl1pPr>
      <a:lvl2pPr algn="r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Calibri" charset="0"/>
          <a:ea typeface="ＭＳ Ｐゴシック" panose="020B0600070205080204" pitchFamily="34" charset="-128"/>
          <a:cs typeface="ＭＳ Ｐゴシック" charset="0"/>
        </a:defRPr>
      </a:lvl2pPr>
      <a:lvl3pPr algn="r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Calibri" charset="0"/>
          <a:ea typeface="ＭＳ Ｐゴシック" panose="020B0600070205080204" pitchFamily="34" charset="-128"/>
          <a:cs typeface="ＭＳ Ｐゴシック" charset="0"/>
        </a:defRPr>
      </a:lvl3pPr>
      <a:lvl4pPr algn="r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Calibri" charset="0"/>
          <a:ea typeface="ＭＳ Ｐゴシック" panose="020B0600070205080204" pitchFamily="34" charset="-128"/>
          <a:cs typeface="ＭＳ Ｐゴシック" charset="0"/>
        </a:defRPr>
      </a:lvl4pPr>
      <a:lvl5pPr algn="r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Calibri" charset="0"/>
          <a:ea typeface="ＭＳ Ｐゴシック" panose="020B0600070205080204" pitchFamily="34" charset="-128"/>
          <a:cs typeface="ＭＳ Ｐゴシック" charset="0"/>
        </a:defRPr>
      </a:lvl5pPr>
      <a:lvl6pPr marL="457200" algn="r" defTabSz="457200" rtl="0" eaLnBrk="1" fontAlgn="base" hangingPunct="1">
        <a:spcBef>
          <a:spcPct val="0"/>
        </a:spcBef>
        <a:spcAft>
          <a:spcPct val="0"/>
        </a:spcAft>
        <a:defRPr sz="2200">
          <a:solidFill>
            <a:schemeClr val="tx2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r" defTabSz="457200" rtl="0" eaLnBrk="1" fontAlgn="base" hangingPunct="1">
        <a:spcBef>
          <a:spcPct val="0"/>
        </a:spcBef>
        <a:spcAft>
          <a:spcPct val="0"/>
        </a:spcAft>
        <a:defRPr sz="2200">
          <a:solidFill>
            <a:schemeClr val="tx2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r" defTabSz="457200" rtl="0" eaLnBrk="1" fontAlgn="base" hangingPunct="1">
        <a:spcBef>
          <a:spcPct val="0"/>
        </a:spcBef>
        <a:spcAft>
          <a:spcPct val="0"/>
        </a:spcAft>
        <a:defRPr sz="2200">
          <a:solidFill>
            <a:schemeClr val="tx2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r" defTabSz="457200" rtl="0" eaLnBrk="1" fontAlgn="base" hangingPunct="1">
        <a:spcBef>
          <a:spcPct val="0"/>
        </a:spcBef>
        <a:spcAft>
          <a:spcPct val="0"/>
        </a:spcAft>
        <a:defRPr sz="2200">
          <a:solidFill>
            <a:schemeClr val="tx2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Clr>
          <a:srgbClr val="009DDF"/>
        </a:buClr>
        <a:buSzPct val="100000"/>
        <a:buFont typeface="Wingdings" charset="2"/>
        <a:buChar char="§"/>
        <a:defRPr sz="2200" b="1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Clr>
          <a:srgbClr val="009DDF"/>
        </a:buClr>
        <a:buSzPct val="80000"/>
        <a:buFont typeface="Arial"/>
        <a:buChar char="•"/>
        <a:defRPr kern="1200">
          <a:solidFill>
            <a:srgbClr val="5D6E75"/>
          </a:solidFill>
          <a:latin typeface="+mn-lt"/>
          <a:ea typeface="ＭＳ Ｐゴシック" panose="020B0600070205080204" pitchFamily="3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Clr>
          <a:srgbClr val="009DDF"/>
        </a:buClr>
        <a:buSzPct val="60000"/>
        <a:buFont typeface="Courier New"/>
        <a:buChar char="o"/>
        <a:defRPr sz="1600" kern="1200">
          <a:solidFill>
            <a:srgbClr val="5D6E75"/>
          </a:solidFill>
          <a:latin typeface="+mn-lt"/>
          <a:ea typeface="ＭＳ Ｐゴシック" panose="020B0600070205080204" pitchFamily="3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Clr>
          <a:srgbClr val="009DDF"/>
        </a:buClr>
        <a:buSzPct val="50000"/>
        <a:buFont typeface="Arial" charset="0"/>
        <a:buChar char="•"/>
        <a:defRPr sz="1400" kern="1200">
          <a:solidFill>
            <a:srgbClr val="5D6E75"/>
          </a:solidFill>
          <a:latin typeface="+mn-lt"/>
          <a:ea typeface="ＭＳ Ｐゴシック" panose="020B0600070205080204" pitchFamily="3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rgbClr val="5D6E75"/>
          </a:solidFill>
          <a:latin typeface="+mn-lt"/>
          <a:ea typeface="ＭＳ Ｐゴシック" panose="020B0600070205080204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2627784" y="4927959"/>
            <a:ext cx="792088" cy="2155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rgbClr val="4E4E4E"/>
                </a:solidFill>
                <a:latin typeface="+mn-lt"/>
              </a:defRPr>
            </a:lvl1pPr>
          </a:lstStyle>
          <a:p>
            <a:fld id="{3DC734A8-2269-3D45-9502-7EEB83BE1B5E}" type="datetimeFigureOut">
              <a:rPr lang="fr-FR" smtClean="0"/>
              <a:pPr/>
              <a:t>04/01/2026</a:t>
            </a:fld>
            <a:endParaRPr lang="fr-FR" dirty="0"/>
          </a:p>
        </p:txBody>
      </p:sp>
      <p:sp>
        <p:nvSpPr>
          <p:cNvPr id="14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419872" y="4927957"/>
            <a:ext cx="4623460" cy="2155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4E4E4E"/>
                </a:solidFill>
                <a:latin typeface="+mn-lt"/>
              </a:defRPr>
            </a:lvl1pPr>
          </a:lstStyle>
          <a:p>
            <a:endParaRPr lang="fr-FR" dirty="0"/>
          </a:p>
        </p:txBody>
      </p:sp>
      <p:sp>
        <p:nvSpPr>
          <p:cNvPr id="15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043334" y="4927958"/>
            <a:ext cx="829251" cy="216000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>
                <a:solidFill>
                  <a:srgbClr val="4E4E4E"/>
                </a:solidFill>
              </a:defRPr>
            </a:lvl1pPr>
          </a:lstStyle>
          <a:p>
            <a:fld id="{7F86108E-6173-CC4E-81D1-D6419E4934EE}" type="slidenum">
              <a:rPr lang="fr-FR" smtClean="0"/>
              <a:pPr/>
              <a:t>‹N°›</a:t>
            </a:fld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B346E1A-95B8-B6A8-BFE1-5E0FB3BA71B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0874" y="-20538"/>
            <a:ext cx="9252520" cy="2043115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731870A9-2F33-8AF0-AA2D-88208E2FDE2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52320" y="555526"/>
            <a:ext cx="966015" cy="94801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048" r:id="rId1"/>
    <p:sldLayoutId id="2147485051" r:id="rId2"/>
  </p:sldLayoutIdLst>
  <p:hf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anose="020B0600070205080204" pitchFamily="34" charset="-128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panose="020B0600070205080204" pitchFamily="34" charset="-128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panose="020B0600070205080204" pitchFamily="34" charset="-128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panose="020B0600070205080204" pitchFamily="34" charset="-128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panose="020B0600070205080204" pitchFamily="34" charset="-128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 userDrawn="1"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874058"/>
          </a:xfrm>
          <a:prstGeom prst="rect">
            <a:avLst/>
          </a:prstGeom>
        </p:spPr>
      </p:pic>
      <p:sp>
        <p:nvSpPr>
          <p:cNvPr id="1027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1403649" y="287338"/>
            <a:ext cx="6639683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45720" rIns="3600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dirty="0"/>
              <a:t>CLIQUEZ POUR MODIFIER LE STYLE DU TITRE</a:t>
            </a:r>
          </a:p>
        </p:txBody>
      </p:sp>
      <p:sp>
        <p:nvSpPr>
          <p:cNvPr id="1028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</p:txBody>
      </p:sp>
      <p:sp>
        <p:nvSpPr>
          <p:cNvPr id="1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043334" y="4927958"/>
            <a:ext cx="829251" cy="216000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800">
                <a:solidFill>
                  <a:srgbClr val="4E4E4E"/>
                </a:solidFill>
              </a:defRPr>
            </a:lvl1pPr>
          </a:lstStyle>
          <a:p>
            <a:fld id="{7F86108E-6173-CC4E-81D1-D6419E4934EE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06534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54" r:id="rId1"/>
    <p:sldLayoutId id="2147485055" r:id="rId2"/>
    <p:sldLayoutId id="2147485056" r:id="rId3"/>
    <p:sldLayoutId id="2147485057" r:id="rId4"/>
    <p:sldLayoutId id="2147485058" r:id="rId5"/>
    <p:sldLayoutId id="2147485059" r:id="rId6"/>
    <p:sldLayoutId id="2147485060" r:id="rId7"/>
    <p:sldLayoutId id="2147485061" r:id="rId8"/>
    <p:sldLayoutId id="2147485062" r:id="rId9"/>
    <p:sldLayoutId id="2147485063" r:id="rId10"/>
    <p:sldLayoutId id="2147485064" r:id="rId11"/>
    <p:sldLayoutId id="2147485066" r:id="rId12"/>
  </p:sldLayoutIdLst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000" b="1" kern="1200">
          <a:solidFill>
            <a:schemeClr val="bg1"/>
          </a:solidFill>
          <a:latin typeface="+mj-lt"/>
          <a:ea typeface="ＭＳ Ｐゴシック" panose="020B0600070205080204" pitchFamily="34" charset="-128"/>
          <a:cs typeface="ＭＳ Ｐゴシック" charset="0"/>
        </a:defRPr>
      </a:lvl1pPr>
      <a:lvl2pPr algn="r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Calibri" charset="0"/>
          <a:ea typeface="ＭＳ Ｐゴシック" panose="020B0600070205080204" pitchFamily="34" charset="-128"/>
          <a:cs typeface="ＭＳ Ｐゴシック" charset="0"/>
        </a:defRPr>
      </a:lvl2pPr>
      <a:lvl3pPr algn="r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Calibri" charset="0"/>
          <a:ea typeface="ＭＳ Ｐゴシック" panose="020B0600070205080204" pitchFamily="34" charset="-128"/>
          <a:cs typeface="ＭＳ Ｐゴシック" charset="0"/>
        </a:defRPr>
      </a:lvl3pPr>
      <a:lvl4pPr algn="r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Calibri" charset="0"/>
          <a:ea typeface="ＭＳ Ｐゴシック" panose="020B0600070205080204" pitchFamily="34" charset="-128"/>
          <a:cs typeface="ＭＳ Ｐゴシック" charset="0"/>
        </a:defRPr>
      </a:lvl4pPr>
      <a:lvl5pPr algn="r" defTabSz="457200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bg1"/>
          </a:solidFill>
          <a:latin typeface="Calibri" charset="0"/>
          <a:ea typeface="ＭＳ Ｐゴシック" panose="020B0600070205080204" pitchFamily="34" charset="-128"/>
          <a:cs typeface="ＭＳ Ｐゴシック" charset="0"/>
        </a:defRPr>
      </a:lvl5pPr>
      <a:lvl6pPr marL="457200" algn="r" defTabSz="457200" rtl="0" eaLnBrk="1" fontAlgn="base" hangingPunct="1">
        <a:spcBef>
          <a:spcPct val="0"/>
        </a:spcBef>
        <a:spcAft>
          <a:spcPct val="0"/>
        </a:spcAft>
        <a:defRPr sz="2200">
          <a:solidFill>
            <a:schemeClr val="tx2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r" defTabSz="457200" rtl="0" eaLnBrk="1" fontAlgn="base" hangingPunct="1">
        <a:spcBef>
          <a:spcPct val="0"/>
        </a:spcBef>
        <a:spcAft>
          <a:spcPct val="0"/>
        </a:spcAft>
        <a:defRPr sz="2200">
          <a:solidFill>
            <a:schemeClr val="tx2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r" defTabSz="457200" rtl="0" eaLnBrk="1" fontAlgn="base" hangingPunct="1">
        <a:spcBef>
          <a:spcPct val="0"/>
        </a:spcBef>
        <a:spcAft>
          <a:spcPct val="0"/>
        </a:spcAft>
        <a:defRPr sz="2200">
          <a:solidFill>
            <a:schemeClr val="tx2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r" defTabSz="457200" rtl="0" eaLnBrk="1" fontAlgn="base" hangingPunct="1">
        <a:spcBef>
          <a:spcPct val="0"/>
        </a:spcBef>
        <a:spcAft>
          <a:spcPct val="0"/>
        </a:spcAft>
        <a:defRPr sz="2200">
          <a:solidFill>
            <a:schemeClr val="tx2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Clr>
          <a:srgbClr val="009DDF"/>
        </a:buClr>
        <a:buSzPct val="100000"/>
        <a:buFont typeface="Wingdings" charset="2"/>
        <a:buChar char="§"/>
        <a:defRPr sz="2200" b="1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Clr>
          <a:srgbClr val="009DDF"/>
        </a:buClr>
        <a:buSzPct val="80000"/>
        <a:buFont typeface="Arial"/>
        <a:buChar char="•"/>
        <a:defRPr kern="1200">
          <a:solidFill>
            <a:srgbClr val="5D6E75"/>
          </a:solidFill>
          <a:latin typeface="+mn-lt"/>
          <a:ea typeface="ＭＳ Ｐゴシック" panose="020B0600070205080204" pitchFamily="3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Clr>
          <a:srgbClr val="009DDF"/>
        </a:buClr>
        <a:buSzPct val="60000"/>
        <a:buFont typeface="Courier New"/>
        <a:buChar char="o"/>
        <a:defRPr sz="1600" kern="1200">
          <a:solidFill>
            <a:srgbClr val="5D6E75"/>
          </a:solidFill>
          <a:latin typeface="+mn-lt"/>
          <a:ea typeface="ＭＳ Ｐゴシック" panose="020B0600070205080204" pitchFamily="3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Clr>
          <a:srgbClr val="009DDF"/>
        </a:buClr>
        <a:buSzPct val="50000"/>
        <a:buFont typeface="Arial" charset="0"/>
        <a:buChar char="•"/>
        <a:defRPr sz="1400" kern="1200">
          <a:solidFill>
            <a:srgbClr val="5D6E75"/>
          </a:solidFill>
          <a:latin typeface="+mn-lt"/>
          <a:ea typeface="ＭＳ Ｐゴシック" panose="020B0600070205080204" pitchFamily="3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rgbClr val="5D6E75"/>
          </a:solidFill>
          <a:latin typeface="+mn-lt"/>
          <a:ea typeface="ＭＳ Ｐゴシック" panose="020B0600070205080204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fif"/><Relationship Id="rId2" Type="http://schemas.openxmlformats.org/officeDocument/2006/relationships/image" Target="../media/image19.jf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jf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iki.wireshark.org/uploads/__moin_import__/attachments/SampleCaptures/etsi-its-cam-unsecured.pcapng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jfi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13" Type="http://schemas.openxmlformats.org/officeDocument/2006/relationships/image" Target="../media/image56.emf"/><Relationship Id="rId3" Type="http://schemas.openxmlformats.org/officeDocument/2006/relationships/image" Target="../media/image47.jpeg"/><Relationship Id="rId7" Type="http://schemas.openxmlformats.org/officeDocument/2006/relationships/image" Target="../media/image51.png"/><Relationship Id="rId12" Type="http://schemas.microsoft.com/office/2007/relationships/hdphoto" Target="../media/hdphoto1.wdp"/><Relationship Id="rId17" Type="http://schemas.openxmlformats.org/officeDocument/2006/relationships/image" Target="../media/image60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59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0.jpe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5" Type="http://schemas.openxmlformats.org/officeDocument/2006/relationships/image" Target="../media/image58.png"/><Relationship Id="rId10" Type="http://schemas.openxmlformats.org/officeDocument/2006/relationships/image" Target="../media/image54.png"/><Relationship Id="rId4" Type="http://schemas.openxmlformats.org/officeDocument/2006/relationships/image" Target="../media/image48.jpeg"/><Relationship Id="rId9" Type="http://schemas.openxmlformats.org/officeDocument/2006/relationships/image" Target="../media/image53.png"/><Relationship Id="rId14" Type="http://schemas.openxmlformats.org/officeDocument/2006/relationships/image" Target="../media/image5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/>
          <p:cNvSpPr>
            <a:spLocks noGrp="1"/>
          </p:cNvSpPr>
          <p:nvPr>
            <p:ph sz="quarter" idx="10"/>
          </p:nvPr>
        </p:nvSpPr>
        <p:spPr>
          <a:xfrm>
            <a:off x="1115616" y="1923678"/>
            <a:ext cx="7200900" cy="1079971"/>
          </a:xfrm>
        </p:spPr>
        <p:txBody>
          <a:bodyPr/>
          <a:lstStyle/>
          <a:p>
            <a:r>
              <a:rPr lang="fr-FR" dirty="0" err="1">
                <a:latin typeface="Calibri" charset="0"/>
                <a:ea typeface="ＭＳ Ｐゴシック" charset="0"/>
              </a:rPr>
              <a:t>Vehicular</a:t>
            </a:r>
            <a:r>
              <a:rPr lang="fr-FR" dirty="0">
                <a:latin typeface="Calibri" charset="0"/>
                <a:ea typeface="ＭＳ Ｐゴシック" charset="0"/>
              </a:rPr>
              <a:t> Network Services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1"/>
          </p:nvPr>
        </p:nvSpPr>
        <p:spPr>
          <a:xfrm>
            <a:off x="1115617" y="3003650"/>
            <a:ext cx="7272337" cy="1295828"/>
          </a:xfrm>
        </p:spPr>
        <p:txBody>
          <a:bodyPr/>
          <a:lstStyle/>
          <a:p>
            <a:endParaRPr lang="fr-F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ITS Services</a:t>
            </a:r>
          </a:p>
          <a:p>
            <a:pPr lvl="1"/>
            <a:r>
              <a:rPr lang="en-US" dirty="0"/>
              <a:t>Use cases</a:t>
            </a:r>
          </a:p>
          <a:p>
            <a:pPr lvl="1"/>
            <a:r>
              <a:rPr lang="en-US" dirty="0"/>
              <a:t>Communication types</a:t>
            </a:r>
          </a:p>
          <a:p>
            <a:pPr lvl="1"/>
            <a:r>
              <a:rPr lang="en-US" dirty="0"/>
              <a:t>Standardized messages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86108E-6173-CC4E-81D1-D6419E4934EE}" type="slidenum">
              <a:rPr lang="fr-FR" smtClean="0"/>
              <a:pPr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00902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C-ITS Services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endParaRPr lang="fr-CA" dirty="0"/>
          </a:p>
          <a:p>
            <a:r>
              <a:rPr lang="fr-CA" b="0" dirty="0" err="1"/>
              <a:t>Improve</a:t>
            </a:r>
            <a:r>
              <a:rPr lang="fr-CA" b="0" dirty="0"/>
              <a:t> </a:t>
            </a:r>
            <a:r>
              <a:rPr lang="fr-CA" b="0" dirty="0" err="1"/>
              <a:t>safety</a:t>
            </a:r>
            <a:endParaRPr lang="fr-CA" b="0" dirty="0"/>
          </a:p>
          <a:p>
            <a:r>
              <a:rPr lang="fr-CA" b="0" dirty="0" err="1"/>
              <a:t>Reduce</a:t>
            </a:r>
            <a:r>
              <a:rPr lang="fr-CA" b="0" dirty="0"/>
              <a:t> </a:t>
            </a:r>
            <a:r>
              <a:rPr lang="fr-CA" b="0" dirty="0" err="1"/>
              <a:t>traffic</a:t>
            </a:r>
            <a:r>
              <a:rPr lang="fr-CA" b="0" dirty="0"/>
              <a:t> congestion</a:t>
            </a:r>
          </a:p>
          <a:p>
            <a:r>
              <a:rPr lang="fr-CA" b="0" dirty="0" err="1"/>
              <a:t>Enhance</a:t>
            </a:r>
            <a:r>
              <a:rPr lang="fr-CA" b="0" dirty="0"/>
              <a:t> user </a:t>
            </a:r>
            <a:r>
              <a:rPr lang="fr-CA" b="0" dirty="0" err="1"/>
              <a:t>experience</a:t>
            </a:r>
            <a:r>
              <a:rPr lang="fr-CA" b="0" dirty="0"/>
              <a:t> </a:t>
            </a:r>
          </a:p>
          <a:p>
            <a:r>
              <a:rPr lang="fr-CA" b="0" dirty="0">
                <a:sym typeface="Wingdings" panose="05000000000000000000" pitchFamily="2" charset="2"/>
              </a:rPr>
              <a:t> </a:t>
            </a:r>
            <a:r>
              <a:rPr lang="fr-CA" dirty="0" err="1">
                <a:sym typeface="Wingdings" panose="05000000000000000000" pitchFamily="2" charset="2"/>
              </a:rPr>
              <a:t>Cooperative</a:t>
            </a:r>
            <a:r>
              <a:rPr lang="fr-CA" dirty="0">
                <a:sym typeface="Wingdings" panose="05000000000000000000" pitchFamily="2" charset="2"/>
              </a:rPr>
              <a:t> Intelligent Transportation </a:t>
            </a:r>
            <a:r>
              <a:rPr lang="fr-CA" dirty="0" err="1">
                <a:sym typeface="Wingdings" panose="05000000000000000000" pitchFamily="2" charset="2"/>
              </a:rPr>
              <a:t>Systems</a:t>
            </a:r>
            <a:r>
              <a:rPr lang="fr-CA" dirty="0">
                <a:sym typeface="Wingdings" panose="05000000000000000000" pitchFamily="2" charset="2"/>
              </a:rPr>
              <a:t> (C-ITS)</a:t>
            </a:r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4"/>
          </p:nvPr>
        </p:nvSpPr>
        <p:spPr>
          <a:xfrm>
            <a:off x="6516688" y="4917567"/>
            <a:ext cx="2133600" cy="204788"/>
          </a:xfrm>
        </p:spPr>
        <p:txBody>
          <a:bodyPr/>
          <a:lstStyle/>
          <a:p>
            <a:pPr>
              <a:defRPr/>
            </a:pPr>
            <a:fld id="{912CE98F-775D-0F48-B752-A04A0D0FD28A}" type="slidenum">
              <a:rPr lang="fr-FR" smtClean="0"/>
              <a:pPr>
                <a:defRPr/>
              </a:pPr>
              <a:t>3</a:t>
            </a:fld>
            <a:endParaRPr lang="fr-FR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804" y="1396374"/>
            <a:ext cx="2714625" cy="1685925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7855" y="1306244"/>
            <a:ext cx="2676525" cy="1714500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 bwMode="auto">
          <a:xfrm>
            <a:off x="1328428" y="3006430"/>
            <a:ext cx="130462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45720" rIns="36000" bIns="45720" numCol="1" rtlCol="0" anchor="b" anchorCtr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/>
              <a:t>Road Accident</a:t>
            </a:r>
          </a:p>
        </p:txBody>
      </p:sp>
      <p:sp>
        <p:nvSpPr>
          <p:cNvPr id="9" name="ZoneTexte 8"/>
          <p:cNvSpPr txBox="1"/>
          <p:nvPr/>
        </p:nvSpPr>
        <p:spPr bwMode="auto">
          <a:xfrm>
            <a:off x="3948025" y="3028328"/>
            <a:ext cx="165618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45720" rIns="36000" bIns="45720" numCol="1" rtlCol="0" anchor="b" anchorCtr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/>
              <a:t>Traffic Congestion</a:t>
            </a: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6579" y="1275604"/>
            <a:ext cx="2363893" cy="1770361"/>
          </a:xfrm>
          <a:prstGeom prst="rect">
            <a:avLst/>
          </a:prstGeom>
        </p:spPr>
      </p:pic>
      <p:sp>
        <p:nvSpPr>
          <p:cNvPr id="11" name="ZoneTexte 10"/>
          <p:cNvSpPr txBox="1"/>
          <p:nvPr/>
        </p:nvSpPr>
        <p:spPr bwMode="auto">
          <a:xfrm>
            <a:off x="6760529" y="3006430"/>
            <a:ext cx="165618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45720" rIns="36000" bIns="45720" numCol="1" rtlCol="0" anchor="b" anchorCtr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/>
              <a:t>Point Of Interest</a:t>
            </a:r>
          </a:p>
        </p:txBody>
      </p:sp>
    </p:spTree>
    <p:extLst>
      <p:ext uri="{BB962C8B-B14F-4D97-AF65-F5344CB8AC3E}">
        <p14:creationId xmlns:p14="http://schemas.microsoft.com/office/powerpoint/2010/main" val="2654446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Cooperative-Intelligent Transport Systems</a:t>
            </a:r>
          </a:p>
        </p:txBody>
      </p:sp>
      <p:pic>
        <p:nvPicPr>
          <p:cNvPr id="6" name="Espace réservé du contenu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72978" y="1510728"/>
            <a:ext cx="4032448" cy="2948835"/>
          </a:xfrm>
          <a:prstGeom prst="rect">
            <a:avLst/>
          </a:prstGeom>
        </p:spPr>
      </p:pic>
      <p:sp>
        <p:nvSpPr>
          <p:cNvPr id="4" name="Espace réservé du texte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86108E-6173-CC4E-81D1-D6419E4934EE}" type="slidenum">
              <a:rPr lang="fr-FR" smtClean="0"/>
              <a:pPr/>
              <a:t>4</a:t>
            </a:fld>
            <a:endParaRPr lang="fr-FR" dirty="0"/>
          </a:p>
        </p:txBody>
      </p:sp>
      <p:sp>
        <p:nvSpPr>
          <p:cNvPr id="7" name="ZoneTexte 6"/>
          <p:cNvSpPr txBox="1"/>
          <p:nvPr/>
        </p:nvSpPr>
        <p:spPr bwMode="auto">
          <a:xfrm>
            <a:off x="215516" y="1246207"/>
            <a:ext cx="4248472" cy="34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45720" rIns="36000" bIns="4572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342900" indent="-342900" defTabSz="457200" eaLnBrk="1" hangingPunct="1">
              <a:spcBef>
                <a:spcPct val="20000"/>
              </a:spcBef>
              <a:buClr>
                <a:srgbClr val="009DDF"/>
              </a:buClr>
              <a:buFont typeface="Wingdings" panose="05000000000000000000" pitchFamily="2" charset="2"/>
              <a:buChar char="§"/>
            </a:pPr>
            <a:r>
              <a:rPr lang="fr-FR" sz="2200" dirty="0">
                <a:latin typeface="+mn-lt"/>
                <a:ea typeface="ＭＳ Ｐゴシック" panose="020B0600070205080204" pitchFamily="34" charset="-128"/>
              </a:rPr>
              <a:t>Applications : </a:t>
            </a:r>
          </a:p>
          <a:p>
            <a:pPr marL="742950" lvl="1" indent="-285750" defTabSz="457200" eaLnBrk="1" hangingPunct="1">
              <a:spcBef>
                <a:spcPct val="20000"/>
              </a:spcBef>
              <a:buClr>
                <a:srgbClr val="009DDF"/>
              </a:buClr>
              <a:buFont typeface="Arial" panose="020B0604020202020204" pitchFamily="34" charset="0"/>
              <a:buChar char="•"/>
            </a:pPr>
            <a:r>
              <a:rPr lang="fr-CA" sz="2200" dirty="0">
                <a:latin typeface="+mn-lt"/>
                <a:ea typeface="ＭＳ Ｐゴシック" panose="020B0600070205080204" pitchFamily="34" charset="-128"/>
              </a:rPr>
              <a:t>Road </a:t>
            </a:r>
            <a:r>
              <a:rPr lang="fr-CA" sz="2200" dirty="0" err="1">
                <a:latin typeface="+mn-lt"/>
                <a:ea typeface="ＭＳ Ｐゴシック" panose="020B0600070205080204" pitchFamily="34" charset="-128"/>
              </a:rPr>
              <a:t>Safety</a:t>
            </a:r>
            <a:r>
              <a:rPr lang="fr-CA" sz="2200" dirty="0">
                <a:latin typeface="+mn-lt"/>
                <a:ea typeface="ＭＳ Ｐゴシック" panose="020B0600070205080204" pitchFamily="34" charset="-128"/>
              </a:rPr>
              <a:t>, Traffic </a:t>
            </a:r>
            <a:r>
              <a:rPr lang="fr-CA" sz="2200" dirty="0" err="1">
                <a:latin typeface="+mn-lt"/>
                <a:ea typeface="ＭＳ Ｐゴシック" panose="020B0600070205080204" pitchFamily="34" charset="-128"/>
              </a:rPr>
              <a:t>efficiency</a:t>
            </a:r>
            <a:r>
              <a:rPr lang="fr-CA" sz="2200" dirty="0">
                <a:latin typeface="+mn-lt"/>
                <a:ea typeface="ＭＳ Ｐゴシック" panose="020B0600070205080204" pitchFamily="34" charset="-128"/>
              </a:rPr>
              <a:t>, </a:t>
            </a:r>
            <a:r>
              <a:rPr lang="fr-CA" sz="2200" dirty="0" err="1">
                <a:latin typeface="+mn-lt"/>
                <a:ea typeface="ＭＳ Ｐゴシック" panose="020B0600070205080204" pitchFamily="34" charset="-128"/>
              </a:rPr>
              <a:t>infotainement</a:t>
            </a:r>
            <a:endParaRPr lang="en-US" sz="2200" dirty="0">
              <a:latin typeface="+mn-lt"/>
              <a:ea typeface="ＭＳ Ｐゴシック" panose="020B0600070205080204" pitchFamily="34" charset="-128"/>
            </a:endParaRPr>
          </a:p>
          <a:p>
            <a:pPr marL="342900" indent="-342900" defTabSz="457200" eaLnBrk="1" hangingPunct="1">
              <a:spcBef>
                <a:spcPct val="20000"/>
              </a:spcBef>
              <a:buClr>
                <a:srgbClr val="009DDF"/>
              </a:buClr>
              <a:buFont typeface="Wingdings" panose="05000000000000000000" pitchFamily="2" charset="2"/>
              <a:buChar char="§"/>
            </a:pPr>
            <a:r>
              <a:rPr lang="fr-FR" sz="2200" dirty="0" err="1">
                <a:latin typeface="+mn-lt"/>
                <a:ea typeface="ＭＳ Ｐゴシック" panose="020B0600070205080204" pitchFamily="34" charset="-128"/>
              </a:rPr>
              <a:t>Communicating</a:t>
            </a:r>
            <a:r>
              <a:rPr lang="fr-FR" sz="2200" dirty="0">
                <a:latin typeface="+mn-lt"/>
                <a:ea typeface="ＭＳ Ｐゴシック" panose="020B0600070205080204" pitchFamily="34" charset="-128"/>
              </a:rPr>
              <a:t> </a:t>
            </a:r>
            <a:r>
              <a:rPr lang="fr-FR" sz="2200" dirty="0" err="1">
                <a:latin typeface="+mn-lt"/>
                <a:ea typeface="ＭＳ Ｐゴシック" panose="020B0600070205080204" pitchFamily="34" charset="-128"/>
              </a:rPr>
              <a:t>entities</a:t>
            </a:r>
            <a:r>
              <a:rPr lang="fr-FR" sz="2200" dirty="0">
                <a:latin typeface="+mn-lt"/>
                <a:ea typeface="ＭＳ Ｐゴシック" panose="020B0600070205080204" pitchFamily="34" charset="-128"/>
              </a:rPr>
              <a:t>: </a:t>
            </a:r>
          </a:p>
          <a:p>
            <a:pPr marL="800100" lvl="1" indent="-342900" defTabSz="457200" eaLnBrk="1" hangingPunct="1">
              <a:spcBef>
                <a:spcPct val="20000"/>
              </a:spcBef>
              <a:buClr>
                <a:srgbClr val="009DDF"/>
              </a:buClr>
              <a:buFont typeface="Wingdings" panose="05000000000000000000" pitchFamily="2" charset="2"/>
              <a:buChar char="§"/>
            </a:pPr>
            <a:r>
              <a:rPr lang="fr-CA" sz="2200" dirty="0" err="1">
                <a:latin typeface="+mn-lt"/>
                <a:ea typeface="ＭＳ Ｐゴシック" panose="020B0600070205080204" pitchFamily="34" charset="-128"/>
              </a:rPr>
              <a:t>Vehicles</a:t>
            </a:r>
            <a:r>
              <a:rPr lang="fr-CA" sz="2200" dirty="0">
                <a:latin typeface="+mn-lt"/>
                <a:ea typeface="ＭＳ Ｐゴシック" panose="020B0600070205080204" pitchFamily="34" charset="-128"/>
              </a:rPr>
              <a:t>, pedestrians, cycles, road </a:t>
            </a:r>
            <a:r>
              <a:rPr lang="fr-CA" sz="2200" dirty="0" err="1">
                <a:latin typeface="+mn-lt"/>
                <a:ea typeface="ＭＳ Ｐゴシック" panose="020B0600070205080204" pitchFamily="34" charset="-128"/>
              </a:rPr>
              <a:t>side</a:t>
            </a:r>
            <a:r>
              <a:rPr lang="fr-CA" sz="2200" dirty="0">
                <a:latin typeface="+mn-lt"/>
                <a:ea typeface="ＭＳ Ｐゴシック" panose="020B0600070205080204" pitchFamily="34" charset="-128"/>
              </a:rPr>
              <a:t> </a:t>
            </a:r>
            <a:r>
              <a:rPr lang="fr-CA" sz="2200" dirty="0" err="1">
                <a:latin typeface="+mn-lt"/>
                <a:ea typeface="ＭＳ Ｐゴシック" panose="020B0600070205080204" pitchFamily="34" charset="-128"/>
              </a:rPr>
              <a:t>units</a:t>
            </a:r>
            <a:r>
              <a:rPr lang="fr-CA" sz="2200" dirty="0">
                <a:latin typeface="+mn-lt"/>
                <a:ea typeface="ＭＳ Ｐゴシック" panose="020B0600070205080204" pitchFamily="34" charset="-128"/>
              </a:rPr>
              <a:t>, </a:t>
            </a:r>
            <a:r>
              <a:rPr lang="fr-CA" sz="2200" dirty="0" err="1">
                <a:latin typeface="+mn-lt"/>
                <a:ea typeface="ＭＳ Ｐゴシック" panose="020B0600070205080204" pitchFamily="34" charset="-128"/>
              </a:rPr>
              <a:t>etc</a:t>
            </a:r>
            <a:endParaRPr lang="en-US" sz="2200" dirty="0">
              <a:latin typeface="+mn-lt"/>
              <a:ea typeface="ＭＳ Ｐゴシック" panose="020B0600070205080204" pitchFamily="34" charset="-128"/>
            </a:endParaRPr>
          </a:p>
          <a:p>
            <a:pPr marL="342900" indent="-342900" defTabSz="457200" eaLnBrk="1" hangingPunct="1">
              <a:spcBef>
                <a:spcPct val="20000"/>
              </a:spcBef>
              <a:buClr>
                <a:srgbClr val="009DDF"/>
              </a:buClr>
              <a:buFont typeface="Wingdings" panose="05000000000000000000" pitchFamily="2" charset="2"/>
              <a:buChar char="§"/>
            </a:pPr>
            <a:r>
              <a:rPr lang="en-US" sz="2200" dirty="0">
                <a:latin typeface="+mn-lt"/>
                <a:ea typeface="ＭＳ Ｐゴシック" panose="020B0600070205080204" pitchFamily="34" charset="-128"/>
              </a:rPr>
              <a:t>Access media: </a:t>
            </a:r>
          </a:p>
          <a:p>
            <a:pPr marL="800100" lvl="1" indent="-342900" defTabSz="457200" eaLnBrk="1" hangingPunct="1">
              <a:spcBef>
                <a:spcPct val="20000"/>
              </a:spcBef>
              <a:buClr>
                <a:srgbClr val="009DDF"/>
              </a:buClr>
              <a:buFont typeface="Wingdings" panose="05000000000000000000" pitchFamily="2" charset="2"/>
              <a:buChar char="§"/>
            </a:pPr>
            <a:r>
              <a:rPr lang="en-US" sz="2200" dirty="0">
                <a:latin typeface="+mn-lt"/>
                <a:ea typeface="ＭＳ Ｐゴシック" panose="020B0600070205080204" pitchFamily="34" charset="-128"/>
              </a:rPr>
              <a:t>IEEE 802.11P, 3G/4G/5G and beyond, </a:t>
            </a:r>
            <a:r>
              <a:rPr lang="en-US" sz="2200" dirty="0" err="1">
                <a:latin typeface="+mn-lt"/>
                <a:ea typeface="ＭＳ Ｐゴシック" panose="020B0600070205080204" pitchFamily="34" charset="-128"/>
              </a:rPr>
              <a:t>bluetooth</a:t>
            </a:r>
            <a:r>
              <a:rPr lang="en-US" sz="2200" dirty="0">
                <a:latin typeface="+mn-lt"/>
                <a:ea typeface="ＭＳ Ｐゴシック" panose="020B0600070205080204" pitchFamily="34" charset="-128"/>
              </a:rPr>
              <a:t>/IR, </a:t>
            </a:r>
            <a:r>
              <a:rPr lang="en-US" sz="2200" dirty="0" err="1">
                <a:latin typeface="+mn-lt"/>
                <a:ea typeface="ＭＳ Ｐゴシック" panose="020B0600070205080204" pitchFamily="34" charset="-128"/>
              </a:rPr>
              <a:t>etc</a:t>
            </a:r>
            <a:endParaRPr lang="en-US" sz="2200" dirty="0">
              <a:latin typeface="+mn-lt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0116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 Types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V2V</a:t>
            </a:r>
          </a:p>
          <a:p>
            <a:r>
              <a:rPr lang="en-US" dirty="0"/>
              <a:t>V2I</a:t>
            </a:r>
          </a:p>
          <a:p>
            <a:r>
              <a:rPr lang="en-US" dirty="0"/>
              <a:t>I2V</a:t>
            </a:r>
          </a:p>
          <a:p>
            <a:r>
              <a:rPr lang="en-US" dirty="0"/>
              <a:t>V2P</a:t>
            </a:r>
          </a:p>
          <a:p>
            <a:r>
              <a:rPr lang="en-US" dirty="0"/>
              <a:t>V2N</a:t>
            </a:r>
          </a:p>
          <a:p>
            <a:r>
              <a:rPr lang="en-US" dirty="0"/>
              <a:t>V2C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86108E-6173-CC4E-81D1-D6419E4934EE}" type="slidenum">
              <a:rPr lang="fr-FR" smtClean="0"/>
              <a:pPr/>
              <a:t>5</a:t>
            </a:fld>
            <a:endParaRPr lang="fr-FR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824" y="1419622"/>
            <a:ext cx="5728801" cy="2496967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 bwMode="auto">
          <a:xfrm>
            <a:off x="3203848" y="4060605"/>
            <a:ext cx="5884761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45720" rIns="36000" bIns="45720" numCol="1" rtlCol="0" anchor="b" anchorCtr="0" compatLnSpc="1">
            <a:prstTxWarp prst="textNoShape">
              <a:avLst/>
            </a:prstTxWarp>
            <a:spAutoFit/>
          </a:bodyPr>
          <a:lstStyle/>
          <a:p>
            <a:r>
              <a:rPr lang="en-US" sz="1100" dirty="0"/>
              <a:t>Source : A Survey of Security and Privacy Issues in V2X Communication Systems </a:t>
            </a:r>
          </a:p>
        </p:txBody>
      </p:sp>
    </p:spTree>
    <p:extLst>
      <p:ext uri="{BB962C8B-B14F-4D97-AF65-F5344CB8AC3E}">
        <p14:creationId xmlns:p14="http://schemas.microsoft.com/office/powerpoint/2010/main" val="3517633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Broadcast Communications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/>
              <a:t>The most used communication mode for safety application</a:t>
            </a:r>
          </a:p>
          <a:p>
            <a:r>
              <a:rPr lang="en-US" b="0" dirty="0"/>
              <a:t>A communicating entity sends messages to all other communicating entities in its communication range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86108E-6173-CC4E-81D1-D6419E4934EE}" type="slidenum">
              <a:rPr lang="fr-FR" smtClean="0"/>
              <a:pPr/>
              <a:t>6</a:t>
            </a:fld>
            <a:endParaRPr lang="fr-FR" dirty="0"/>
          </a:p>
        </p:txBody>
      </p:sp>
      <p:grpSp>
        <p:nvGrpSpPr>
          <p:cNvPr id="42" name="Groupe 41"/>
          <p:cNvGrpSpPr/>
          <p:nvPr/>
        </p:nvGrpSpPr>
        <p:grpSpPr>
          <a:xfrm>
            <a:off x="755576" y="2571750"/>
            <a:ext cx="1941339" cy="1852734"/>
            <a:chOff x="1910581" y="1904581"/>
            <a:chExt cx="1941339" cy="1852734"/>
          </a:xfrm>
        </p:grpSpPr>
        <p:sp>
          <p:nvSpPr>
            <p:cNvPr id="6" name="Ellipse 5"/>
            <p:cNvSpPr/>
            <p:nvPr/>
          </p:nvSpPr>
          <p:spPr>
            <a:xfrm>
              <a:off x="2699792" y="2715766"/>
              <a:ext cx="288032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Ellipse 6"/>
            <p:cNvSpPr/>
            <p:nvPr/>
          </p:nvSpPr>
          <p:spPr>
            <a:xfrm>
              <a:off x="2883545" y="1904581"/>
              <a:ext cx="288032" cy="28803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Connecteur droit avec flèche 8"/>
            <p:cNvCxnSpPr>
              <a:stCxn id="6" idx="0"/>
              <a:endCxn id="7" idx="4"/>
            </p:cNvCxnSpPr>
            <p:nvPr/>
          </p:nvCxnSpPr>
          <p:spPr>
            <a:xfrm flipV="1">
              <a:off x="2843808" y="2192613"/>
              <a:ext cx="183753" cy="52315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Ellipse 16"/>
            <p:cNvSpPr/>
            <p:nvPr/>
          </p:nvSpPr>
          <p:spPr>
            <a:xfrm>
              <a:off x="2123728" y="2073749"/>
              <a:ext cx="288032" cy="28803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Ellipse 17"/>
            <p:cNvSpPr/>
            <p:nvPr/>
          </p:nvSpPr>
          <p:spPr>
            <a:xfrm>
              <a:off x="1910581" y="2884934"/>
              <a:ext cx="288032" cy="28803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Ellipse 18"/>
            <p:cNvSpPr/>
            <p:nvPr/>
          </p:nvSpPr>
          <p:spPr>
            <a:xfrm>
              <a:off x="2555776" y="3469283"/>
              <a:ext cx="288032" cy="28803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Ellipse 19"/>
            <p:cNvSpPr/>
            <p:nvPr/>
          </p:nvSpPr>
          <p:spPr>
            <a:xfrm>
              <a:off x="3462053" y="3181251"/>
              <a:ext cx="288032" cy="28803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Ellipse 20"/>
            <p:cNvSpPr/>
            <p:nvPr/>
          </p:nvSpPr>
          <p:spPr>
            <a:xfrm>
              <a:off x="3563888" y="2411997"/>
              <a:ext cx="288032" cy="28803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" name="Connecteur droit avec flèche 23"/>
            <p:cNvCxnSpPr>
              <a:stCxn id="6" idx="6"/>
              <a:endCxn id="21" idx="3"/>
            </p:cNvCxnSpPr>
            <p:nvPr/>
          </p:nvCxnSpPr>
          <p:spPr>
            <a:xfrm flipV="1">
              <a:off x="2987824" y="2657848"/>
              <a:ext cx="618245" cy="2019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Connecteur droit avec flèche 26"/>
            <p:cNvCxnSpPr/>
            <p:nvPr/>
          </p:nvCxnSpPr>
          <p:spPr>
            <a:xfrm>
              <a:off x="2940843" y="2961617"/>
              <a:ext cx="558591" cy="26181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Connecteur droit avec flèche 30"/>
            <p:cNvCxnSpPr>
              <a:stCxn id="6" idx="1"/>
              <a:endCxn id="17" idx="5"/>
            </p:cNvCxnSpPr>
            <p:nvPr/>
          </p:nvCxnSpPr>
          <p:spPr>
            <a:xfrm flipH="1" flipV="1">
              <a:off x="2369579" y="2319600"/>
              <a:ext cx="372394" cy="43834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Connecteur droit avec flèche 33"/>
            <p:cNvCxnSpPr>
              <a:stCxn id="6" idx="2"/>
              <a:endCxn id="18" idx="6"/>
            </p:cNvCxnSpPr>
            <p:nvPr/>
          </p:nvCxnSpPr>
          <p:spPr>
            <a:xfrm flipH="1">
              <a:off x="2198613" y="2859782"/>
              <a:ext cx="501179" cy="1691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Connecteur droit avec flèche 36"/>
            <p:cNvCxnSpPr>
              <a:stCxn id="6" idx="4"/>
              <a:endCxn id="19" idx="0"/>
            </p:cNvCxnSpPr>
            <p:nvPr/>
          </p:nvCxnSpPr>
          <p:spPr>
            <a:xfrm flipH="1">
              <a:off x="2699792" y="3003798"/>
              <a:ext cx="144016" cy="4654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44" name="Image 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992" y="2771864"/>
            <a:ext cx="3399326" cy="2156094"/>
          </a:xfrm>
          <a:prstGeom prst="rect">
            <a:avLst/>
          </a:prstGeom>
        </p:spPr>
      </p:pic>
      <p:sp>
        <p:nvSpPr>
          <p:cNvPr id="45" name="ZoneTexte 44"/>
          <p:cNvSpPr txBox="1"/>
          <p:nvPr/>
        </p:nvSpPr>
        <p:spPr bwMode="auto">
          <a:xfrm>
            <a:off x="4499992" y="2494865"/>
            <a:ext cx="288032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45720" rIns="36000" bIns="45720" numCol="1" rtlCol="0" anchor="b" anchorCtr="0" compatLnSpc="1">
            <a:prstTxWarp prst="textNoShape">
              <a:avLst/>
            </a:prstTxWarp>
            <a:spAutoFit/>
          </a:bodyPr>
          <a:lstStyle/>
          <a:p>
            <a:r>
              <a:rPr lang="en-US" sz="1200" b="1" dirty="0"/>
              <a:t>Example : Emergency vehicle warning</a:t>
            </a:r>
          </a:p>
        </p:txBody>
      </p:sp>
    </p:spTree>
    <p:extLst>
      <p:ext uri="{BB962C8B-B14F-4D97-AF65-F5344CB8AC3E}">
        <p14:creationId xmlns:p14="http://schemas.microsoft.com/office/powerpoint/2010/main" val="1896229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Unicast Communications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/>
              <a:t>A communicating entity sends messages to a specific communication entity 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86108E-6173-CC4E-81D1-D6419E4934EE}" type="slidenum">
              <a:rPr lang="fr-FR" smtClean="0"/>
              <a:pPr/>
              <a:t>7</a:t>
            </a:fld>
            <a:endParaRPr lang="fr-FR" dirty="0"/>
          </a:p>
        </p:txBody>
      </p:sp>
      <p:grpSp>
        <p:nvGrpSpPr>
          <p:cNvPr id="26" name="Groupe 25"/>
          <p:cNvGrpSpPr/>
          <p:nvPr/>
        </p:nvGrpSpPr>
        <p:grpSpPr>
          <a:xfrm>
            <a:off x="755576" y="2643758"/>
            <a:ext cx="1941339" cy="1852735"/>
            <a:chOff x="2483768" y="2571749"/>
            <a:chExt cx="1941339" cy="1852735"/>
          </a:xfrm>
        </p:grpSpPr>
        <p:sp>
          <p:nvSpPr>
            <p:cNvPr id="7" name="Ellipse 6"/>
            <p:cNvSpPr/>
            <p:nvPr/>
          </p:nvSpPr>
          <p:spPr>
            <a:xfrm>
              <a:off x="3272979" y="3382935"/>
              <a:ext cx="288032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Ellipse 7"/>
            <p:cNvSpPr/>
            <p:nvPr/>
          </p:nvSpPr>
          <p:spPr>
            <a:xfrm>
              <a:off x="3416995" y="2571749"/>
              <a:ext cx="288032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Connecteur droit avec flèche 8"/>
            <p:cNvCxnSpPr>
              <a:stCxn id="7" idx="0"/>
              <a:endCxn id="8" idx="4"/>
            </p:cNvCxnSpPr>
            <p:nvPr/>
          </p:nvCxnSpPr>
          <p:spPr>
            <a:xfrm flipV="1">
              <a:off x="3416995" y="2859781"/>
              <a:ext cx="144016" cy="52315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Ellipse 9"/>
            <p:cNvSpPr/>
            <p:nvPr/>
          </p:nvSpPr>
          <p:spPr>
            <a:xfrm>
              <a:off x="2696915" y="2740918"/>
              <a:ext cx="288032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Ellipse 10"/>
            <p:cNvSpPr/>
            <p:nvPr/>
          </p:nvSpPr>
          <p:spPr>
            <a:xfrm>
              <a:off x="2483768" y="3552103"/>
              <a:ext cx="288032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Ellipse 11"/>
            <p:cNvSpPr/>
            <p:nvPr/>
          </p:nvSpPr>
          <p:spPr>
            <a:xfrm>
              <a:off x="3128963" y="4136452"/>
              <a:ext cx="288032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Ellipse 12"/>
            <p:cNvSpPr/>
            <p:nvPr/>
          </p:nvSpPr>
          <p:spPr>
            <a:xfrm>
              <a:off x="4035240" y="3848420"/>
              <a:ext cx="288032" cy="28803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Ellipse 13"/>
            <p:cNvSpPr/>
            <p:nvPr/>
          </p:nvSpPr>
          <p:spPr>
            <a:xfrm>
              <a:off x="4137075" y="3079166"/>
              <a:ext cx="288032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Connecteur droit avec flèche 14"/>
            <p:cNvCxnSpPr>
              <a:stCxn id="7" idx="6"/>
              <a:endCxn id="14" idx="3"/>
            </p:cNvCxnSpPr>
            <p:nvPr/>
          </p:nvCxnSpPr>
          <p:spPr>
            <a:xfrm flipV="1">
              <a:off x="3561011" y="3325017"/>
              <a:ext cx="618245" cy="2019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Connecteur droit avec flèche 15"/>
            <p:cNvCxnSpPr/>
            <p:nvPr/>
          </p:nvCxnSpPr>
          <p:spPr>
            <a:xfrm>
              <a:off x="3514030" y="3628786"/>
              <a:ext cx="558591" cy="26181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Connecteur droit avec flèche 16"/>
            <p:cNvCxnSpPr>
              <a:stCxn id="7" idx="1"/>
              <a:endCxn id="10" idx="5"/>
            </p:cNvCxnSpPr>
            <p:nvPr/>
          </p:nvCxnSpPr>
          <p:spPr>
            <a:xfrm flipH="1" flipV="1">
              <a:off x="2942766" y="2986769"/>
              <a:ext cx="372394" cy="43834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Connecteur droit avec flèche 17"/>
            <p:cNvCxnSpPr>
              <a:stCxn id="7" idx="2"/>
              <a:endCxn id="11" idx="6"/>
            </p:cNvCxnSpPr>
            <p:nvPr/>
          </p:nvCxnSpPr>
          <p:spPr>
            <a:xfrm flipH="1">
              <a:off x="2771800" y="3526951"/>
              <a:ext cx="501179" cy="1691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Connecteur droit avec flèche 18"/>
            <p:cNvCxnSpPr>
              <a:stCxn id="7" idx="4"/>
              <a:endCxn id="12" idx="0"/>
            </p:cNvCxnSpPr>
            <p:nvPr/>
          </p:nvCxnSpPr>
          <p:spPr>
            <a:xfrm flipH="1">
              <a:off x="3272979" y="3670967"/>
              <a:ext cx="144016" cy="4654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27" name="Imag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7944" y="2828539"/>
            <a:ext cx="3462138" cy="1540842"/>
          </a:xfrm>
          <a:prstGeom prst="rect">
            <a:avLst/>
          </a:prstGeom>
        </p:spPr>
      </p:pic>
      <p:sp>
        <p:nvSpPr>
          <p:cNvPr id="28" name="ZoneTexte 27"/>
          <p:cNvSpPr txBox="1"/>
          <p:nvPr/>
        </p:nvSpPr>
        <p:spPr bwMode="auto">
          <a:xfrm>
            <a:off x="3842196" y="2260624"/>
            <a:ext cx="475252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45720" rIns="36000" bIns="45720" numCol="1" rtlCol="0" anchor="b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b="1" dirty="0"/>
              <a:t>Example : Automatic access control/parking access use case scenario</a:t>
            </a:r>
          </a:p>
        </p:txBody>
      </p:sp>
    </p:spTree>
    <p:extLst>
      <p:ext uri="{BB962C8B-B14F-4D97-AF65-F5344CB8AC3E}">
        <p14:creationId xmlns:p14="http://schemas.microsoft.com/office/powerpoint/2010/main" val="32166463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à coins arrondis 67"/>
          <p:cNvSpPr/>
          <p:nvPr/>
        </p:nvSpPr>
        <p:spPr>
          <a:xfrm>
            <a:off x="1651785" y="3607441"/>
            <a:ext cx="1552063" cy="81423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Geocast</a:t>
            </a:r>
            <a:r>
              <a:rPr lang="en-US" dirty="0"/>
              <a:t> Communications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/>
              <a:t>A communicating entity broadcasts messages in a specific geographic area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86108E-6173-CC4E-81D1-D6419E4934EE}" type="slidenum">
              <a:rPr lang="fr-FR" smtClean="0"/>
              <a:pPr/>
              <a:t>8</a:t>
            </a:fld>
            <a:endParaRPr lang="fr-FR" dirty="0"/>
          </a:p>
        </p:txBody>
      </p:sp>
      <p:grpSp>
        <p:nvGrpSpPr>
          <p:cNvPr id="54" name="Groupe 53"/>
          <p:cNvGrpSpPr/>
          <p:nvPr/>
        </p:nvGrpSpPr>
        <p:grpSpPr>
          <a:xfrm>
            <a:off x="1150606" y="2384258"/>
            <a:ext cx="1941339" cy="1852734"/>
            <a:chOff x="1910581" y="1904581"/>
            <a:chExt cx="1941339" cy="1852734"/>
          </a:xfrm>
        </p:grpSpPr>
        <p:sp>
          <p:nvSpPr>
            <p:cNvPr id="55" name="Ellipse 54"/>
            <p:cNvSpPr/>
            <p:nvPr/>
          </p:nvSpPr>
          <p:spPr>
            <a:xfrm>
              <a:off x="2699792" y="2715766"/>
              <a:ext cx="288032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Ellipse 55"/>
            <p:cNvSpPr/>
            <p:nvPr/>
          </p:nvSpPr>
          <p:spPr>
            <a:xfrm>
              <a:off x="2883545" y="1904581"/>
              <a:ext cx="288032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7" name="Connecteur droit avec flèche 56"/>
            <p:cNvCxnSpPr>
              <a:stCxn id="55" idx="0"/>
              <a:endCxn id="56" idx="4"/>
            </p:cNvCxnSpPr>
            <p:nvPr/>
          </p:nvCxnSpPr>
          <p:spPr>
            <a:xfrm flipV="1">
              <a:off x="2843808" y="2192613"/>
              <a:ext cx="183753" cy="52315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8" name="Ellipse 57"/>
            <p:cNvSpPr/>
            <p:nvPr/>
          </p:nvSpPr>
          <p:spPr>
            <a:xfrm>
              <a:off x="2123728" y="2073749"/>
              <a:ext cx="288032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Ellipse 58"/>
            <p:cNvSpPr/>
            <p:nvPr/>
          </p:nvSpPr>
          <p:spPr>
            <a:xfrm>
              <a:off x="1910581" y="2884934"/>
              <a:ext cx="288032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Ellipse 59"/>
            <p:cNvSpPr/>
            <p:nvPr/>
          </p:nvSpPr>
          <p:spPr>
            <a:xfrm>
              <a:off x="2555776" y="3469283"/>
              <a:ext cx="288032" cy="28803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Ellipse 60"/>
            <p:cNvSpPr/>
            <p:nvPr/>
          </p:nvSpPr>
          <p:spPr>
            <a:xfrm>
              <a:off x="3462053" y="3181251"/>
              <a:ext cx="288032" cy="28803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Ellipse 61"/>
            <p:cNvSpPr/>
            <p:nvPr/>
          </p:nvSpPr>
          <p:spPr>
            <a:xfrm>
              <a:off x="3563888" y="2411997"/>
              <a:ext cx="288032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3" name="Connecteur droit avec flèche 62"/>
            <p:cNvCxnSpPr>
              <a:stCxn id="55" idx="6"/>
              <a:endCxn id="62" idx="3"/>
            </p:cNvCxnSpPr>
            <p:nvPr/>
          </p:nvCxnSpPr>
          <p:spPr>
            <a:xfrm flipV="1">
              <a:off x="2987824" y="2657848"/>
              <a:ext cx="618245" cy="20193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Connecteur droit avec flèche 63"/>
            <p:cNvCxnSpPr/>
            <p:nvPr/>
          </p:nvCxnSpPr>
          <p:spPr>
            <a:xfrm>
              <a:off x="2940843" y="2961617"/>
              <a:ext cx="558591" cy="26181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Connecteur droit avec flèche 64"/>
            <p:cNvCxnSpPr>
              <a:stCxn id="55" idx="1"/>
              <a:endCxn id="58" idx="5"/>
            </p:cNvCxnSpPr>
            <p:nvPr/>
          </p:nvCxnSpPr>
          <p:spPr>
            <a:xfrm flipH="1" flipV="1">
              <a:off x="2369579" y="2319600"/>
              <a:ext cx="372394" cy="43834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Connecteur droit avec flèche 65"/>
            <p:cNvCxnSpPr>
              <a:stCxn id="55" idx="2"/>
              <a:endCxn id="59" idx="6"/>
            </p:cNvCxnSpPr>
            <p:nvPr/>
          </p:nvCxnSpPr>
          <p:spPr>
            <a:xfrm flipH="1">
              <a:off x="2198613" y="2859782"/>
              <a:ext cx="501179" cy="1691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Connecteur droit avec flèche 66"/>
            <p:cNvCxnSpPr>
              <a:stCxn id="55" idx="4"/>
              <a:endCxn id="60" idx="0"/>
            </p:cNvCxnSpPr>
            <p:nvPr/>
          </p:nvCxnSpPr>
          <p:spPr>
            <a:xfrm flipH="1">
              <a:off x="2699792" y="3003798"/>
              <a:ext cx="144016" cy="4654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9" name="ZoneTexte 68"/>
          <p:cNvSpPr txBox="1"/>
          <p:nvPr/>
        </p:nvSpPr>
        <p:spPr bwMode="auto">
          <a:xfrm>
            <a:off x="1936682" y="4455938"/>
            <a:ext cx="1152128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45720" rIns="36000" bIns="45720" numCol="1" rtlCol="0" anchor="b" anchorCtr="0" compatLnSpc="1">
            <a:prstTxWarp prst="textNoShape">
              <a:avLst/>
            </a:prstTxWarp>
            <a:spAutoFit/>
          </a:bodyPr>
          <a:lstStyle/>
          <a:p>
            <a:r>
              <a:rPr lang="en-US" sz="1050" dirty="0"/>
              <a:t>Geographic zone</a:t>
            </a:r>
          </a:p>
        </p:txBody>
      </p:sp>
      <p:pic>
        <p:nvPicPr>
          <p:cNvPr id="70" name="Image 6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3055" y="2528274"/>
            <a:ext cx="3529586" cy="2358032"/>
          </a:xfrm>
          <a:prstGeom prst="rect">
            <a:avLst/>
          </a:prstGeom>
        </p:spPr>
      </p:pic>
      <p:sp>
        <p:nvSpPr>
          <p:cNvPr id="71" name="ZoneTexte 70"/>
          <p:cNvSpPr txBox="1"/>
          <p:nvPr/>
        </p:nvSpPr>
        <p:spPr bwMode="auto">
          <a:xfrm>
            <a:off x="4469978" y="2304431"/>
            <a:ext cx="288032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45720" rIns="36000" bIns="45720" numCol="1" rtlCol="0" anchor="b" anchorCtr="0" compatLnSpc="1">
            <a:prstTxWarp prst="textNoShape">
              <a:avLst/>
            </a:prstTxWarp>
            <a:spAutoFit/>
          </a:bodyPr>
          <a:lstStyle/>
          <a:p>
            <a:r>
              <a:rPr lang="en-US" sz="1200" b="1" dirty="0"/>
              <a:t>Example : Traffic condition warning</a:t>
            </a:r>
          </a:p>
        </p:txBody>
      </p:sp>
    </p:spTree>
    <p:extLst>
      <p:ext uri="{BB962C8B-B14F-4D97-AF65-F5344CB8AC3E}">
        <p14:creationId xmlns:p14="http://schemas.microsoft.com/office/powerpoint/2010/main" val="22996168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Multicast Communications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/>
              <a:t>A communicating entity sends messages to a group of communicating entities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86108E-6173-CC4E-81D1-D6419E4934EE}" type="slidenum">
              <a:rPr lang="fr-FR" smtClean="0"/>
              <a:pPr/>
              <a:t>9</a:t>
            </a:fld>
            <a:endParaRPr lang="fr-FR" dirty="0"/>
          </a:p>
        </p:txBody>
      </p:sp>
      <p:grpSp>
        <p:nvGrpSpPr>
          <p:cNvPr id="23" name="Groupe 22"/>
          <p:cNvGrpSpPr/>
          <p:nvPr/>
        </p:nvGrpSpPr>
        <p:grpSpPr>
          <a:xfrm>
            <a:off x="863588" y="2571750"/>
            <a:ext cx="1908212" cy="1852734"/>
            <a:chOff x="3707904" y="2908556"/>
            <a:chExt cx="1908212" cy="1852734"/>
          </a:xfrm>
        </p:grpSpPr>
        <p:sp>
          <p:nvSpPr>
            <p:cNvPr id="7" name="Ellipse 6"/>
            <p:cNvSpPr/>
            <p:nvPr/>
          </p:nvSpPr>
          <p:spPr>
            <a:xfrm>
              <a:off x="4497115" y="3719741"/>
              <a:ext cx="288032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Ellipse 7"/>
            <p:cNvSpPr/>
            <p:nvPr/>
          </p:nvSpPr>
          <p:spPr>
            <a:xfrm>
              <a:off x="4680868" y="2908556"/>
              <a:ext cx="288032" cy="28803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" name="Connecteur droit avec flèche 8"/>
            <p:cNvCxnSpPr>
              <a:stCxn id="7" idx="0"/>
              <a:endCxn id="8" idx="4"/>
            </p:cNvCxnSpPr>
            <p:nvPr/>
          </p:nvCxnSpPr>
          <p:spPr>
            <a:xfrm flipV="1">
              <a:off x="4641131" y="3196588"/>
              <a:ext cx="183753" cy="52315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Ellipse 9"/>
            <p:cNvSpPr/>
            <p:nvPr/>
          </p:nvSpPr>
          <p:spPr>
            <a:xfrm>
              <a:off x="3921051" y="3077724"/>
              <a:ext cx="288032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Ellipse 10"/>
            <p:cNvSpPr/>
            <p:nvPr/>
          </p:nvSpPr>
          <p:spPr>
            <a:xfrm>
              <a:off x="3707904" y="3888909"/>
              <a:ext cx="288032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Ellipse 11"/>
            <p:cNvSpPr/>
            <p:nvPr/>
          </p:nvSpPr>
          <p:spPr>
            <a:xfrm>
              <a:off x="4353099" y="4473258"/>
              <a:ext cx="288032" cy="28803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Ellipse 12"/>
            <p:cNvSpPr/>
            <p:nvPr/>
          </p:nvSpPr>
          <p:spPr>
            <a:xfrm>
              <a:off x="5259376" y="4185226"/>
              <a:ext cx="288032" cy="288032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Ellipse 13"/>
            <p:cNvSpPr/>
            <p:nvPr/>
          </p:nvSpPr>
          <p:spPr>
            <a:xfrm>
              <a:off x="5328084" y="3419594"/>
              <a:ext cx="288032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Connecteur droit avec flèche 14"/>
            <p:cNvCxnSpPr>
              <a:stCxn id="7" idx="6"/>
              <a:endCxn id="14" idx="3"/>
            </p:cNvCxnSpPr>
            <p:nvPr/>
          </p:nvCxnSpPr>
          <p:spPr>
            <a:xfrm flipV="1">
              <a:off x="4785147" y="3665445"/>
              <a:ext cx="585118" cy="19831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Connecteur droit avec flèche 15"/>
            <p:cNvCxnSpPr/>
            <p:nvPr/>
          </p:nvCxnSpPr>
          <p:spPr>
            <a:xfrm>
              <a:off x="4734494" y="3949833"/>
              <a:ext cx="558591" cy="26181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Connecteur droit avec flèche 16"/>
            <p:cNvCxnSpPr>
              <a:stCxn id="7" idx="1"/>
              <a:endCxn id="10" idx="5"/>
            </p:cNvCxnSpPr>
            <p:nvPr/>
          </p:nvCxnSpPr>
          <p:spPr>
            <a:xfrm flipH="1" flipV="1">
              <a:off x="4166902" y="3323575"/>
              <a:ext cx="372394" cy="43834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Connecteur droit avec flèche 17"/>
            <p:cNvCxnSpPr>
              <a:stCxn id="7" idx="2"/>
              <a:endCxn id="11" idx="6"/>
            </p:cNvCxnSpPr>
            <p:nvPr/>
          </p:nvCxnSpPr>
          <p:spPr>
            <a:xfrm flipH="1">
              <a:off x="3995936" y="3863757"/>
              <a:ext cx="501179" cy="1691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Connecteur droit avec flèche 18"/>
            <p:cNvCxnSpPr>
              <a:stCxn id="7" idx="4"/>
              <a:endCxn id="12" idx="0"/>
            </p:cNvCxnSpPr>
            <p:nvPr/>
          </p:nvCxnSpPr>
          <p:spPr>
            <a:xfrm flipH="1">
              <a:off x="4497115" y="4007773"/>
              <a:ext cx="144016" cy="4654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24" name="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7" y="2843454"/>
            <a:ext cx="3757477" cy="1797054"/>
          </a:xfrm>
          <a:prstGeom prst="rect">
            <a:avLst/>
          </a:prstGeom>
        </p:spPr>
      </p:pic>
      <p:sp>
        <p:nvSpPr>
          <p:cNvPr id="25" name="ZoneTexte 24"/>
          <p:cNvSpPr txBox="1"/>
          <p:nvPr/>
        </p:nvSpPr>
        <p:spPr bwMode="auto">
          <a:xfrm>
            <a:off x="4469978" y="2304431"/>
            <a:ext cx="321142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45720" rIns="36000" bIns="45720" numCol="1" rtlCol="0" anchor="b" anchorCtr="0" compatLnSpc="1">
            <a:prstTxWarp prst="textNoShape">
              <a:avLst/>
            </a:prstTxWarp>
            <a:spAutoFit/>
          </a:bodyPr>
          <a:lstStyle/>
          <a:p>
            <a:r>
              <a:rPr lang="en-US" sz="1200" b="1" dirty="0"/>
              <a:t>Example : Point Of Interest Notification</a:t>
            </a:r>
          </a:p>
        </p:txBody>
      </p:sp>
    </p:spTree>
    <p:extLst>
      <p:ext uri="{BB962C8B-B14F-4D97-AF65-F5344CB8AC3E}">
        <p14:creationId xmlns:p14="http://schemas.microsoft.com/office/powerpoint/2010/main" val="12613885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ITS Stations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86108E-6173-CC4E-81D1-D6419E4934EE}" type="slidenum">
              <a:rPr lang="fr-FR" smtClean="0"/>
              <a:pPr/>
              <a:t>10</a:t>
            </a:fld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816EEFB-D77B-45C6-9E94-C12425F27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9458" y="1355106"/>
            <a:ext cx="3889046" cy="3493353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1510728"/>
            <a:ext cx="5024898" cy="2573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679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ITS Reference Architecture (ETSI)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86108E-6173-CC4E-81D1-D6419E4934EE}" type="slidenum">
              <a:rPr lang="fr-FR" smtClean="0"/>
              <a:pPr/>
              <a:t>11</a:t>
            </a:fld>
            <a:endParaRPr lang="fr-FR" dirty="0"/>
          </a:p>
        </p:txBody>
      </p:sp>
      <p:pic>
        <p:nvPicPr>
          <p:cNvPr id="6" name="Image 4" descr="ITS station reference architecture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284335"/>
            <a:ext cx="4340760" cy="2945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Espace réservé du contenu 7"/>
          <p:cNvSpPr>
            <a:spLocks noGrp="1"/>
          </p:cNvSpPr>
          <p:nvPr>
            <p:ph idx="1"/>
          </p:nvPr>
        </p:nvSpPr>
        <p:spPr>
          <a:xfrm>
            <a:off x="251520" y="1275606"/>
            <a:ext cx="4392488" cy="3319017"/>
          </a:xfrm>
        </p:spPr>
        <p:txBody>
          <a:bodyPr>
            <a:no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Applications</a:t>
            </a:r>
          </a:p>
          <a:p>
            <a:pPr marL="376313" lvl="1" indent="-214313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Road safety, traffic efficiency, and other types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Facilities </a:t>
            </a:r>
          </a:p>
          <a:p>
            <a:pPr marL="376313" lvl="1" indent="-214313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Application support</a:t>
            </a:r>
          </a:p>
          <a:p>
            <a:pPr marL="376313" lvl="1" indent="-214313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Information support </a:t>
            </a:r>
          </a:p>
          <a:p>
            <a:pPr marL="376313" lvl="1" indent="-214313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Communication support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Networking &amp; Transport</a:t>
            </a:r>
          </a:p>
          <a:p>
            <a:pPr marL="376313" lvl="1" indent="-214313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Addressing and packet routing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Access</a:t>
            </a:r>
          </a:p>
          <a:p>
            <a:pPr marL="376313" lvl="1" indent="-214313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Access technologies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Management</a:t>
            </a:r>
          </a:p>
          <a:p>
            <a:pPr marL="376313" lvl="1" indent="-214313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Cross layer management</a:t>
            </a:r>
          </a:p>
          <a:p>
            <a:pPr marL="376313" lvl="1" indent="-214313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Station management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Security</a:t>
            </a:r>
          </a:p>
          <a:p>
            <a:pPr marL="376313" lvl="1" indent="-214313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Security and privacy protection</a:t>
            </a:r>
          </a:p>
          <a:p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29989403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Autonomous mobility : Video EVA  </a:t>
            </a:r>
            <a:r>
              <a:rPr lang="en-US" sz="1800" b="0" dirty="0"/>
              <a:t>https://www.irt-systemx.fr/projets/eva/</a:t>
            </a:r>
          </a:p>
          <a:p>
            <a:r>
              <a:rPr lang="en-US" dirty="0"/>
              <a:t>Collective Perception : Video 5GMobiX </a:t>
            </a:r>
            <a:r>
              <a:rPr lang="en-US" sz="1800" b="0" dirty="0"/>
              <a:t>https://www.youtube.com/watch?v=l1p2RrZhDoQ&amp;ab_channel=InstitutVEDECOM</a:t>
            </a:r>
          </a:p>
          <a:p>
            <a:endParaRPr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86108E-6173-CC4E-81D1-D6419E4934EE}" type="slidenum">
              <a:rPr lang="fr-FR" smtClean="0"/>
              <a:pPr/>
              <a:t>12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043058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Facilities Layer : Support Messages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7504" y="1275605"/>
            <a:ext cx="4826263" cy="3312369"/>
          </a:xfrm>
        </p:spPr>
        <p:txBody>
          <a:bodyPr/>
          <a:lstStyle/>
          <a:p>
            <a:r>
              <a:rPr lang="en-US" sz="1600" dirty="0"/>
              <a:t>CAM Cooperative Awareness Messages</a:t>
            </a:r>
          </a:p>
          <a:p>
            <a:pPr lvl="1"/>
            <a:r>
              <a:rPr lang="en-US" sz="1200" dirty="0"/>
              <a:t>ITS stations inform each other about their presence : one-hop broadcast</a:t>
            </a:r>
          </a:p>
          <a:p>
            <a:r>
              <a:rPr lang="en-US" sz="1600" dirty="0"/>
              <a:t>DENM Decentralized Environment Notification Message</a:t>
            </a:r>
          </a:p>
          <a:p>
            <a:pPr lvl="1"/>
            <a:r>
              <a:rPr lang="en-US" sz="1200" dirty="0"/>
              <a:t>ITS stations send an alert to each other : multi-hop broadcast</a:t>
            </a:r>
          </a:p>
          <a:p>
            <a:r>
              <a:rPr lang="en-US" sz="1600" dirty="0"/>
              <a:t>CPM Collective Perception Message</a:t>
            </a:r>
          </a:p>
          <a:p>
            <a:pPr lvl="1"/>
            <a:r>
              <a:rPr lang="en-US" sz="1200" dirty="0"/>
              <a:t>ITS station inform each other about their dynamic perceived objects : one hop broadcast</a:t>
            </a:r>
          </a:p>
          <a:p>
            <a:r>
              <a:rPr lang="fr-FR" sz="1600" dirty="0"/>
              <a:t>IVI Infrastructure to </a:t>
            </a:r>
            <a:r>
              <a:rPr lang="fr-FR" sz="1600" dirty="0" err="1"/>
              <a:t>Vehicle</a:t>
            </a:r>
            <a:r>
              <a:rPr lang="fr-FR" sz="1600" dirty="0"/>
              <a:t> Information</a:t>
            </a:r>
          </a:p>
          <a:p>
            <a:pPr lvl="1"/>
            <a:r>
              <a:rPr lang="fr-FR" sz="1200" dirty="0" err="1"/>
              <a:t>Example</a:t>
            </a:r>
            <a:r>
              <a:rPr lang="fr-FR" sz="1200" dirty="0"/>
              <a:t> : 1) Traffic Light </a:t>
            </a:r>
            <a:r>
              <a:rPr lang="fr-FR" sz="1200" dirty="0" err="1"/>
              <a:t>Manoeuver</a:t>
            </a:r>
            <a:r>
              <a:rPr lang="fr-FR" sz="1200" dirty="0"/>
              <a:t> to </a:t>
            </a:r>
            <a:r>
              <a:rPr lang="fr-FR" sz="1200" dirty="0" err="1"/>
              <a:t>inform</a:t>
            </a:r>
            <a:r>
              <a:rPr lang="fr-FR" sz="1200" dirty="0"/>
              <a:t> </a:t>
            </a:r>
            <a:r>
              <a:rPr lang="fr-FR" sz="1200" dirty="0" err="1"/>
              <a:t>vehicle</a:t>
            </a:r>
            <a:r>
              <a:rPr lang="fr-FR" sz="1200" dirty="0"/>
              <a:t> about the state of the </a:t>
            </a:r>
            <a:r>
              <a:rPr lang="fr-FR" sz="1200" dirty="0" err="1"/>
              <a:t>traffic</a:t>
            </a:r>
            <a:r>
              <a:rPr lang="fr-FR" sz="1200" dirty="0"/>
              <a:t> light state 2) Road and Lane </a:t>
            </a:r>
            <a:r>
              <a:rPr lang="fr-FR" sz="1200" dirty="0" err="1"/>
              <a:t>Topology</a:t>
            </a:r>
            <a:r>
              <a:rPr lang="fr-FR" sz="1200" dirty="0"/>
              <a:t> to </a:t>
            </a:r>
            <a:r>
              <a:rPr lang="fr-FR" sz="1200" dirty="0" err="1"/>
              <a:t>inform</a:t>
            </a:r>
            <a:r>
              <a:rPr lang="fr-FR" sz="1200" dirty="0"/>
              <a:t> </a:t>
            </a:r>
            <a:r>
              <a:rPr lang="fr-FR" sz="1200" dirty="0" err="1"/>
              <a:t>vehicle</a:t>
            </a:r>
            <a:r>
              <a:rPr lang="fr-FR" sz="1200" dirty="0"/>
              <a:t> </a:t>
            </a:r>
            <a:r>
              <a:rPr lang="fr-FR" sz="1200" dirty="0" err="1"/>
              <a:t>avout</a:t>
            </a:r>
            <a:r>
              <a:rPr lang="fr-FR" sz="1200" dirty="0"/>
              <a:t> the road </a:t>
            </a:r>
            <a:r>
              <a:rPr lang="fr-FR" sz="1200" dirty="0" err="1"/>
              <a:t>topological</a:t>
            </a:r>
            <a:r>
              <a:rPr lang="fr-FR" sz="1200" dirty="0"/>
              <a:t> </a:t>
            </a:r>
            <a:r>
              <a:rPr lang="fr-FR" sz="1200" dirty="0" err="1"/>
              <a:t>map</a:t>
            </a:r>
            <a:endParaRPr lang="fr-FR" sz="1200" dirty="0"/>
          </a:p>
          <a:p>
            <a:r>
              <a:rPr lang="fr-FR" sz="1600" dirty="0"/>
              <a:t>MCM Manœuvre Coordination Message</a:t>
            </a:r>
          </a:p>
          <a:p>
            <a:pPr lvl="1"/>
            <a:r>
              <a:rPr lang="fr-FR" sz="1200" dirty="0"/>
              <a:t>Exchange the manœuvre intention</a:t>
            </a:r>
            <a:endParaRPr lang="en-US" sz="1200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86108E-6173-CC4E-81D1-D6419E4934EE}" type="slidenum">
              <a:rPr lang="fr-FR" smtClean="0"/>
              <a:pPr/>
              <a:t>13</a:t>
            </a:fld>
            <a:endParaRPr lang="fr-FR" dirty="0"/>
          </a:p>
        </p:txBody>
      </p:sp>
      <p:pic>
        <p:nvPicPr>
          <p:cNvPr id="6" name="Image 4" descr="ITS station reference architecture.png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3767" y="1291714"/>
            <a:ext cx="4114815" cy="2792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>
            <a:off x="6012160" y="1923678"/>
            <a:ext cx="2031172" cy="648072"/>
          </a:xfrm>
          <a:prstGeom prst="rect">
            <a:avLst/>
          </a:prstGeom>
          <a:noFill/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5023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Case </a:t>
            </a:r>
            <a:r>
              <a:rPr lang="fr-FR" dirty="0" err="1"/>
              <a:t>Study</a:t>
            </a:r>
            <a:r>
              <a:rPr lang="fr-FR" dirty="0"/>
              <a:t> : Intersection </a:t>
            </a:r>
            <a:r>
              <a:rPr lang="fr-FR" dirty="0" err="1"/>
              <a:t>Movement</a:t>
            </a:r>
            <a:r>
              <a:rPr lang="fr-FR" dirty="0"/>
              <a:t> </a:t>
            </a:r>
            <a:r>
              <a:rPr lang="fr-FR" dirty="0" err="1"/>
              <a:t>Assist</a:t>
            </a:r>
            <a:r>
              <a:rPr lang="fr-FR" dirty="0"/>
              <a:t> Service</a:t>
            </a:r>
            <a:endParaRPr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86108E-6173-CC4E-81D1-D6419E4934EE}" type="slidenum">
              <a:rPr lang="fr-FR" smtClean="0"/>
              <a:pPr/>
              <a:t>14</a:t>
            </a:fld>
            <a:endParaRPr lang="fr-FR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409128"/>
            <a:ext cx="3525848" cy="1980428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4008" y="1403369"/>
            <a:ext cx="3672408" cy="2062749"/>
          </a:xfrm>
          <a:prstGeom prst="rect">
            <a:avLst/>
          </a:prstGeom>
        </p:spPr>
      </p:pic>
      <p:sp>
        <p:nvSpPr>
          <p:cNvPr id="11" name="ZoneTexte 10"/>
          <p:cNvSpPr txBox="1"/>
          <p:nvPr/>
        </p:nvSpPr>
        <p:spPr bwMode="auto">
          <a:xfrm>
            <a:off x="755576" y="3620006"/>
            <a:ext cx="4464496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45720" rIns="36000" bIns="45720" numCol="1" rtlCol="0" anchor="b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arenR"/>
            </a:pPr>
            <a:r>
              <a:rPr lang="fr-FR" dirty="0"/>
              <a:t>Use Cases and application </a:t>
            </a:r>
            <a:r>
              <a:rPr lang="fr-FR" dirty="0" err="1"/>
              <a:t>flows</a:t>
            </a:r>
            <a:endParaRPr lang="fr-FR" dirty="0"/>
          </a:p>
          <a:p>
            <a:pPr marL="342900" indent="-342900">
              <a:buAutoNum type="arabicParenR"/>
            </a:pPr>
            <a:r>
              <a:rPr lang="fr-FR" dirty="0" err="1"/>
              <a:t>Facilities</a:t>
            </a:r>
            <a:r>
              <a:rPr lang="fr-FR" dirty="0"/>
              <a:t> service ?</a:t>
            </a:r>
          </a:p>
          <a:p>
            <a:pPr marL="342900" indent="-342900">
              <a:buAutoNum type="arabicParenR"/>
            </a:pPr>
            <a:r>
              <a:rPr lang="fr-FR" dirty="0"/>
              <a:t>Communication </a:t>
            </a:r>
            <a:r>
              <a:rPr lang="fr-FR" dirty="0" err="1"/>
              <a:t>requirement</a:t>
            </a:r>
            <a:r>
              <a:rPr lang="en-US" dirty="0"/>
              <a:t>s?</a:t>
            </a:r>
          </a:p>
          <a:p>
            <a:pPr marL="800100" lvl="1" indent="-342900">
              <a:buAutoNum type="arabicParenR"/>
            </a:pPr>
            <a:r>
              <a:rPr lang="fr-FR" dirty="0"/>
              <a:t>Network layer ?</a:t>
            </a:r>
          </a:p>
          <a:p>
            <a:pPr marL="800100" lvl="1" indent="-342900">
              <a:buAutoNum type="arabicParenR"/>
            </a:pPr>
            <a:r>
              <a:rPr lang="fr-FR" dirty="0"/>
              <a:t>Access layer ?</a:t>
            </a:r>
            <a:endParaRPr lang="en-US" dirty="0"/>
          </a:p>
          <a:p>
            <a:pPr marL="342900" indent="-342900">
              <a:buAutoNum type="arabicParenR"/>
            </a:pPr>
            <a:endParaRPr lang="fr-FR" dirty="0"/>
          </a:p>
        </p:txBody>
      </p:sp>
      <p:sp>
        <p:nvSpPr>
          <p:cNvPr id="12" name="ZoneTexte 11"/>
          <p:cNvSpPr txBox="1"/>
          <p:nvPr/>
        </p:nvSpPr>
        <p:spPr bwMode="auto">
          <a:xfrm>
            <a:off x="1763688" y="3238851"/>
            <a:ext cx="129614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45720" rIns="36000" bIns="45720" numCol="1" rtlCol="0" anchor="b" anchorCtr="0" compatLnSpc="1">
            <a:prstTxWarp prst="textNoShape">
              <a:avLst/>
            </a:prstTxWarp>
            <a:spAutoFit/>
          </a:bodyPr>
          <a:lstStyle/>
          <a:p>
            <a:r>
              <a:rPr lang="fr-FR" sz="1400" dirty="0"/>
              <a:t>Use case 1</a:t>
            </a:r>
            <a:endParaRPr lang="en-US" sz="1400" dirty="0"/>
          </a:p>
        </p:txBody>
      </p:sp>
      <p:sp>
        <p:nvSpPr>
          <p:cNvPr id="13" name="ZoneTexte 12"/>
          <p:cNvSpPr txBox="1"/>
          <p:nvPr/>
        </p:nvSpPr>
        <p:spPr bwMode="auto">
          <a:xfrm>
            <a:off x="6012160" y="3312229"/>
            <a:ext cx="129614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45720" rIns="36000" bIns="45720" numCol="1" rtlCol="0" anchor="b" anchorCtr="0" compatLnSpc="1">
            <a:prstTxWarp prst="textNoShape">
              <a:avLst/>
            </a:prstTxWarp>
            <a:spAutoFit/>
          </a:bodyPr>
          <a:lstStyle/>
          <a:p>
            <a:r>
              <a:rPr lang="fr-FR" sz="1400" dirty="0"/>
              <a:t>Use case 2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7511704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CAM/DENM  scenario example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86108E-6173-CC4E-81D1-D6419E4934EE}" type="slidenum">
              <a:rPr lang="fr-FR" smtClean="0"/>
              <a:pPr/>
              <a:t>15</a:t>
            </a:fld>
            <a:endParaRPr lang="fr-FR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1347614"/>
            <a:ext cx="3067050" cy="1495425"/>
          </a:xfrm>
          <a:prstGeom prst="rect">
            <a:avLst/>
          </a:prstGeom>
        </p:spPr>
      </p:pic>
      <p:pic>
        <p:nvPicPr>
          <p:cNvPr id="9" name="Espace réservé du contenu 8"/>
          <p:cNvPicPr>
            <a:picLocks noGrp="1" noChangeAspect="1"/>
          </p:cNvPicPr>
          <p:nvPr>
            <p:ph idx="1"/>
          </p:nvPr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3318840"/>
            <a:ext cx="5544616" cy="1754707"/>
          </a:xfrm>
        </p:spPr>
      </p:pic>
      <p:sp>
        <p:nvSpPr>
          <p:cNvPr id="10" name="ZoneTexte 9"/>
          <p:cNvSpPr txBox="1"/>
          <p:nvPr/>
        </p:nvSpPr>
        <p:spPr bwMode="auto">
          <a:xfrm>
            <a:off x="2374577" y="2857354"/>
            <a:ext cx="237626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45720" rIns="36000" bIns="45720" numCol="1" rtlCol="0" anchor="b" anchorCtr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/>
              <a:t>Source ETSI </a:t>
            </a:r>
            <a:r>
              <a:rPr lang="fr-FR" sz="1200" dirty="0"/>
              <a:t>TS 101 539-2 V1.1.1 </a:t>
            </a:r>
            <a:endParaRPr lang="en-US" sz="1200" dirty="0"/>
          </a:p>
        </p:txBody>
      </p:sp>
      <p:sp>
        <p:nvSpPr>
          <p:cNvPr id="12" name="ZoneTexte 11"/>
          <p:cNvSpPr txBox="1"/>
          <p:nvPr/>
        </p:nvSpPr>
        <p:spPr bwMode="auto">
          <a:xfrm>
            <a:off x="5364088" y="1575318"/>
            <a:ext cx="280831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45720" rIns="36000" bIns="45720" numCol="1" rtlCol="0" anchor="b" anchorCtr="0" compatLnSpc="1">
            <a:prstTxWarp prst="textNoShape">
              <a:avLst/>
            </a:prstTxWarp>
            <a:spAutoFit/>
          </a:bodyPr>
          <a:lstStyle/>
          <a:p>
            <a:r>
              <a:rPr lang="fr-FR" dirty="0" err="1"/>
              <a:t>Turning</a:t>
            </a:r>
            <a:r>
              <a:rPr lang="fr-FR" dirty="0"/>
              <a:t> collision </a:t>
            </a:r>
            <a:r>
              <a:rPr lang="fr-FR" dirty="0" err="1"/>
              <a:t>risk</a:t>
            </a:r>
            <a:r>
              <a:rPr lang="fr-FR" dirty="0"/>
              <a:t> warning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62804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CAM Header</a:t>
            </a:r>
          </a:p>
        </p:txBody>
      </p:sp>
      <p:sp>
        <p:nvSpPr>
          <p:cNvPr id="63" name="Espace réservé de la date 2">
            <a:extLst>
              <a:ext uri="{FF2B5EF4-FFF2-40B4-BE49-F238E27FC236}">
                <a16:creationId xmlns:a16="http://schemas.microsoft.com/office/drawing/2014/main" id="{7121B541-5FA0-4D82-986D-227F494C1036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AD39F2E-B5C7-4AAC-9CEE-4CEA3543C7B9}" type="datetime1">
              <a:rPr lang="fr-FR" smtClean="0"/>
              <a:t>04/01/2026</a:t>
            </a:fld>
            <a:endParaRPr lang="fr-FR"/>
          </a:p>
        </p:txBody>
      </p:sp>
      <p:sp>
        <p:nvSpPr>
          <p:cNvPr id="97" name="ZoneTexte 96">
            <a:extLst>
              <a:ext uri="{FF2B5EF4-FFF2-40B4-BE49-F238E27FC236}">
                <a16:creationId xmlns:a16="http://schemas.microsoft.com/office/drawing/2014/main" id="{367A151E-5474-4FE3-8650-7BFFF2EF20C3}"/>
              </a:ext>
            </a:extLst>
          </p:cNvPr>
          <p:cNvSpPr txBox="1"/>
          <p:nvPr/>
        </p:nvSpPr>
        <p:spPr>
          <a:xfrm>
            <a:off x="517490" y="2931790"/>
            <a:ext cx="1870309" cy="577081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50" dirty="0" err="1">
                <a:solidFill>
                  <a:schemeClr val="tx1"/>
                </a:solidFill>
              </a:rPr>
              <a:t>stationType</a:t>
            </a:r>
            <a:endParaRPr lang="en-GB" sz="105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50" dirty="0" err="1">
                <a:solidFill>
                  <a:schemeClr val="tx1"/>
                </a:solidFill>
              </a:rPr>
              <a:t>referencePosition</a:t>
            </a:r>
            <a:endParaRPr lang="en-GB" sz="105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5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98" name="ZoneTexte 97">
            <a:extLst>
              <a:ext uri="{FF2B5EF4-FFF2-40B4-BE49-F238E27FC236}">
                <a16:creationId xmlns:a16="http://schemas.microsoft.com/office/drawing/2014/main" id="{4BE2D0D5-DE8C-4465-B239-4CA364556A34}"/>
              </a:ext>
            </a:extLst>
          </p:cNvPr>
          <p:cNvSpPr txBox="1"/>
          <p:nvPr/>
        </p:nvSpPr>
        <p:spPr>
          <a:xfrm>
            <a:off x="3222826" y="2835176"/>
            <a:ext cx="2249274" cy="230832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900" dirty="0">
                <a:solidFill>
                  <a:schemeClr val="tx1"/>
                </a:solidFill>
              </a:rPr>
              <a:t>Heading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900" dirty="0">
                <a:solidFill>
                  <a:schemeClr val="tx1"/>
                </a:solidFill>
              </a:rPr>
              <a:t>Speed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900" dirty="0" err="1">
                <a:solidFill>
                  <a:schemeClr val="tx1"/>
                </a:solidFill>
              </a:rPr>
              <a:t>DriveDirection</a:t>
            </a:r>
            <a:endParaRPr lang="en-GB" sz="9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900" dirty="0" err="1">
                <a:solidFill>
                  <a:schemeClr val="tx1"/>
                </a:solidFill>
              </a:rPr>
              <a:t>Vehiclelength</a:t>
            </a:r>
            <a:endParaRPr lang="en-GB" sz="9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900" dirty="0" err="1">
                <a:solidFill>
                  <a:schemeClr val="tx1"/>
                </a:solidFill>
              </a:rPr>
              <a:t>Vehiclewidth</a:t>
            </a:r>
            <a:endParaRPr lang="en-GB" sz="9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900" dirty="0" err="1">
                <a:solidFill>
                  <a:schemeClr val="tx1"/>
                </a:solidFill>
              </a:rPr>
              <a:t>LongitudinalAcceleration</a:t>
            </a:r>
            <a:endParaRPr lang="en-GB" sz="9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900" dirty="0">
                <a:solidFill>
                  <a:schemeClr val="tx1"/>
                </a:solidFill>
              </a:rPr>
              <a:t>Curvature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900" dirty="0" err="1">
                <a:solidFill>
                  <a:schemeClr val="tx1"/>
                </a:solidFill>
              </a:rPr>
              <a:t>Yawrate</a:t>
            </a:r>
            <a:endParaRPr lang="en-GB" sz="9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900" dirty="0" err="1">
                <a:solidFill>
                  <a:schemeClr val="tx1"/>
                </a:solidFill>
              </a:rPr>
              <a:t>Acellerationcontrol</a:t>
            </a:r>
            <a:endParaRPr lang="en-GB" sz="9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900" dirty="0" err="1">
                <a:solidFill>
                  <a:schemeClr val="tx1"/>
                </a:solidFill>
              </a:rPr>
              <a:t>Lanepositon</a:t>
            </a:r>
            <a:endParaRPr lang="en-GB" sz="9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900" dirty="0" err="1">
                <a:solidFill>
                  <a:schemeClr val="tx1"/>
                </a:solidFill>
              </a:rPr>
              <a:t>Steeringwhellangle</a:t>
            </a:r>
            <a:endParaRPr lang="en-GB" sz="9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900" dirty="0" err="1">
                <a:solidFill>
                  <a:schemeClr val="tx1"/>
                </a:solidFill>
              </a:rPr>
              <a:t>lateralAcceleration</a:t>
            </a:r>
            <a:endParaRPr lang="en-GB" sz="9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900" dirty="0" err="1">
                <a:solidFill>
                  <a:schemeClr val="tx1"/>
                </a:solidFill>
              </a:rPr>
              <a:t>vehirticalAcceleration</a:t>
            </a:r>
            <a:endParaRPr lang="en-GB" sz="9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900" dirty="0" err="1">
                <a:solidFill>
                  <a:schemeClr val="tx1"/>
                </a:solidFill>
              </a:rPr>
              <a:t>performanceClass</a:t>
            </a:r>
            <a:r>
              <a:rPr lang="en-GB" sz="900" dirty="0">
                <a:solidFill>
                  <a:schemeClr val="tx1"/>
                </a:solidFill>
              </a:rPr>
              <a:t> (max. data age w.r.t </a:t>
            </a:r>
            <a:r>
              <a:rPr lang="en-GB" sz="900" dirty="0" err="1">
                <a:solidFill>
                  <a:schemeClr val="tx1"/>
                </a:solidFill>
              </a:rPr>
              <a:t>generationTime</a:t>
            </a:r>
            <a:r>
              <a:rPr lang="en-GB" sz="900" dirty="0">
                <a:solidFill>
                  <a:schemeClr val="tx1"/>
                </a:solidFill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900" dirty="0" err="1">
                <a:solidFill>
                  <a:schemeClr val="tx1"/>
                </a:solidFill>
              </a:rPr>
              <a:t>cenDsrcTollingZone</a:t>
            </a:r>
            <a:endParaRPr lang="en-GB" sz="900" dirty="0">
              <a:solidFill>
                <a:schemeClr val="tx1"/>
              </a:solidFill>
            </a:endParaRPr>
          </a:p>
        </p:txBody>
      </p:sp>
      <p:pic>
        <p:nvPicPr>
          <p:cNvPr id="105" name="Image 10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889971"/>
            <a:ext cx="5313001" cy="1862633"/>
          </a:xfrm>
          <a:prstGeom prst="rect">
            <a:avLst/>
          </a:prstGeom>
        </p:spPr>
      </p:pic>
      <p:cxnSp>
        <p:nvCxnSpPr>
          <p:cNvPr id="101" name="Connecteur droit avec flèche 100"/>
          <p:cNvCxnSpPr/>
          <p:nvPr/>
        </p:nvCxnSpPr>
        <p:spPr>
          <a:xfrm flipH="1">
            <a:off x="2303785" y="2139702"/>
            <a:ext cx="792088" cy="79208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eur droit avec flèche 101"/>
          <p:cNvCxnSpPr/>
          <p:nvPr/>
        </p:nvCxnSpPr>
        <p:spPr>
          <a:xfrm flipH="1">
            <a:off x="3563962" y="2115096"/>
            <a:ext cx="216024" cy="72008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ZoneTexte 105"/>
          <p:cNvSpPr txBox="1"/>
          <p:nvPr/>
        </p:nvSpPr>
        <p:spPr bwMode="auto">
          <a:xfrm>
            <a:off x="7092280" y="1707654"/>
            <a:ext cx="158417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45720" rIns="36000" bIns="45720" numCol="1" rtlCol="0" anchor="b" anchorCtr="0" compatLnSpc="1">
            <a:prstTxWarp prst="textNoShape">
              <a:avLst/>
            </a:prstTxWarp>
            <a:spAutoFit/>
          </a:bodyPr>
          <a:lstStyle/>
          <a:p>
            <a:r>
              <a:rPr lang="fi-FI" sz="1400" dirty="0"/>
              <a:t>ETSI EN 302 637-2 V1.3.1 (2014-09)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4051053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Practical case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Wireshark to visualize the traces</a:t>
            </a:r>
          </a:p>
          <a:p>
            <a:pPr lvl="1"/>
            <a:r>
              <a:rPr lang="fr-FR" u="sng" dirty="0" err="1">
                <a:hlinkClick r:id="rId3"/>
              </a:rPr>
              <a:t>etsi</a:t>
            </a:r>
            <a:r>
              <a:rPr lang="fr-FR" u="sng" dirty="0">
                <a:hlinkClick r:id="rId3"/>
              </a:rPr>
              <a:t>-</a:t>
            </a:r>
            <a:r>
              <a:rPr lang="fr-FR" u="sng" dirty="0" err="1">
                <a:hlinkClick r:id="rId3"/>
              </a:rPr>
              <a:t>its</a:t>
            </a:r>
            <a:r>
              <a:rPr lang="fr-FR" u="sng" dirty="0">
                <a:hlinkClick r:id="rId3"/>
              </a:rPr>
              <a:t>-cam-</a:t>
            </a:r>
            <a:r>
              <a:rPr lang="fr-FR" u="sng" dirty="0" err="1">
                <a:hlinkClick r:id="rId3"/>
              </a:rPr>
              <a:t>unsecured.pcapng</a:t>
            </a:r>
            <a:endParaRPr lang="fr-FR" u="sng" dirty="0">
              <a:hlinkClick r:id="rId3"/>
            </a:endParaRPr>
          </a:p>
          <a:p>
            <a:pPr lvl="1"/>
            <a:endParaRPr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86108E-6173-CC4E-81D1-D6419E4934EE}" type="slidenum">
              <a:rPr lang="fr-FR" smtClean="0"/>
              <a:pPr/>
              <a:t>17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678822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DENM Header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86108E-6173-CC4E-81D1-D6419E4934EE}" type="slidenum">
              <a:rPr lang="fr-FR" smtClean="0"/>
              <a:pPr/>
              <a:t>18</a:t>
            </a:fld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51802E7-1BB8-4A4A-BAAB-5246258DE82A}"/>
              </a:ext>
            </a:extLst>
          </p:cNvPr>
          <p:cNvSpPr txBox="1"/>
          <p:nvPr/>
        </p:nvSpPr>
        <p:spPr>
          <a:xfrm>
            <a:off x="683568" y="2859782"/>
            <a:ext cx="2383973" cy="2192908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50" b="1" dirty="0" err="1">
                <a:solidFill>
                  <a:schemeClr val="tx1"/>
                </a:solidFill>
              </a:rPr>
              <a:t>actionID</a:t>
            </a:r>
            <a:endParaRPr lang="en-GB" sz="1050" b="1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50" dirty="0" err="1">
                <a:solidFill>
                  <a:schemeClr val="tx1"/>
                </a:solidFill>
              </a:rPr>
              <a:t>detectionTime</a:t>
            </a:r>
            <a:r>
              <a:rPr lang="en-GB" sz="1050" dirty="0">
                <a:solidFill>
                  <a:schemeClr val="tx1"/>
                </a:solidFill>
              </a:rPr>
              <a:t> (event detection time)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50" dirty="0" err="1">
                <a:solidFill>
                  <a:schemeClr val="tx1"/>
                </a:solidFill>
              </a:rPr>
              <a:t>referenceTime</a:t>
            </a:r>
            <a:r>
              <a:rPr lang="en-GB" sz="1050" dirty="0">
                <a:solidFill>
                  <a:schemeClr val="tx1"/>
                </a:solidFill>
              </a:rPr>
              <a:t> (</a:t>
            </a:r>
            <a:r>
              <a:rPr lang="en-GB" sz="1050" dirty="0" err="1">
                <a:solidFill>
                  <a:schemeClr val="tx1"/>
                </a:solidFill>
              </a:rPr>
              <a:t>msg</a:t>
            </a:r>
            <a:r>
              <a:rPr lang="en-GB" sz="1050" dirty="0">
                <a:solidFill>
                  <a:schemeClr val="tx1"/>
                </a:solidFill>
              </a:rPr>
              <a:t> gen. time)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50" b="1" dirty="0">
                <a:solidFill>
                  <a:schemeClr val="tx1"/>
                </a:solidFill>
              </a:rPr>
              <a:t>termination (indicates the termination of the event)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50" dirty="0" err="1">
                <a:solidFill>
                  <a:schemeClr val="tx1"/>
                </a:solidFill>
              </a:rPr>
              <a:t>eventPosition</a:t>
            </a:r>
            <a:endParaRPr lang="en-GB" sz="105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50" dirty="0" err="1">
                <a:solidFill>
                  <a:schemeClr val="tx1"/>
                </a:solidFill>
              </a:rPr>
              <a:t>relevanceDistance</a:t>
            </a:r>
            <a:endParaRPr lang="en-GB" sz="105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50" dirty="0" err="1">
                <a:solidFill>
                  <a:schemeClr val="tx1"/>
                </a:solidFill>
              </a:rPr>
              <a:t>relevanceTrafficDirection</a:t>
            </a:r>
            <a:endParaRPr lang="en-GB" sz="105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50" dirty="0" err="1">
                <a:solidFill>
                  <a:schemeClr val="tx1"/>
                </a:solidFill>
              </a:rPr>
              <a:t>validityDuration</a:t>
            </a:r>
            <a:endParaRPr lang="en-GB" sz="105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50" dirty="0" err="1">
                <a:solidFill>
                  <a:schemeClr val="tx1"/>
                </a:solidFill>
              </a:rPr>
              <a:t>transmissionInterval</a:t>
            </a:r>
            <a:endParaRPr lang="en-GB" sz="105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50" b="1" dirty="0" err="1">
                <a:solidFill>
                  <a:schemeClr val="tx1"/>
                </a:solidFill>
              </a:rPr>
              <a:t>stationType</a:t>
            </a:r>
            <a:endParaRPr lang="en-GB" sz="1050" b="1" dirty="0">
              <a:solidFill>
                <a:schemeClr val="tx1"/>
              </a:solidFill>
            </a:endParaRPr>
          </a:p>
          <a:p>
            <a:r>
              <a:rPr lang="en-GB" sz="1050" dirty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E0B3692-CE3B-4F77-A0CA-6B49802C8E6F}"/>
              </a:ext>
            </a:extLst>
          </p:cNvPr>
          <p:cNvSpPr txBox="1"/>
          <p:nvPr/>
        </p:nvSpPr>
        <p:spPr>
          <a:xfrm>
            <a:off x="3275856" y="3079073"/>
            <a:ext cx="2383973" cy="1223412"/>
          </a:xfrm>
          <a:prstGeom prst="rect">
            <a:avLst/>
          </a:prstGeom>
          <a:solidFill>
            <a:schemeClr val="bg2">
              <a:lumMod val="9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50" dirty="0" err="1">
                <a:solidFill>
                  <a:schemeClr val="tx1"/>
                </a:solidFill>
              </a:rPr>
              <a:t>informationQuality</a:t>
            </a:r>
            <a:endParaRPr lang="en-GB" sz="105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50" dirty="0" err="1">
                <a:solidFill>
                  <a:schemeClr val="tx1"/>
                </a:solidFill>
              </a:rPr>
              <a:t>eventyType</a:t>
            </a:r>
            <a:endParaRPr lang="en-GB" sz="105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50" dirty="0" err="1">
                <a:solidFill>
                  <a:schemeClr val="tx1"/>
                </a:solidFill>
              </a:rPr>
              <a:t>linkedCause</a:t>
            </a:r>
            <a:endParaRPr lang="en-GB" sz="105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50" dirty="0" err="1">
                <a:solidFill>
                  <a:schemeClr val="tx1"/>
                </a:solidFill>
              </a:rPr>
              <a:t>eventHistory</a:t>
            </a:r>
            <a:r>
              <a:rPr lang="en-GB" sz="1050" dirty="0">
                <a:solidFill>
                  <a:schemeClr val="tx1"/>
                </a:solidFill>
              </a:rPr>
              <a:t> (the list of positions that the event has been detected prior to the current event position)</a:t>
            </a:r>
          </a:p>
          <a:p>
            <a:r>
              <a:rPr lang="en-GB" sz="1050" dirty="0">
                <a:solidFill>
                  <a:schemeClr val="tx1"/>
                </a:solidFill>
              </a:rPr>
              <a:t>…</a:t>
            </a:r>
          </a:p>
        </p:txBody>
      </p:sp>
      <p:pic>
        <p:nvPicPr>
          <p:cNvPr id="16" name="Imag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9728" y="1297875"/>
            <a:ext cx="4800848" cy="1255213"/>
          </a:xfrm>
          <a:prstGeom prst="rect">
            <a:avLst/>
          </a:prstGeom>
        </p:spPr>
      </p:pic>
      <p:cxnSp>
        <p:nvCxnSpPr>
          <p:cNvPr id="9" name="Connecteur droit avec flèche 8"/>
          <p:cNvCxnSpPr/>
          <p:nvPr/>
        </p:nvCxnSpPr>
        <p:spPr>
          <a:xfrm flipH="1">
            <a:off x="2123728" y="2427734"/>
            <a:ext cx="576064" cy="43204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/>
          <p:cNvCxnSpPr/>
          <p:nvPr/>
        </p:nvCxnSpPr>
        <p:spPr>
          <a:xfrm flipH="1">
            <a:off x="3851921" y="2427734"/>
            <a:ext cx="72007" cy="65133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ZoneTexte 18"/>
          <p:cNvSpPr txBox="1"/>
          <p:nvPr/>
        </p:nvSpPr>
        <p:spPr bwMode="auto">
          <a:xfrm>
            <a:off x="7092280" y="1894061"/>
            <a:ext cx="165618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45720" rIns="36000" bIns="45720" numCol="1" rtlCol="0" anchor="b" anchorCtr="0" compatLnSpc="1">
            <a:prstTxWarp prst="textNoShape">
              <a:avLst/>
            </a:prstTxWarp>
            <a:spAutoFit/>
          </a:bodyPr>
          <a:lstStyle/>
          <a:p>
            <a:r>
              <a:rPr lang="fi-FI" sz="1200" dirty="0"/>
              <a:t>ETSI EN 302 637-3 V1.2.1 (2014-09)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0856087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CPM scenario example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86108E-6173-CC4E-81D1-D6419E4934EE}" type="slidenum">
              <a:rPr lang="fr-FR" smtClean="0"/>
              <a:pPr/>
              <a:t>19</a:t>
            </a:fld>
            <a:endParaRPr lang="fr-FR" dirty="0"/>
          </a:p>
        </p:txBody>
      </p:sp>
      <p:pic>
        <p:nvPicPr>
          <p:cNvPr id="47" name="Espace réservé du contenu 4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3164" y="1779662"/>
            <a:ext cx="3846846" cy="2664296"/>
          </a:xfrm>
        </p:spPr>
      </p:pic>
      <p:sp>
        <p:nvSpPr>
          <p:cNvPr id="48" name="ZoneTexte 47"/>
          <p:cNvSpPr txBox="1"/>
          <p:nvPr/>
        </p:nvSpPr>
        <p:spPr bwMode="auto">
          <a:xfrm>
            <a:off x="539552" y="1360388"/>
            <a:ext cx="396044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45720" rIns="36000" bIns="45720" numCol="1" rtlCol="0" anchor="b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Inform vehicle drivers about Vulnerable road users (Pedestrians) in intersections with obstacles</a:t>
            </a:r>
          </a:p>
        </p:txBody>
      </p:sp>
      <p:pic>
        <p:nvPicPr>
          <p:cNvPr id="51" name="Image 10">
            <a:extLst>
              <a:ext uri="{FF2B5EF4-FFF2-40B4-BE49-F238E27FC236}">
                <a16:creationId xmlns:a16="http://schemas.microsoft.com/office/drawing/2014/main" id="{3397C592-E04F-48BD-9EAD-B439DEFAB7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061" y="2316602"/>
            <a:ext cx="3903382" cy="2719356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 bwMode="auto">
          <a:xfrm>
            <a:off x="3026954" y="4422511"/>
            <a:ext cx="468052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45720" rIns="36000" bIns="45720" numCol="1" rtlCol="0" anchor="b" anchorCtr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/>
              <a:t>Example https://www.youtube.com/watch?v=l1p2RrZhDoQ&amp;ab_channel=InstitutVEDECOM</a:t>
            </a:r>
          </a:p>
        </p:txBody>
      </p:sp>
    </p:spTree>
    <p:extLst>
      <p:ext uri="{BB962C8B-B14F-4D97-AF65-F5344CB8AC3E}">
        <p14:creationId xmlns:p14="http://schemas.microsoft.com/office/powerpoint/2010/main" val="31149673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CPM Header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86108E-6173-CC4E-81D1-D6419E4934EE}" type="slidenum">
              <a:rPr lang="fr-FR" smtClean="0"/>
              <a:pPr/>
              <a:t>20</a:t>
            </a:fld>
            <a:endParaRPr lang="fr-FR" dirty="0"/>
          </a:p>
        </p:txBody>
      </p:sp>
      <p:pic>
        <p:nvPicPr>
          <p:cNvPr id="8" name="Picture 11">
            <a:extLst>
              <a:ext uri="{FF2B5EF4-FFF2-40B4-BE49-F238E27FC236}">
                <a16:creationId xmlns:a16="http://schemas.microsoft.com/office/drawing/2014/main" id="{4853A3EE-4F55-492B-8BE8-FEDE48DEF9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3528" y="1491630"/>
            <a:ext cx="1307041" cy="3317875"/>
          </a:xfrm>
          <a:prstGeom prst="rect">
            <a:avLst/>
          </a:prstGeom>
        </p:spPr>
      </p:pic>
      <p:pic>
        <p:nvPicPr>
          <p:cNvPr id="9" name="Picture 10"/>
          <p:cNvPicPr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59073" y="1204328"/>
            <a:ext cx="6130925" cy="182372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" name="Rectangle 9"/>
          <p:cNvSpPr/>
          <p:nvPr/>
        </p:nvSpPr>
        <p:spPr>
          <a:xfrm>
            <a:off x="4427984" y="3261732"/>
            <a:ext cx="4572000" cy="254172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§"/>
            </a:pPr>
            <a:r>
              <a:rPr lang="en-US" sz="800" dirty="0">
                <a:solidFill>
                  <a:srgbClr val="585858"/>
                </a:solidFill>
                <a:latin typeface="Arial"/>
                <a:ea typeface="ＭＳ Ｐゴシック"/>
              </a:rPr>
              <a:t>ETSI Standard</a:t>
            </a:r>
            <a:r>
              <a:rPr lang="fr-FR" sz="800" dirty="0"/>
              <a:t> </a:t>
            </a:r>
            <a:r>
              <a:rPr lang="en-US" sz="800" dirty="0">
                <a:solidFill>
                  <a:srgbClr val="585858"/>
                </a:solidFill>
                <a:latin typeface="Arial"/>
                <a:ea typeface="ＭＳ Ｐゴシック"/>
              </a:rPr>
              <a:t>ETSI TR 103 562 Analysis of the Collective Perception Service</a:t>
            </a:r>
            <a:endParaRPr lang="en-US" sz="800" dirty="0">
              <a:solidFill>
                <a:srgbClr val="585858"/>
              </a:solidFill>
            </a:endParaRPr>
          </a:p>
        </p:txBody>
      </p:sp>
      <p:cxnSp>
        <p:nvCxnSpPr>
          <p:cNvPr id="12" name="Connecteur droit avec flèche 11"/>
          <p:cNvCxnSpPr/>
          <p:nvPr/>
        </p:nvCxnSpPr>
        <p:spPr>
          <a:xfrm flipH="1">
            <a:off x="3922216" y="3028048"/>
            <a:ext cx="1712" cy="36077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/>
          <p:cNvCxnSpPr/>
          <p:nvPr/>
        </p:nvCxnSpPr>
        <p:spPr>
          <a:xfrm flipH="1">
            <a:off x="1547664" y="3388818"/>
            <a:ext cx="2376264" cy="0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0"/>
          <p:cNvCxnSpPr/>
          <p:nvPr/>
        </p:nvCxnSpPr>
        <p:spPr>
          <a:xfrm flipH="1">
            <a:off x="6370488" y="3028048"/>
            <a:ext cx="1712" cy="1412935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/>
          <p:cNvCxnSpPr/>
          <p:nvPr/>
        </p:nvCxnSpPr>
        <p:spPr>
          <a:xfrm flipH="1">
            <a:off x="1547664" y="4440983"/>
            <a:ext cx="4824536" cy="2975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avec flèche 27"/>
          <p:cNvCxnSpPr/>
          <p:nvPr/>
        </p:nvCxnSpPr>
        <p:spPr>
          <a:xfrm flipH="1">
            <a:off x="4572000" y="3028047"/>
            <a:ext cx="1712" cy="87630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avec flèche 29"/>
          <p:cNvCxnSpPr/>
          <p:nvPr/>
        </p:nvCxnSpPr>
        <p:spPr>
          <a:xfrm flipH="1" flipV="1">
            <a:off x="1588248" y="3895298"/>
            <a:ext cx="2983752" cy="18114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ZoneTexte 32"/>
          <p:cNvSpPr txBox="1"/>
          <p:nvPr/>
        </p:nvSpPr>
        <p:spPr bwMode="auto">
          <a:xfrm>
            <a:off x="395536" y="1059582"/>
            <a:ext cx="115212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45720" rIns="36000" bIns="45720" numCol="1" rtlCol="0" anchor="b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/>
              <a:t>A simplified version</a:t>
            </a:r>
          </a:p>
        </p:txBody>
      </p:sp>
    </p:spTree>
    <p:extLst>
      <p:ext uri="{BB962C8B-B14F-4D97-AF65-F5344CB8AC3E}">
        <p14:creationId xmlns:p14="http://schemas.microsoft.com/office/powerpoint/2010/main" val="16672648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ASN1 Format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See it directly in </a:t>
            </a:r>
            <a:r>
              <a:rPr lang="en-US" dirty="0" err="1"/>
              <a:t>Vanetza</a:t>
            </a:r>
            <a:r>
              <a:rPr lang="en-US" dirty="0"/>
              <a:t> implementation : Software implementation of the ETSI stack</a:t>
            </a:r>
          </a:p>
          <a:p>
            <a:pPr lvl="1"/>
            <a:r>
              <a:rPr lang="en-US" dirty="0"/>
              <a:t>https://github.com/riebl/vanetza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86108E-6173-CC4E-81D1-D6419E4934EE}" type="slidenum">
              <a:rPr lang="fr-FR" smtClean="0"/>
              <a:pPr/>
              <a:t>21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821240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of CAM/CPM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https://github.com/riebl/artery/tree/master/src/artery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86108E-6173-CC4E-81D1-D6419E4934EE}" type="slidenum">
              <a:rPr lang="fr-FR" smtClean="0"/>
              <a:pPr/>
              <a:t>22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687700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8F0F8791-934D-0C17-88D9-C1E9A777CC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704"/>
          <a:stretch/>
        </p:blipFill>
        <p:spPr>
          <a:xfrm>
            <a:off x="2930074" y="1430229"/>
            <a:ext cx="3061151" cy="3061595"/>
          </a:xfrm>
          <a:prstGeom prst="rect">
            <a:avLst/>
          </a:prstGeom>
        </p:spPr>
      </p:pic>
      <p:sp>
        <p:nvSpPr>
          <p:cNvPr id="556" name="TextShape 1"/>
          <p:cNvSpPr txBox="1"/>
          <p:nvPr/>
        </p:nvSpPr>
        <p:spPr>
          <a:xfrm>
            <a:off x="2339640" y="284400"/>
            <a:ext cx="6264360" cy="323640"/>
          </a:xfrm>
          <a:prstGeom prst="rect">
            <a:avLst/>
          </a:prstGeom>
          <a:noFill/>
          <a:ln w="0">
            <a:noFill/>
          </a:ln>
        </p:spPr>
        <p:txBody>
          <a:bodyPr lIns="0" rIns="36000" anchor="ctr">
            <a:noAutofit/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sz="2000" b="1" spc="-1" dirty="0">
                <a:solidFill>
                  <a:srgbClr val="FFFFFF"/>
                </a:solidFill>
                <a:latin typeface="Calibri"/>
                <a:ea typeface="ＭＳ Ｐゴシック"/>
              </a:rPr>
              <a:t>Experimental Platform Example: On Board Unit (OBU) and tablet app</a:t>
            </a:r>
            <a:endParaRPr lang="fr-FR" sz="200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TextShape 2"/>
          <p:cNvSpPr txBox="1"/>
          <p:nvPr/>
        </p:nvSpPr>
        <p:spPr>
          <a:xfrm>
            <a:off x="8043480" y="4928040"/>
            <a:ext cx="828720" cy="215640"/>
          </a:xfrm>
          <a:prstGeom prst="rect">
            <a:avLst/>
          </a:prstGeom>
          <a:noFill/>
          <a:ln w="0">
            <a:noFill/>
          </a:ln>
        </p:spPr>
        <p:txBody>
          <a:bodyPr rIns="0" anchor="ctr">
            <a:noAutofit/>
          </a:bodyPr>
          <a:lstStyle>
            <a:defPPr>
              <a:defRPr lang="en-US"/>
            </a:defPPr>
            <a:lvl1pPr algn="r">
              <a:lnSpc>
                <a:spcPct val="100000"/>
              </a:lnSpc>
              <a:defRPr sz="1400" b="0" strike="noStrike" spc="-1">
                <a:solidFill>
                  <a:srgbClr val="4E4E4E"/>
                </a:solidFill>
                <a:latin typeface="Arial"/>
                <a:ea typeface="ＭＳ Ｐゴシック"/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52A8D1F0-E9A0-4904-96AE-98016825CC47}" type="slidenum">
              <a:rPr lang="fr-FR" smtClean="0"/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23</a:t>
            </a:fld>
            <a:endParaRPr lang="en-US"/>
          </a:p>
        </p:txBody>
      </p:sp>
      <p:pic>
        <p:nvPicPr>
          <p:cNvPr id="558" name="Image 8" descr="Une image contenant texte, intérieur, Appareils électroniques, électronique&#10;&#10;Description générée automatiquement"/>
          <p:cNvPicPr/>
          <p:nvPr/>
        </p:nvPicPr>
        <p:blipFill rotWithShape="1">
          <a:blip r:embed="rId3"/>
          <a:srcRect t="6098"/>
          <a:stretch/>
        </p:blipFill>
        <p:spPr>
          <a:xfrm>
            <a:off x="79810" y="1115301"/>
            <a:ext cx="2907229" cy="1673619"/>
          </a:xfrm>
          <a:prstGeom prst="rect">
            <a:avLst/>
          </a:prstGeom>
          <a:ln w="0">
            <a:noFill/>
          </a:ln>
        </p:spPr>
      </p:pic>
      <p:sp>
        <p:nvSpPr>
          <p:cNvPr id="559" name="CustomShape 3"/>
          <p:cNvSpPr/>
          <p:nvPr/>
        </p:nvSpPr>
        <p:spPr>
          <a:xfrm>
            <a:off x="5381844" y="908109"/>
            <a:ext cx="3625109" cy="225860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>
            <a:noAutofit/>
          </a:bodyPr>
          <a:lstStyle/>
          <a:p>
            <a:pPr eaLnBrk="1" fontAlgn="auto" hangingPunct="1">
              <a:spcBef>
                <a:spcPts val="400"/>
              </a:spcBef>
              <a:spcAft>
                <a:spcPts val="0"/>
              </a:spcAft>
              <a:buClr>
                <a:srgbClr val="009DDF"/>
              </a:buClr>
            </a:pPr>
            <a:r>
              <a:rPr lang="fr-FR" sz="2000" b="1" spc="-1" err="1">
                <a:solidFill>
                  <a:srgbClr val="000000"/>
                </a:solidFill>
                <a:latin typeface="Calibri"/>
                <a:ea typeface="ＭＳ Ｐゴシック"/>
              </a:rPr>
              <a:t>YoGoKo</a:t>
            </a:r>
            <a:r>
              <a:rPr lang="fr-FR" sz="2000" b="1" spc="-1">
                <a:solidFill>
                  <a:srgbClr val="000000"/>
                </a:solidFill>
                <a:latin typeface="Calibri"/>
                <a:ea typeface="ＭＳ Ｐゴシック"/>
              </a:rPr>
              <a:t> OBU</a:t>
            </a:r>
            <a:endParaRPr lang="en-US">
              <a:solidFill>
                <a:srgbClr val="000000"/>
              </a:solidFill>
            </a:endParaRPr>
          </a:p>
          <a:p>
            <a:pPr marL="742950" lvl="1" indent="-285750" algn="just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9DDF"/>
              </a:buClr>
              <a:buFont typeface="Arial" panose="020B0604020202020204" pitchFamily="34" charset="0"/>
              <a:buChar char="•"/>
            </a:pPr>
            <a:r>
              <a:rPr lang="en-US" sz="1400" spc="-1">
                <a:solidFill>
                  <a:srgbClr val="5D6E75"/>
                </a:solidFill>
                <a:latin typeface="Calibri"/>
                <a:ea typeface="ＭＳ Ｐゴシック"/>
              </a:rPr>
              <a:t>ITS G5 stack, GNSS antenna, V2X antennas, Eth, 4G…</a:t>
            </a:r>
          </a:p>
          <a:p>
            <a:pPr marL="742950" lvl="1" indent="-285750" algn="just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9DDF"/>
              </a:buClr>
              <a:buFont typeface="Arial" panose="020B0604020202020204" pitchFamily="34" charset="0"/>
              <a:buChar char="•"/>
            </a:pPr>
            <a:r>
              <a:rPr lang="en-US" sz="1400" spc="-1">
                <a:solidFill>
                  <a:srgbClr val="5D6E75"/>
                </a:solidFill>
                <a:latin typeface="Calibri"/>
                <a:ea typeface="ＭＳ Ｐゴシック"/>
              </a:rPr>
              <a:t>modulation / demodulation, construction of V2X messages, relay of messages, construction of log files</a:t>
            </a:r>
          </a:p>
          <a:p>
            <a:pPr marL="742950" lvl="1" indent="-285750" algn="just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9DDF"/>
              </a:buClr>
              <a:buFont typeface="Arial" panose="020B0604020202020204" pitchFamily="34" charset="0"/>
              <a:buChar char="•"/>
            </a:pPr>
            <a:r>
              <a:rPr lang="en-US" sz="1400" spc="-1">
                <a:solidFill>
                  <a:srgbClr val="5D6E75"/>
                </a:solidFill>
                <a:latin typeface="Calibri"/>
                <a:ea typeface="ＭＳ Ｐゴシック"/>
              </a:rPr>
              <a:t>security and plausibility checks of all in-coming messages (MBD)</a:t>
            </a:r>
          </a:p>
          <a:p>
            <a:pPr marL="742950" lvl="1" indent="-285750" algn="just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9DDF"/>
              </a:buClr>
              <a:buFont typeface="Arial" panose="020B0604020202020204" pitchFamily="34" charset="0"/>
              <a:buChar char="•"/>
            </a:pPr>
            <a:r>
              <a:rPr lang="en-US" sz="1400" spc="-1">
                <a:solidFill>
                  <a:srgbClr val="5D6E75"/>
                </a:solidFill>
                <a:latin typeface="Calibri"/>
                <a:ea typeface="ＭＳ Ｐゴシック"/>
              </a:rPr>
              <a:t>Sending of MR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676590-41AC-21B2-38C7-159CDFED9DC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4958"/>
          <a:stretch/>
        </p:blipFill>
        <p:spPr>
          <a:xfrm>
            <a:off x="79811" y="3026375"/>
            <a:ext cx="2783962" cy="1794356"/>
          </a:xfrm>
          <a:prstGeom prst="rect">
            <a:avLst/>
          </a:prstGeom>
        </p:spPr>
      </p:pic>
      <p:grpSp>
        <p:nvGrpSpPr>
          <p:cNvPr id="5" name="Groupe 4">
            <a:extLst>
              <a:ext uri="{FF2B5EF4-FFF2-40B4-BE49-F238E27FC236}">
                <a16:creationId xmlns:a16="http://schemas.microsoft.com/office/drawing/2014/main" id="{4D934C43-2334-06ED-4170-D696977C90C6}"/>
              </a:ext>
            </a:extLst>
          </p:cNvPr>
          <p:cNvGrpSpPr/>
          <p:nvPr/>
        </p:nvGrpSpPr>
        <p:grpSpPr>
          <a:xfrm>
            <a:off x="6036875" y="2957842"/>
            <a:ext cx="2969689" cy="1902792"/>
            <a:chOff x="6099220" y="3051360"/>
            <a:chExt cx="2751482" cy="1798883"/>
          </a:xfrm>
        </p:grpSpPr>
        <p:pic>
          <p:nvPicPr>
            <p:cNvPr id="2" name="Image 1" descr="Une image contenant Rectangle, texte, cadre, tableau blanc&#10;&#10;Description générée automatiquement">
              <a:extLst>
                <a:ext uri="{FF2B5EF4-FFF2-40B4-BE49-F238E27FC236}">
                  <a16:creationId xmlns:a16="http://schemas.microsoft.com/office/drawing/2014/main" id="{25C074AC-76AC-B80C-DBCD-BD6F074E507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99220" y="3051360"/>
              <a:ext cx="2751482" cy="1798883"/>
            </a:xfrm>
            <a:prstGeom prst="rect">
              <a:avLst/>
            </a:prstGeom>
          </p:spPr>
        </p:pic>
        <p:pic>
          <p:nvPicPr>
            <p:cNvPr id="9" name="Picture 8" descr="A screenshot of a map&#10;&#10;Description automatically generated">
              <a:extLst>
                <a:ext uri="{FF2B5EF4-FFF2-40B4-BE49-F238E27FC236}">
                  <a16:creationId xmlns:a16="http://schemas.microsoft.com/office/drawing/2014/main" id="{F532B1D1-BE18-8328-768E-DDCCE50F51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41170" y="3155310"/>
              <a:ext cx="2479509" cy="156856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24792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5" name="Image 1054">
            <a:extLst>
              <a:ext uri="{FF2B5EF4-FFF2-40B4-BE49-F238E27FC236}">
                <a16:creationId xmlns:a16="http://schemas.microsoft.com/office/drawing/2014/main" id="{96A9F613-7EA7-E73C-FB7D-C59C377C1AF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alphaModFix amt="3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386" b="12985"/>
          <a:stretch/>
        </p:blipFill>
        <p:spPr>
          <a:xfrm>
            <a:off x="6260991" y="2928558"/>
            <a:ext cx="2883009" cy="1571604"/>
          </a:xfrm>
          <a:prstGeom prst="rect">
            <a:avLst/>
          </a:prstGeom>
        </p:spPr>
      </p:pic>
      <p:sp>
        <p:nvSpPr>
          <p:cNvPr id="553" name="TextShape 1"/>
          <p:cNvSpPr txBox="1"/>
          <p:nvPr/>
        </p:nvSpPr>
        <p:spPr>
          <a:xfrm>
            <a:off x="2339640" y="284400"/>
            <a:ext cx="6264360" cy="323640"/>
          </a:xfrm>
          <a:prstGeom prst="rect">
            <a:avLst/>
          </a:prstGeom>
          <a:noFill/>
          <a:ln w="0">
            <a:noFill/>
          </a:ln>
        </p:spPr>
        <p:txBody>
          <a:bodyPr lIns="0" rIns="36000" anchor="ctr">
            <a:noAutofit/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GB" sz="2000" b="1" spc="-1">
                <a:solidFill>
                  <a:srgbClr val="FFFFFF"/>
                </a:solidFill>
                <a:latin typeface="Calibri"/>
                <a:ea typeface="ＭＳ Ｐゴシック"/>
              </a:rPr>
              <a:t>Test setup</a:t>
            </a:r>
            <a:endParaRPr lang="fr-FR" sz="200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TextShape 2"/>
          <p:cNvSpPr txBox="1"/>
          <p:nvPr/>
        </p:nvSpPr>
        <p:spPr>
          <a:xfrm>
            <a:off x="8043480" y="4928040"/>
            <a:ext cx="828720" cy="215640"/>
          </a:xfrm>
          <a:prstGeom prst="rect">
            <a:avLst/>
          </a:prstGeom>
          <a:noFill/>
          <a:ln w="0">
            <a:noFill/>
          </a:ln>
        </p:spPr>
        <p:txBody>
          <a:bodyPr rIns="0" anchor="ctr">
            <a:noAutofit/>
          </a:bodyPr>
          <a:lstStyle>
            <a:defPPr>
              <a:defRPr lang="en-US"/>
            </a:defPPr>
            <a:lvl1pPr algn="r">
              <a:lnSpc>
                <a:spcPct val="100000"/>
              </a:lnSpc>
              <a:defRPr sz="1400" b="0" strike="noStrike" spc="-1">
                <a:solidFill>
                  <a:srgbClr val="4E4E4E"/>
                </a:solidFill>
                <a:latin typeface="Arial"/>
                <a:ea typeface="ＭＳ Ｐゴシック"/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B48AA74E-0D07-4FAB-A512-7769FB77151F}" type="slidenum">
              <a:rPr lang="fr-FR" smtClean="0"/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24</a:t>
            </a:fld>
            <a:endParaRPr lang="en-US"/>
          </a:p>
        </p:txBody>
      </p:sp>
      <p:grpSp>
        <p:nvGrpSpPr>
          <p:cNvPr id="569" name="Groupe 568">
            <a:extLst>
              <a:ext uri="{FF2B5EF4-FFF2-40B4-BE49-F238E27FC236}">
                <a16:creationId xmlns:a16="http://schemas.microsoft.com/office/drawing/2014/main" id="{8BCCE73B-C1E6-4C66-3306-C0E413C167B5}"/>
              </a:ext>
            </a:extLst>
          </p:cNvPr>
          <p:cNvGrpSpPr/>
          <p:nvPr/>
        </p:nvGrpSpPr>
        <p:grpSpPr>
          <a:xfrm>
            <a:off x="7115507" y="2898090"/>
            <a:ext cx="1827219" cy="1333875"/>
            <a:chOff x="6835515" y="2950374"/>
            <a:chExt cx="2106126" cy="1470547"/>
          </a:xfrm>
        </p:grpSpPr>
        <p:grpSp>
          <p:nvGrpSpPr>
            <p:cNvPr id="30" name="Groupe 29">
              <a:extLst>
                <a:ext uri="{FF2B5EF4-FFF2-40B4-BE49-F238E27FC236}">
                  <a16:creationId xmlns:a16="http://schemas.microsoft.com/office/drawing/2014/main" id="{027E38A9-2626-4D99-0CC2-054177BE8909}"/>
                </a:ext>
              </a:extLst>
            </p:cNvPr>
            <p:cNvGrpSpPr/>
            <p:nvPr/>
          </p:nvGrpSpPr>
          <p:grpSpPr>
            <a:xfrm>
              <a:off x="6835515" y="2950374"/>
              <a:ext cx="896142" cy="725418"/>
              <a:chOff x="1173239" y="2817607"/>
              <a:chExt cx="896142" cy="725418"/>
            </a:xfrm>
          </p:grpSpPr>
          <p:pic>
            <p:nvPicPr>
              <p:cNvPr id="31" name="Picture 6" descr="524238409">
                <a:extLst>
                  <a:ext uri="{FF2B5EF4-FFF2-40B4-BE49-F238E27FC236}">
                    <a16:creationId xmlns:a16="http://schemas.microsoft.com/office/drawing/2014/main" id="{48954C46-F5D5-AF4C-616B-1E6768C17B3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73239" y="3242506"/>
                <a:ext cx="300519" cy="30051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544" name="Groupe 543">
                <a:extLst>
                  <a:ext uri="{FF2B5EF4-FFF2-40B4-BE49-F238E27FC236}">
                    <a16:creationId xmlns:a16="http://schemas.microsoft.com/office/drawing/2014/main" id="{EB9AFCC6-8175-C221-AB17-22C60D00E598}"/>
                  </a:ext>
                </a:extLst>
              </p:cNvPr>
              <p:cNvGrpSpPr/>
              <p:nvPr/>
            </p:nvGrpSpPr>
            <p:grpSpPr>
              <a:xfrm>
                <a:off x="1473758" y="2817607"/>
                <a:ext cx="595623" cy="703951"/>
                <a:chOff x="1473758" y="2817607"/>
                <a:chExt cx="595623" cy="703951"/>
              </a:xfrm>
            </p:grpSpPr>
            <p:cxnSp>
              <p:nvCxnSpPr>
                <p:cNvPr id="545" name="Connecteur droit 544">
                  <a:extLst>
                    <a:ext uri="{FF2B5EF4-FFF2-40B4-BE49-F238E27FC236}">
                      <a16:creationId xmlns:a16="http://schemas.microsoft.com/office/drawing/2014/main" id="{CA12169B-9365-DF39-02C3-30E21E37DEAF}"/>
                    </a:ext>
                  </a:extLst>
                </p:cNvPr>
                <p:cNvCxnSpPr>
                  <a:cxnSpLocks/>
                  <a:endCxn id="31" idx="3"/>
                </p:cNvCxnSpPr>
                <p:nvPr/>
              </p:nvCxnSpPr>
              <p:spPr>
                <a:xfrm flipH="1">
                  <a:off x="1473758" y="3392765"/>
                  <a:ext cx="274835" cy="1"/>
                </a:xfrm>
                <a:prstGeom prst="line">
                  <a:avLst/>
                </a:prstGeom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</p:cxnSp>
            <p:pic>
              <p:nvPicPr>
                <p:cNvPr id="546" name="Picture 8" descr="antenne ">
                  <a:extLst>
                    <a:ext uri="{FF2B5EF4-FFF2-40B4-BE49-F238E27FC236}">
                      <a16:creationId xmlns:a16="http://schemas.microsoft.com/office/drawing/2014/main" id="{E96BCB6A-8DD7-257D-E413-C19A45B7667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749152" y="2817607"/>
                  <a:ext cx="257586" cy="25758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cxnSp>
              <p:nvCxnSpPr>
                <p:cNvPr id="547" name="Connecteur droit 546">
                  <a:extLst>
                    <a:ext uri="{FF2B5EF4-FFF2-40B4-BE49-F238E27FC236}">
                      <a16:creationId xmlns:a16="http://schemas.microsoft.com/office/drawing/2014/main" id="{2FF2C9C5-C519-1D75-78D5-80C0345D318D}"/>
                    </a:ext>
                  </a:extLst>
                </p:cNvPr>
                <p:cNvCxnSpPr>
                  <a:stCxn id="546" idx="2"/>
                </p:cNvCxnSpPr>
                <p:nvPr/>
              </p:nvCxnSpPr>
              <p:spPr>
                <a:xfrm>
                  <a:off x="1877945" y="3075193"/>
                  <a:ext cx="0" cy="207400"/>
                </a:xfrm>
                <a:prstGeom prst="line">
                  <a:avLst/>
                </a:prstGeom>
                <a:ln>
                  <a:solidFill>
                    <a:srgbClr val="00678D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548" name="Picture 10" descr="602645940">
                  <a:extLst>
                    <a:ext uri="{FF2B5EF4-FFF2-40B4-BE49-F238E27FC236}">
                      <a16:creationId xmlns:a16="http://schemas.microsoft.com/office/drawing/2014/main" id="{8CF9A984-9C2E-D299-D97C-CC2AE6C3EDE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6" cstate="email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3178" t="15910" r="13517" b="25228"/>
                <a:stretch/>
              </p:blipFill>
              <p:spPr bwMode="auto">
                <a:xfrm>
                  <a:off x="1748593" y="3263972"/>
                  <a:ext cx="320788" cy="25758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</p:grpSp>
        <p:sp>
          <p:nvSpPr>
            <p:cNvPr id="568" name="ZoneTexte 567">
              <a:extLst>
                <a:ext uri="{FF2B5EF4-FFF2-40B4-BE49-F238E27FC236}">
                  <a16:creationId xmlns:a16="http://schemas.microsoft.com/office/drawing/2014/main" id="{382042E7-7458-FFEE-B494-122F64AD4DDE}"/>
                </a:ext>
              </a:extLst>
            </p:cNvPr>
            <p:cNvSpPr txBox="1"/>
            <p:nvPr/>
          </p:nvSpPr>
          <p:spPr>
            <a:xfrm rot="21068455">
              <a:off x="8235539" y="4217334"/>
              <a:ext cx="706102" cy="2035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fr-FR" sz="600" b="1">
                  <a:solidFill>
                    <a:prstClr val="black"/>
                  </a:solidFill>
                  <a:latin typeface="Arial"/>
                </a:rPr>
                <a:t>Attacker</a:t>
              </a:r>
            </a:p>
          </p:txBody>
        </p:sp>
      </p:grpSp>
      <p:pic>
        <p:nvPicPr>
          <p:cNvPr id="574" name="Image 573">
            <a:extLst>
              <a:ext uri="{FF2B5EF4-FFF2-40B4-BE49-F238E27FC236}">
                <a16:creationId xmlns:a16="http://schemas.microsoft.com/office/drawing/2014/main" id="{7D7EF314-9E0F-E539-6BA7-DD97B3DAF3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1183" y="1590383"/>
            <a:ext cx="558634" cy="569852"/>
          </a:xfrm>
          <a:prstGeom prst="rect">
            <a:avLst/>
          </a:prstGeom>
        </p:spPr>
      </p:pic>
      <p:sp>
        <p:nvSpPr>
          <p:cNvPr id="1051" name="Rectangle 1050">
            <a:extLst>
              <a:ext uri="{FF2B5EF4-FFF2-40B4-BE49-F238E27FC236}">
                <a16:creationId xmlns:a16="http://schemas.microsoft.com/office/drawing/2014/main" id="{EE16F27D-B329-1CBB-B8FE-5B3387BCBE12}"/>
              </a:ext>
            </a:extLst>
          </p:cNvPr>
          <p:cNvSpPr/>
          <p:nvPr/>
        </p:nvSpPr>
        <p:spPr>
          <a:xfrm>
            <a:off x="3383280" y="1510455"/>
            <a:ext cx="2601555" cy="346580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52" name="Rectangle 1051">
            <a:extLst>
              <a:ext uri="{FF2B5EF4-FFF2-40B4-BE49-F238E27FC236}">
                <a16:creationId xmlns:a16="http://schemas.microsoft.com/office/drawing/2014/main" id="{F1C856D0-FBD2-43C3-7498-220127635CEF}"/>
              </a:ext>
            </a:extLst>
          </p:cNvPr>
          <p:cNvSpPr/>
          <p:nvPr/>
        </p:nvSpPr>
        <p:spPr>
          <a:xfrm>
            <a:off x="6466329" y="1507885"/>
            <a:ext cx="2601555" cy="346580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grpSp>
        <p:nvGrpSpPr>
          <p:cNvPr id="1054" name="Groupe 1053">
            <a:extLst>
              <a:ext uri="{FF2B5EF4-FFF2-40B4-BE49-F238E27FC236}">
                <a16:creationId xmlns:a16="http://schemas.microsoft.com/office/drawing/2014/main" id="{53B0B7FF-D8D9-6C5E-3C9D-BC89176BAC7A}"/>
              </a:ext>
            </a:extLst>
          </p:cNvPr>
          <p:cNvGrpSpPr/>
          <p:nvPr/>
        </p:nvGrpSpPr>
        <p:grpSpPr>
          <a:xfrm>
            <a:off x="377590" y="883687"/>
            <a:ext cx="3396690" cy="3156941"/>
            <a:chOff x="340115" y="913667"/>
            <a:chExt cx="3396690" cy="3156941"/>
          </a:xfrm>
        </p:grpSpPr>
        <p:grpSp>
          <p:nvGrpSpPr>
            <p:cNvPr id="1050" name="Groupe 1049">
              <a:extLst>
                <a:ext uri="{FF2B5EF4-FFF2-40B4-BE49-F238E27FC236}">
                  <a16:creationId xmlns:a16="http://schemas.microsoft.com/office/drawing/2014/main" id="{337D88D6-02DA-5453-54D6-ADEECCA8344B}"/>
                </a:ext>
              </a:extLst>
            </p:cNvPr>
            <p:cNvGrpSpPr/>
            <p:nvPr/>
          </p:nvGrpSpPr>
          <p:grpSpPr>
            <a:xfrm>
              <a:off x="625074" y="955245"/>
              <a:ext cx="3111731" cy="3115363"/>
              <a:chOff x="720322" y="925558"/>
              <a:chExt cx="3111731" cy="3115363"/>
            </a:xfrm>
          </p:grpSpPr>
          <p:grpSp>
            <p:nvGrpSpPr>
              <p:cNvPr id="1049" name="Groupe 1048">
                <a:extLst>
                  <a:ext uri="{FF2B5EF4-FFF2-40B4-BE49-F238E27FC236}">
                    <a16:creationId xmlns:a16="http://schemas.microsoft.com/office/drawing/2014/main" id="{168C86A7-0C9D-FBAE-6C95-35659336E70C}"/>
                  </a:ext>
                </a:extLst>
              </p:cNvPr>
              <p:cNvGrpSpPr/>
              <p:nvPr/>
            </p:nvGrpSpPr>
            <p:grpSpPr>
              <a:xfrm>
                <a:off x="720322" y="925558"/>
                <a:ext cx="3111731" cy="3115363"/>
                <a:chOff x="860788" y="796472"/>
                <a:chExt cx="3111731" cy="3115363"/>
              </a:xfrm>
            </p:grpSpPr>
            <p:grpSp>
              <p:nvGrpSpPr>
                <p:cNvPr id="1040" name="Groupe 1039">
                  <a:extLst>
                    <a:ext uri="{FF2B5EF4-FFF2-40B4-BE49-F238E27FC236}">
                      <a16:creationId xmlns:a16="http://schemas.microsoft.com/office/drawing/2014/main" id="{AF8D5ECC-9B32-B469-3880-FB3DAB0E8E58}"/>
                    </a:ext>
                  </a:extLst>
                </p:cNvPr>
                <p:cNvGrpSpPr/>
                <p:nvPr/>
              </p:nvGrpSpPr>
              <p:grpSpPr>
                <a:xfrm>
                  <a:off x="860788" y="796472"/>
                  <a:ext cx="2155672" cy="2014827"/>
                  <a:chOff x="14894" y="994817"/>
                  <a:chExt cx="2370305" cy="2053614"/>
                </a:xfrm>
              </p:grpSpPr>
              <p:pic>
                <p:nvPicPr>
                  <p:cNvPr id="8" name="Image 7">
                    <a:extLst>
                      <a:ext uri="{FF2B5EF4-FFF2-40B4-BE49-F238E27FC236}">
                        <a16:creationId xmlns:a16="http://schemas.microsoft.com/office/drawing/2014/main" id="{0CC01F40-35FB-75C9-7FC7-AB19D139ADC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14894" y="994817"/>
                    <a:ext cx="2370305" cy="2053614"/>
                  </a:xfrm>
                  <a:prstGeom prst="rect">
                    <a:avLst/>
                  </a:prstGeom>
                </p:spPr>
              </p:pic>
              <p:sp>
                <p:nvSpPr>
                  <p:cNvPr id="1039" name="Ellipse 1038">
                    <a:extLst>
                      <a:ext uri="{FF2B5EF4-FFF2-40B4-BE49-F238E27FC236}">
                        <a16:creationId xmlns:a16="http://schemas.microsoft.com/office/drawing/2014/main" id="{7039A645-50FD-354D-0D0C-9B9D8BEF3FC5}"/>
                      </a:ext>
                    </a:extLst>
                  </p:cNvPr>
                  <p:cNvSpPr/>
                  <p:nvPr/>
                </p:nvSpPr>
                <p:spPr>
                  <a:xfrm>
                    <a:off x="520800" y="1590974"/>
                    <a:ext cx="707175" cy="688206"/>
                  </a:xfrm>
                  <a:prstGeom prst="ellipse">
                    <a:avLst/>
                  </a:prstGeom>
                  <a:no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5"/>
                  </a:lnRef>
                  <a:fillRef idx="1">
                    <a:schemeClr val="lt1"/>
                  </a:fillRef>
                  <a:effectRef idx="0">
                    <a:schemeClr val="accent5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 eaLnBrk="1" fontAlgn="auto" hangingPunct="1">
                      <a:spcBef>
                        <a:spcPts val="0"/>
                      </a:spcBef>
                      <a:spcAft>
                        <a:spcPts val="0"/>
                      </a:spcAft>
                    </a:pPr>
                    <a:endParaRPr lang="en-US">
                      <a:solidFill>
                        <a:prstClr val="black"/>
                      </a:solidFill>
                    </a:endParaRPr>
                  </a:p>
                </p:txBody>
              </p:sp>
            </p:grpSp>
            <p:sp>
              <p:nvSpPr>
                <p:cNvPr id="1047" name="Flèche : gauche 1046">
                  <a:extLst>
                    <a:ext uri="{FF2B5EF4-FFF2-40B4-BE49-F238E27FC236}">
                      <a16:creationId xmlns:a16="http://schemas.microsoft.com/office/drawing/2014/main" id="{501A32FB-5C23-AFD5-2863-652818E26785}"/>
                    </a:ext>
                  </a:extLst>
                </p:cNvPr>
                <p:cNvSpPr/>
                <p:nvPr/>
              </p:nvSpPr>
              <p:spPr>
                <a:xfrm rot="5400000" flipV="1">
                  <a:off x="713064" y="2950104"/>
                  <a:ext cx="1794880" cy="45719"/>
                </a:xfrm>
                <a:prstGeom prst="leftArrow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</a:pPr>
                  <a:endParaRPr lang="en-US"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048" name="Signe Moins 1047">
                  <a:extLst>
                    <a:ext uri="{FF2B5EF4-FFF2-40B4-BE49-F238E27FC236}">
                      <a16:creationId xmlns:a16="http://schemas.microsoft.com/office/drawing/2014/main" id="{3E99F6B1-F8EA-A1BB-9891-4EB95A1CB606}"/>
                    </a:ext>
                  </a:extLst>
                </p:cNvPr>
                <p:cNvSpPr/>
                <p:nvPr/>
              </p:nvSpPr>
              <p:spPr>
                <a:xfrm>
                  <a:off x="1286129" y="3814395"/>
                  <a:ext cx="2686390" cy="97440"/>
                </a:xfrm>
                <a:prstGeom prst="mathMinus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</a:pPr>
                  <a:endParaRPr lang="en-US">
                    <a:solidFill>
                      <a:prstClr val="white"/>
                    </a:solidFill>
                  </a:endParaRPr>
                </a:p>
              </p:txBody>
            </p:sp>
          </p:grpSp>
          <p:pic>
            <p:nvPicPr>
              <p:cNvPr id="1046" name="Image 1045">
                <a:extLst>
                  <a:ext uri="{FF2B5EF4-FFF2-40B4-BE49-F238E27FC236}">
                    <a16:creationId xmlns:a16="http://schemas.microsoft.com/office/drawing/2014/main" id="{3F408925-3FD2-6A35-71DD-46AFE171DD3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9"/>
              <a:srcRect l="3766" r="12349" b="24582"/>
              <a:stretch/>
            </p:blipFill>
            <p:spPr>
              <a:xfrm>
                <a:off x="1897429" y="3587757"/>
                <a:ext cx="457030" cy="323641"/>
              </a:xfrm>
              <a:prstGeom prst="rect">
                <a:avLst/>
              </a:prstGeom>
            </p:spPr>
          </p:pic>
        </p:grpSp>
        <p:sp>
          <p:nvSpPr>
            <p:cNvPr id="1053" name="Rectangle 1052">
              <a:extLst>
                <a:ext uri="{FF2B5EF4-FFF2-40B4-BE49-F238E27FC236}">
                  <a16:creationId xmlns:a16="http://schemas.microsoft.com/office/drawing/2014/main" id="{6A874779-40CD-3B32-40EA-55A9B7EE5A28}"/>
                </a:ext>
              </a:extLst>
            </p:cNvPr>
            <p:cNvSpPr/>
            <p:nvPr/>
          </p:nvSpPr>
          <p:spPr>
            <a:xfrm>
              <a:off x="340115" y="913667"/>
              <a:ext cx="2686390" cy="2312131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070" name="Groupe 1069">
            <a:extLst>
              <a:ext uri="{FF2B5EF4-FFF2-40B4-BE49-F238E27FC236}">
                <a16:creationId xmlns:a16="http://schemas.microsoft.com/office/drawing/2014/main" id="{1FE0A50B-5450-DEDA-DE89-02E66FC43499}"/>
              </a:ext>
            </a:extLst>
          </p:cNvPr>
          <p:cNvGrpSpPr/>
          <p:nvPr/>
        </p:nvGrpSpPr>
        <p:grpSpPr>
          <a:xfrm>
            <a:off x="3328672" y="1590383"/>
            <a:ext cx="2759379" cy="3266271"/>
            <a:chOff x="3123366" y="1547858"/>
            <a:chExt cx="2759379" cy="3266271"/>
          </a:xfrm>
        </p:grpSpPr>
        <p:grpSp>
          <p:nvGrpSpPr>
            <p:cNvPr id="1067" name="Groupe 1066">
              <a:extLst>
                <a:ext uri="{FF2B5EF4-FFF2-40B4-BE49-F238E27FC236}">
                  <a16:creationId xmlns:a16="http://schemas.microsoft.com/office/drawing/2014/main" id="{D1219787-23AC-BE1E-BCA5-41EF4F017868}"/>
                </a:ext>
              </a:extLst>
            </p:cNvPr>
            <p:cNvGrpSpPr/>
            <p:nvPr/>
          </p:nvGrpSpPr>
          <p:grpSpPr>
            <a:xfrm>
              <a:off x="3123366" y="1714417"/>
              <a:ext cx="2759379" cy="3099712"/>
              <a:chOff x="3123366" y="1759387"/>
              <a:chExt cx="2759379" cy="3099712"/>
            </a:xfrm>
          </p:grpSpPr>
          <p:grpSp>
            <p:nvGrpSpPr>
              <p:cNvPr id="571" name="Groupe 570">
                <a:extLst>
                  <a:ext uri="{FF2B5EF4-FFF2-40B4-BE49-F238E27FC236}">
                    <a16:creationId xmlns:a16="http://schemas.microsoft.com/office/drawing/2014/main" id="{8A6A4952-CE10-F746-E84F-06915141DCFC}"/>
                  </a:ext>
                </a:extLst>
              </p:cNvPr>
              <p:cNvGrpSpPr/>
              <p:nvPr/>
            </p:nvGrpSpPr>
            <p:grpSpPr>
              <a:xfrm>
                <a:off x="3546035" y="2394427"/>
                <a:ext cx="2165277" cy="2464672"/>
                <a:chOff x="503212" y="2002420"/>
                <a:chExt cx="2388761" cy="2731492"/>
              </a:xfrm>
            </p:grpSpPr>
            <p:grpSp>
              <p:nvGrpSpPr>
                <p:cNvPr id="567" name="Groupe 566">
                  <a:extLst>
                    <a:ext uri="{FF2B5EF4-FFF2-40B4-BE49-F238E27FC236}">
                      <a16:creationId xmlns:a16="http://schemas.microsoft.com/office/drawing/2014/main" id="{CDAE0CD9-BFAE-0C69-2D00-18E750F9B55D}"/>
                    </a:ext>
                  </a:extLst>
                </p:cNvPr>
                <p:cNvGrpSpPr/>
                <p:nvPr/>
              </p:nvGrpSpPr>
              <p:grpSpPr>
                <a:xfrm>
                  <a:off x="503212" y="2002420"/>
                  <a:ext cx="2370271" cy="2731492"/>
                  <a:chOff x="503212" y="2002420"/>
                  <a:chExt cx="2370271" cy="2731492"/>
                </a:xfrm>
              </p:grpSpPr>
              <p:pic>
                <p:nvPicPr>
                  <p:cNvPr id="10" name="Image 9">
                    <a:extLst>
                      <a:ext uri="{FF2B5EF4-FFF2-40B4-BE49-F238E27FC236}">
                        <a16:creationId xmlns:a16="http://schemas.microsoft.com/office/drawing/2014/main" id="{59FF5BE8-033E-6869-E6CB-3824A023E1A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503212" y="3210054"/>
                    <a:ext cx="2370271" cy="1523858"/>
                  </a:xfrm>
                  <a:prstGeom prst="rect">
                    <a:avLst/>
                  </a:prstGeom>
                </p:spPr>
              </p:pic>
              <p:cxnSp>
                <p:nvCxnSpPr>
                  <p:cNvPr id="560" name="Connecteur : en arc 559">
                    <a:extLst>
                      <a:ext uri="{FF2B5EF4-FFF2-40B4-BE49-F238E27FC236}">
                        <a16:creationId xmlns:a16="http://schemas.microsoft.com/office/drawing/2014/main" id="{F3CA9C6D-5445-1D3C-B7D4-8A4BAB16CBB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796302" y="2336799"/>
                    <a:ext cx="1200566" cy="531807"/>
                  </a:xfrm>
                  <a:prstGeom prst="curvedConnector3">
                    <a:avLst>
                      <a:gd name="adj1" fmla="val 50000"/>
                    </a:avLst>
                  </a:prstGeom>
                  <a:ln w="12700">
                    <a:solidFill>
                      <a:schemeClr val="bg1">
                        <a:lumMod val="75000"/>
                      </a:schemeClr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70" name="ZoneTexte 569">
                  <a:extLst>
                    <a:ext uri="{FF2B5EF4-FFF2-40B4-BE49-F238E27FC236}">
                      <a16:creationId xmlns:a16="http://schemas.microsoft.com/office/drawing/2014/main" id="{9E586127-1959-042A-CAB0-E16B2E1F8358}"/>
                    </a:ext>
                  </a:extLst>
                </p:cNvPr>
                <p:cNvSpPr txBox="1"/>
                <p:nvPr/>
              </p:nvSpPr>
              <p:spPr>
                <a:xfrm rot="21068455">
                  <a:off x="2185872" y="2558241"/>
                  <a:ext cx="706101" cy="23876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fr-FR" sz="800" b="1">
                      <a:solidFill>
                        <a:prstClr val="black"/>
                      </a:solidFill>
                      <a:latin typeface="Arial"/>
                    </a:rPr>
                    <a:t>Reporter</a:t>
                  </a:r>
                </a:p>
              </p:txBody>
            </p:sp>
          </p:grpSp>
          <p:grpSp>
            <p:nvGrpSpPr>
              <p:cNvPr id="1057" name="Groupe 1056">
                <a:extLst>
                  <a:ext uri="{FF2B5EF4-FFF2-40B4-BE49-F238E27FC236}">
                    <a16:creationId xmlns:a16="http://schemas.microsoft.com/office/drawing/2014/main" id="{1A19D177-053F-4B99-2BF9-B865D2497274}"/>
                  </a:ext>
                </a:extLst>
              </p:cNvPr>
              <p:cNvGrpSpPr/>
              <p:nvPr/>
            </p:nvGrpSpPr>
            <p:grpSpPr>
              <a:xfrm>
                <a:off x="3123366" y="1759387"/>
                <a:ext cx="2759379" cy="1590612"/>
                <a:chOff x="5043122" y="2823196"/>
                <a:chExt cx="3180572" cy="1753589"/>
              </a:xfrm>
            </p:grpSpPr>
            <p:pic>
              <p:nvPicPr>
                <p:cNvPr id="1059" name="Image 1058">
                  <a:extLst>
                    <a:ext uri="{FF2B5EF4-FFF2-40B4-BE49-F238E27FC236}">
                      <a16:creationId xmlns:a16="http://schemas.microsoft.com/office/drawing/2014/main" id="{94A3636E-DD98-FFEB-E2EA-A15A3DD7F16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11" cstate="email">
                  <a:duotone>
                    <a:schemeClr val="accent3">
                      <a:shade val="45000"/>
                      <a:satMod val="135000"/>
                    </a:schemeClr>
                    <a:prstClr val="white"/>
                  </a:duotone>
                  <a:alphaModFix amt="46000"/>
                  <a:extLst>
                    <a:ext uri="{BEBA8EAE-BF5A-486C-A8C5-ECC9F3942E4B}">
                      <a14:imgProps xmlns:a14="http://schemas.microsoft.com/office/drawing/2010/main">
                        <a14:imgLayer r:embed="rId12">
                          <a14:imgEffect>
                            <a14:colorTemperature colorTemp="6534"/>
                          </a14:imgEffect>
                          <a14:imgEffect>
                            <a14:saturation sat="300000"/>
                          </a14:imgEffect>
                          <a14:imgEffect>
                            <a14:brightnessContrast bright="12000" contrast="-5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9386" b="12985"/>
                <a:stretch/>
              </p:blipFill>
              <p:spPr>
                <a:xfrm>
                  <a:off x="5043122" y="2835043"/>
                  <a:ext cx="3180572" cy="1741742"/>
                </a:xfrm>
                <a:prstGeom prst="rect">
                  <a:avLst/>
                </a:prstGeom>
                <a:noFill/>
              </p:spPr>
            </p:pic>
            <p:grpSp>
              <p:nvGrpSpPr>
                <p:cNvPr id="1060" name="Groupe 1059">
                  <a:extLst>
                    <a:ext uri="{FF2B5EF4-FFF2-40B4-BE49-F238E27FC236}">
                      <a16:creationId xmlns:a16="http://schemas.microsoft.com/office/drawing/2014/main" id="{2B7CFD04-8836-91D1-D75C-6A1BBA739B50}"/>
                    </a:ext>
                  </a:extLst>
                </p:cNvPr>
                <p:cNvGrpSpPr/>
                <p:nvPr/>
              </p:nvGrpSpPr>
              <p:grpSpPr>
                <a:xfrm>
                  <a:off x="6149356" y="2823196"/>
                  <a:ext cx="896142" cy="725418"/>
                  <a:chOff x="1173239" y="2817607"/>
                  <a:chExt cx="896142" cy="725418"/>
                </a:xfrm>
              </p:grpSpPr>
              <p:pic>
                <p:nvPicPr>
                  <p:cNvPr id="1061" name="Picture 6" descr="524238409">
                    <a:extLst>
                      <a:ext uri="{FF2B5EF4-FFF2-40B4-BE49-F238E27FC236}">
                        <a16:creationId xmlns:a16="http://schemas.microsoft.com/office/drawing/2014/main" id="{A9ADB744-A1A1-8A6F-6D41-B44AE6AFBC56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4" cstate="email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173239" y="3242506"/>
                    <a:ext cx="300519" cy="30051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grpSp>
                <p:nvGrpSpPr>
                  <p:cNvPr id="1062" name="Groupe 1061">
                    <a:extLst>
                      <a:ext uri="{FF2B5EF4-FFF2-40B4-BE49-F238E27FC236}">
                        <a16:creationId xmlns:a16="http://schemas.microsoft.com/office/drawing/2014/main" id="{51C7D43E-967C-96FB-0391-FBADEC54519B}"/>
                      </a:ext>
                    </a:extLst>
                  </p:cNvPr>
                  <p:cNvGrpSpPr/>
                  <p:nvPr/>
                </p:nvGrpSpPr>
                <p:grpSpPr>
                  <a:xfrm>
                    <a:off x="1473758" y="2817607"/>
                    <a:ext cx="595623" cy="703951"/>
                    <a:chOff x="1473758" y="2817607"/>
                    <a:chExt cx="595623" cy="703951"/>
                  </a:xfrm>
                </p:grpSpPr>
                <p:cxnSp>
                  <p:nvCxnSpPr>
                    <p:cNvPr id="1063" name="Connecteur droit 1062">
                      <a:extLst>
                        <a:ext uri="{FF2B5EF4-FFF2-40B4-BE49-F238E27FC236}">
                          <a16:creationId xmlns:a16="http://schemas.microsoft.com/office/drawing/2014/main" id="{9484F3D5-DF76-A3F0-DA1C-084EF7431E70}"/>
                        </a:ext>
                      </a:extLst>
                    </p:cNvPr>
                    <p:cNvCxnSpPr>
                      <a:cxnSpLocks/>
                      <a:endCxn id="1061" idx="3"/>
                    </p:cNvCxnSpPr>
                    <p:nvPr/>
                  </p:nvCxnSpPr>
                  <p:spPr>
                    <a:xfrm flipH="1">
                      <a:off x="1473758" y="3392765"/>
                      <a:ext cx="274835" cy="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accent2"/>
                    </a:lnRef>
                    <a:fillRef idx="0">
                      <a:schemeClr val="accent2"/>
                    </a:fillRef>
                    <a:effectRef idx="0">
                      <a:schemeClr val="accent2"/>
                    </a:effectRef>
                    <a:fontRef idx="minor">
                      <a:schemeClr val="tx1"/>
                    </a:fontRef>
                  </p:style>
                </p:cxnSp>
                <p:pic>
                  <p:nvPicPr>
                    <p:cNvPr id="1064" name="Picture 8" descr="antenne ">
                      <a:extLst>
                        <a:ext uri="{FF2B5EF4-FFF2-40B4-BE49-F238E27FC236}">
                          <a16:creationId xmlns:a16="http://schemas.microsoft.com/office/drawing/2014/main" id="{5534C8B1-3DDE-665B-64F4-99BF695E7757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5" cstate="email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1749152" y="2817607"/>
                      <a:ext cx="257586" cy="257586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cxnSp>
                  <p:nvCxnSpPr>
                    <p:cNvPr id="1065" name="Connecteur droit 1064">
                      <a:extLst>
                        <a:ext uri="{FF2B5EF4-FFF2-40B4-BE49-F238E27FC236}">
                          <a16:creationId xmlns:a16="http://schemas.microsoft.com/office/drawing/2014/main" id="{E4754247-BE90-B614-6219-6BF2E2517632}"/>
                        </a:ext>
                      </a:extLst>
                    </p:cNvPr>
                    <p:cNvCxnSpPr>
                      <a:stCxn id="1064" idx="2"/>
                    </p:cNvCxnSpPr>
                    <p:nvPr/>
                  </p:nvCxnSpPr>
                  <p:spPr>
                    <a:xfrm>
                      <a:off x="1877945" y="3075193"/>
                      <a:ext cx="0" cy="207400"/>
                    </a:xfrm>
                    <a:prstGeom prst="line">
                      <a:avLst/>
                    </a:prstGeom>
                    <a:ln>
                      <a:solidFill>
                        <a:srgbClr val="00678D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pic>
                  <p:nvPicPr>
                    <p:cNvPr id="1066" name="Picture 10" descr="602645940">
                      <a:extLst>
                        <a:ext uri="{FF2B5EF4-FFF2-40B4-BE49-F238E27FC236}">
                          <a16:creationId xmlns:a16="http://schemas.microsoft.com/office/drawing/2014/main" id="{779734CB-CDE5-3681-A7C7-5F032326F34B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6" cstate="email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13178" t="15910" r="13517" b="25228"/>
                    <a:stretch/>
                  </p:blipFill>
                  <p:spPr bwMode="auto">
                    <a:xfrm>
                      <a:off x="1748593" y="3263972"/>
                      <a:ext cx="320788" cy="257586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</p:grpSp>
          </p:grpSp>
        </p:grpSp>
        <p:pic>
          <p:nvPicPr>
            <p:cNvPr id="1068" name="Image 1067">
              <a:extLst>
                <a:ext uri="{FF2B5EF4-FFF2-40B4-BE49-F238E27FC236}">
                  <a16:creationId xmlns:a16="http://schemas.microsoft.com/office/drawing/2014/main" id="{2C8711F6-2D4D-F675-A323-0BEB992B236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165178" y="1547858"/>
              <a:ext cx="558634" cy="569852"/>
            </a:xfrm>
            <a:prstGeom prst="rect">
              <a:avLst/>
            </a:prstGeom>
          </p:spPr>
        </p:pic>
      </p:grpSp>
      <p:sp>
        <p:nvSpPr>
          <p:cNvPr id="2" name="CustomShape 3">
            <a:extLst>
              <a:ext uri="{FF2B5EF4-FFF2-40B4-BE49-F238E27FC236}">
                <a16:creationId xmlns:a16="http://schemas.microsoft.com/office/drawing/2014/main" id="{47836B51-5291-19C3-38FC-DDA451F86EC4}"/>
              </a:ext>
            </a:extLst>
          </p:cNvPr>
          <p:cNvSpPr/>
          <p:nvPr/>
        </p:nvSpPr>
        <p:spPr>
          <a:xfrm>
            <a:off x="-297424" y="4523764"/>
            <a:ext cx="4075618" cy="17514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marL="800280" lvl="1" indent="-342720" eaLnBrk="1" fontAlgn="auto" hangingPunct="1">
              <a:spcBef>
                <a:spcPts val="281"/>
              </a:spcBef>
              <a:spcAft>
                <a:spcPts val="0"/>
              </a:spcAft>
              <a:buClr>
                <a:srgbClr val="009DDF"/>
              </a:buClr>
              <a:buSzPct val="80000"/>
              <a:buFont typeface="Arial"/>
              <a:buChar char="•"/>
            </a:pPr>
            <a:r>
              <a:rPr lang="en-US" sz="1200" spc="-1">
                <a:solidFill>
                  <a:srgbClr val="5D6E75"/>
                </a:solidFill>
                <a:latin typeface="Calibri"/>
                <a:ea typeface="ＭＳ Ｐゴシック"/>
              </a:rPr>
              <a:t>An attacker runs the attack routine</a:t>
            </a:r>
            <a:endParaRPr lang="en-US" sz="1200" spc="-1">
              <a:solidFill>
                <a:prstClr val="black"/>
              </a:solidFill>
            </a:endParaRPr>
          </a:p>
          <a:p>
            <a:pPr marL="800280" lvl="1" indent="-342720" eaLnBrk="1" fontAlgn="auto" hangingPunct="1">
              <a:spcBef>
                <a:spcPts val="281"/>
              </a:spcBef>
              <a:spcAft>
                <a:spcPts val="0"/>
              </a:spcAft>
              <a:buClr>
                <a:srgbClr val="009DDF"/>
              </a:buClr>
              <a:buSzPct val="80000"/>
              <a:buFont typeface="Arial"/>
              <a:buChar char="•"/>
            </a:pPr>
            <a:r>
              <a:rPr lang="en-US" sz="1200" spc="-1">
                <a:solidFill>
                  <a:srgbClr val="5D6E75"/>
                </a:solidFill>
                <a:latin typeface="Calibri"/>
                <a:ea typeface="ＭＳ Ｐゴシック"/>
              </a:rPr>
              <a:t>A reporter runs the MBD framework</a:t>
            </a:r>
            <a:endParaRPr lang="en-US" sz="1200" spc="-1">
              <a:solidFill>
                <a:prstClr val="black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A142A8-FEBD-5ADE-A17D-C6BFAC9775A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42553" y="45699"/>
            <a:ext cx="2651599" cy="1376104"/>
          </a:xfrm>
          <a:prstGeom prst="rect">
            <a:avLst/>
          </a:prstGeom>
        </p:spPr>
      </p:pic>
      <p:sp>
        <p:nvSpPr>
          <p:cNvPr id="5" name="Flèche : gauche 1046">
            <a:extLst>
              <a:ext uri="{FF2B5EF4-FFF2-40B4-BE49-F238E27FC236}">
                <a16:creationId xmlns:a16="http://schemas.microsoft.com/office/drawing/2014/main" id="{B8663227-588F-38A6-941D-AB3E1B00AB1F}"/>
              </a:ext>
            </a:extLst>
          </p:cNvPr>
          <p:cNvSpPr/>
          <p:nvPr/>
        </p:nvSpPr>
        <p:spPr>
          <a:xfrm rot="10800000" flipV="1">
            <a:off x="1435125" y="676829"/>
            <a:ext cx="1893400" cy="45719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Signe Moins 1047">
            <a:extLst>
              <a:ext uri="{FF2B5EF4-FFF2-40B4-BE49-F238E27FC236}">
                <a16:creationId xmlns:a16="http://schemas.microsoft.com/office/drawing/2014/main" id="{6285068D-2E51-E4CD-2CFC-6985AF41ECF7}"/>
              </a:ext>
            </a:extLst>
          </p:cNvPr>
          <p:cNvSpPr/>
          <p:nvPr/>
        </p:nvSpPr>
        <p:spPr>
          <a:xfrm rot="5400000">
            <a:off x="850809" y="1048516"/>
            <a:ext cx="1122911" cy="97440"/>
          </a:xfrm>
          <a:prstGeom prst="mathMinus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Flèche : gauche 1046">
            <a:extLst>
              <a:ext uri="{FF2B5EF4-FFF2-40B4-BE49-F238E27FC236}">
                <a16:creationId xmlns:a16="http://schemas.microsoft.com/office/drawing/2014/main" id="{E598AE82-23D1-4B09-E7E5-D78F348B99E5}"/>
              </a:ext>
            </a:extLst>
          </p:cNvPr>
          <p:cNvSpPr/>
          <p:nvPr/>
        </p:nvSpPr>
        <p:spPr>
          <a:xfrm flipV="1">
            <a:off x="5937193" y="2177554"/>
            <a:ext cx="556096" cy="45719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white"/>
              </a:solidFill>
            </a:endParaRPr>
          </a:p>
        </p:txBody>
      </p:sp>
      <p:pic>
        <p:nvPicPr>
          <p:cNvPr id="1026" name="Picture 2" descr="Tablet - Free technology icons">
            <a:extLst>
              <a:ext uri="{FF2B5EF4-FFF2-40B4-BE49-F238E27FC236}">
                <a16:creationId xmlns:a16="http://schemas.microsoft.com/office/drawing/2014/main" id="{BD9C5268-24BC-A020-C566-E15C605454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5337" y="2236862"/>
            <a:ext cx="290470" cy="290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Tablet - Free technology icons">
            <a:extLst>
              <a:ext uri="{FF2B5EF4-FFF2-40B4-BE49-F238E27FC236}">
                <a16:creationId xmlns:a16="http://schemas.microsoft.com/office/drawing/2014/main" id="{4C624929-8C4A-E157-CBE2-CE71582365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2868" y="2457537"/>
            <a:ext cx="290470" cy="290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9314676-AC65-DBF1-B181-7DE3B7C3EC4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06521" y="3672935"/>
            <a:ext cx="414656" cy="294702"/>
          </a:xfrm>
          <a:prstGeom prst="rect">
            <a:avLst/>
          </a:prstGeom>
        </p:spPr>
      </p:pic>
      <p:pic>
        <p:nvPicPr>
          <p:cNvPr id="9" name="Picture 2" descr="Eviden facilite le développement de technologies de calcul">
            <a:extLst>
              <a:ext uri="{FF2B5EF4-FFF2-40B4-BE49-F238E27FC236}">
                <a16:creationId xmlns:a16="http://schemas.microsoft.com/office/drawing/2014/main" id="{1E568C48-ED5E-2507-5BFC-F066E4A312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2211" y="274356"/>
            <a:ext cx="938320" cy="263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205E069-7B41-414A-655B-BE43D26CB11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325209" y="141287"/>
            <a:ext cx="806804" cy="437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7520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TextShape 1"/>
          <p:cNvSpPr txBox="1"/>
          <p:nvPr/>
        </p:nvSpPr>
        <p:spPr>
          <a:xfrm>
            <a:off x="2339640" y="284400"/>
            <a:ext cx="6264360" cy="323640"/>
          </a:xfrm>
          <a:prstGeom prst="rect">
            <a:avLst/>
          </a:prstGeom>
          <a:noFill/>
          <a:ln w="0">
            <a:noFill/>
          </a:ln>
        </p:spPr>
        <p:txBody>
          <a:bodyPr lIns="0" rIns="36000" anchor="ctr">
            <a:noAutofit/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fr-CA" sz="2000" b="1" spc="-1">
                <a:solidFill>
                  <a:srgbClr val="FFFFFF"/>
                </a:solidFill>
                <a:latin typeface="Calibri"/>
                <a:ea typeface="ＭＳ Ｐゴシック"/>
              </a:rPr>
              <a:t>On-road test: test sites</a:t>
            </a:r>
            <a:endParaRPr lang="fr-FR" sz="2000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6" name="TextShape 2"/>
          <p:cNvSpPr txBox="1"/>
          <p:nvPr/>
        </p:nvSpPr>
        <p:spPr>
          <a:xfrm>
            <a:off x="6464160" y="4845600"/>
            <a:ext cx="2133360" cy="204480"/>
          </a:xfrm>
          <a:prstGeom prst="rect">
            <a:avLst/>
          </a:prstGeom>
          <a:noFill/>
          <a:ln w="0">
            <a:noFill/>
          </a:ln>
        </p:spPr>
        <p:txBody>
          <a:bodyPr rIns="0" anchor="ctr">
            <a:noAutofit/>
          </a:bodyPr>
          <a:lstStyle>
            <a:defPPr>
              <a:defRPr lang="en-US"/>
            </a:defPPr>
            <a:lvl1pPr algn="r">
              <a:lnSpc>
                <a:spcPct val="100000"/>
              </a:lnSpc>
              <a:defRPr sz="1400" b="0" strike="noStrike" spc="-1">
                <a:solidFill>
                  <a:srgbClr val="4E4E4E"/>
                </a:solidFill>
                <a:latin typeface="Arial"/>
                <a:ea typeface="ＭＳ Ｐゴシック"/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27E2CC75-51D8-4187-96D0-7F481A569CB4}" type="slidenum">
              <a:rPr lang="fr-FR" smtClean="0"/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25</a:t>
            </a:fld>
            <a:endParaRPr lang="en-US"/>
          </a:p>
        </p:txBody>
      </p:sp>
      <p:sp>
        <p:nvSpPr>
          <p:cNvPr id="577" name="TextShape 3"/>
          <p:cNvSpPr txBox="1"/>
          <p:nvPr/>
        </p:nvSpPr>
        <p:spPr>
          <a:xfrm>
            <a:off x="0" y="883440"/>
            <a:ext cx="2985840" cy="38577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eaLnBrk="1" fontAlgn="auto" hangingPunct="1">
              <a:spcBef>
                <a:spcPts val="241"/>
              </a:spcBef>
              <a:spcAft>
                <a:spcPts val="0"/>
              </a:spcAft>
              <a:tabLst>
                <a:tab pos="0" algn="l"/>
              </a:tabLst>
            </a:pPr>
            <a:endParaRPr lang="fr-FR" sz="2200" b="1" spc="-1">
              <a:solidFill>
                <a:srgbClr val="000000"/>
              </a:solidFill>
              <a:latin typeface="Calibri"/>
            </a:endParaRPr>
          </a:p>
          <a:p>
            <a:pPr eaLnBrk="1" fontAlgn="auto" hangingPunct="1">
              <a:spcBef>
                <a:spcPts val="241"/>
              </a:spcBef>
              <a:spcAft>
                <a:spcPts val="0"/>
              </a:spcAft>
              <a:tabLst>
                <a:tab pos="0" algn="l"/>
              </a:tabLst>
            </a:pPr>
            <a:endParaRPr lang="fr-FR" sz="2200" b="1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8" name="CustomShape 4"/>
          <p:cNvSpPr/>
          <p:nvPr/>
        </p:nvSpPr>
        <p:spPr>
          <a:xfrm>
            <a:off x="425520" y="918720"/>
            <a:ext cx="2560320" cy="371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eaLnBrk="1" fontAlgn="auto" hangingPunct="1">
              <a:spcBef>
                <a:spcPts val="281"/>
              </a:spcBef>
              <a:spcAft>
                <a:spcPts val="0"/>
              </a:spcAft>
              <a:tabLst>
                <a:tab pos="0" algn="l"/>
              </a:tabLst>
            </a:pPr>
            <a:r>
              <a:rPr lang="fr-CA" sz="1400" u="sng" spc="-1">
                <a:solidFill>
                  <a:srgbClr val="000000"/>
                </a:solidFill>
                <a:latin typeface="Calibri"/>
                <a:ea typeface="Calibri"/>
              </a:rPr>
              <a:t>Test drive 1 (</a:t>
            </a:r>
            <a:r>
              <a:rPr lang="fr-CA" sz="1400" u="sng" spc="-1" err="1">
                <a:solidFill>
                  <a:srgbClr val="000000"/>
                </a:solidFill>
                <a:latin typeface="Calibri"/>
                <a:ea typeface="Calibri"/>
              </a:rPr>
              <a:t>small</a:t>
            </a:r>
            <a:r>
              <a:rPr lang="fr-CA" sz="1400" u="sng" spc="-1">
                <a:solidFill>
                  <a:srgbClr val="000000"/>
                </a:solidFill>
                <a:latin typeface="Calibri"/>
                <a:ea typeface="Calibri"/>
              </a:rPr>
              <a:t>)</a:t>
            </a:r>
            <a:endParaRPr lang="en-US" sz="1400" u="sng" spc="-1">
              <a:solidFill>
                <a:prstClr val="black"/>
              </a:solidFill>
            </a:endParaRPr>
          </a:p>
          <a:p>
            <a:pPr eaLnBrk="1" fontAlgn="auto" hangingPunct="1">
              <a:spcBef>
                <a:spcPts val="281"/>
              </a:spcBef>
              <a:spcAft>
                <a:spcPts val="0"/>
              </a:spcAft>
              <a:tabLst>
                <a:tab pos="0" algn="l"/>
              </a:tabLst>
            </a:pPr>
            <a:endParaRPr lang="en-US" sz="1400" u="sng" spc="-1">
              <a:solidFill>
                <a:prstClr val="black"/>
              </a:solidFill>
            </a:endParaRPr>
          </a:p>
        </p:txBody>
      </p:sp>
      <p:pic>
        <p:nvPicPr>
          <p:cNvPr id="579" name="Picture 6_1" descr="Graphical user interface, chart, application, map&#10;&#10;Description automatically generated"/>
          <p:cNvPicPr/>
          <p:nvPr/>
        </p:nvPicPr>
        <p:blipFill>
          <a:blip r:embed="rId3"/>
          <a:stretch/>
        </p:blipFill>
        <p:spPr>
          <a:xfrm>
            <a:off x="428400" y="1527120"/>
            <a:ext cx="2381400" cy="2568240"/>
          </a:xfrm>
          <a:prstGeom prst="rect">
            <a:avLst/>
          </a:prstGeom>
          <a:ln w="0">
            <a:noFill/>
          </a:ln>
        </p:spPr>
      </p:pic>
      <p:sp>
        <p:nvSpPr>
          <p:cNvPr id="580" name="CustomShape 5"/>
          <p:cNvSpPr/>
          <p:nvPr/>
        </p:nvSpPr>
        <p:spPr>
          <a:xfrm>
            <a:off x="3175560" y="918720"/>
            <a:ext cx="2560320" cy="371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eaLnBrk="1" fontAlgn="auto" hangingPunct="1">
              <a:spcBef>
                <a:spcPts val="281"/>
              </a:spcBef>
              <a:spcAft>
                <a:spcPts val="0"/>
              </a:spcAft>
              <a:tabLst>
                <a:tab pos="0" algn="l"/>
              </a:tabLst>
            </a:pPr>
            <a:r>
              <a:rPr lang="fr-CA" sz="1400" u="sng" spc="-1">
                <a:solidFill>
                  <a:srgbClr val="000000"/>
                </a:solidFill>
                <a:latin typeface="Calibri"/>
                <a:ea typeface="Calibri"/>
              </a:rPr>
              <a:t>Test drive 2 (medium)</a:t>
            </a:r>
            <a:endParaRPr lang="en-US" sz="1400" u="sng" spc="-1">
              <a:solidFill>
                <a:prstClr val="black"/>
              </a:solidFill>
            </a:endParaRPr>
          </a:p>
          <a:p>
            <a:pPr eaLnBrk="1" fontAlgn="auto" hangingPunct="1">
              <a:spcBef>
                <a:spcPts val="281"/>
              </a:spcBef>
              <a:spcAft>
                <a:spcPts val="0"/>
              </a:spcAft>
              <a:tabLst>
                <a:tab pos="0" algn="l"/>
              </a:tabLst>
            </a:pPr>
            <a:endParaRPr lang="en-US" sz="1400" u="sng" spc="-1">
              <a:solidFill>
                <a:prstClr val="black"/>
              </a:solidFill>
            </a:endParaRPr>
          </a:p>
        </p:txBody>
      </p:sp>
      <p:sp>
        <p:nvSpPr>
          <p:cNvPr id="581" name="CustomShape 6"/>
          <p:cNvSpPr/>
          <p:nvPr/>
        </p:nvSpPr>
        <p:spPr>
          <a:xfrm>
            <a:off x="6249600" y="918720"/>
            <a:ext cx="2560320" cy="371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>
            <a:noAutofit/>
          </a:bodyPr>
          <a:lstStyle/>
          <a:p>
            <a:pPr eaLnBrk="1" fontAlgn="auto" hangingPunct="1">
              <a:spcBef>
                <a:spcPts val="281"/>
              </a:spcBef>
              <a:spcAft>
                <a:spcPts val="0"/>
              </a:spcAft>
              <a:tabLst>
                <a:tab pos="0" algn="l"/>
              </a:tabLst>
            </a:pPr>
            <a:r>
              <a:rPr lang="fr-CA" sz="1400" u="sng" spc="-1">
                <a:solidFill>
                  <a:srgbClr val="000000"/>
                </a:solidFill>
                <a:latin typeface="Calibri"/>
                <a:ea typeface="Calibri"/>
              </a:rPr>
              <a:t>Test drive </a:t>
            </a:r>
            <a:r>
              <a:rPr lang="fr-FR" sz="1400" u="sng" spc="-1">
                <a:solidFill>
                  <a:srgbClr val="000000"/>
                </a:solidFill>
                <a:latin typeface="Calibri"/>
                <a:ea typeface="Calibri"/>
              </a:rPr>
              <a:t>3 (large)</a:t>
            </a:r>
            <a:endParaRPr lang="en-US" sz="1400" u="sng" spc="-1">
              <a:solidFill>
                <a:prstClr val="black"/>
              </a:solidFill>
            </a:endParaRPr>
          </a:p>
          <a:p>
            <a:pPr eaLnBrk="1" fontAlgn="auto" hangingPunct="1">
              <a:spcBef>
                <a:spcPts val="281"/>
              </a:spcBef>
              <a:spcAft>
                <a:spcPts val="0"/>
              </a:spcAft>
              <a:tabLst>
                <a:tab pos="0" algn="l"/>
              </a:tabLst>
            </a:pPr>
            <a:endParaRPr lang="en-US" sz="1400" u="sng" spc="-1">
              <a:solidFill>
                <a:prstClr val="black"/>
              </a:solidFill>
            </a:endParaRPr>
          </a:p>
        </p:txBody>
      </p:sp>
      <p:pic>
        <p:nvPicPr>
          <p:cNvPr id="582" name="Picture 9_1"/>
          <p:cNvPicPr/>
          <p:nvPr/>
        </p:nvPicPr>
        <p:blipFill>
          <a:blip r:embed="rId4"/>
          <a:stretch/>
        </p:blipFill>
        <p:spPr>
          <a:xfrm>
            <a:off x="3314520" y="1527120"/>
            <a:ext cx="2243520" cy="2669040"/>
          </a:xfrm>
          <a:prstGeom prst="rect">
            <a:avLst/>
          </a:prstGeom>
          <a:ln w="0">
            <a:noFill/>
          </a:ln>
        </p:spPr>
      </p:pic>
      <p:pic>
        <p:nvPicPr>
          <p:cNvPr id="583" name="Picture 11_1" descr="Map&#10;&#10;Description automatically generated"/>
          <p:cNvPicPr/>
          <p:nvPr/>
        </p:nvPicPr>
        <p:blipFill>
          <a:blip r:embed="rId5"/>
          <a:stretch/>
        </p:blipFill>
        <p:spPr>
          <a:xfrm>
            <a:off x="6064560" y="1517040"/>
            <a:ext cx="2742840" cy="2109240"/>
          </a:xfrm>
          <a:prstGeom prst="rect">
            <a:avLst/>
          </a:prstGeom>
          <a:ln w="0"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0E48012-0FC8-A796-6319-69CDA8383BC6}"/>
              </a:ext>
            </a:extLst>
          </p:cNvPr>
          <p:cNvSpPr txBox="1"/>
          <p:nvPr/>
        </p:nvSpPr>
        <p:spPr>
          <a:xfrm>
            <a:off x="906431" y="1243753"/>
            <a:ext cx="15384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200">
                <a:solidFill>
                  <a:prstClr val="black"/>
                </a:solidFill>
                <a:latin typeface="Arial"/>
              </a:rPr>
              <a:t>Urban only - 2,2 km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3F40ED-10E1-5C9F-E858-E976463AE05F}"/>
              </a:ext>
            </a:extLst>
          </p:cNvPr>
          <p:cNvSpPr txBox="1"/>
          <p:nvPr/>
        </p:nvSpPr>
        <p:spPr>
          <a:xfrm>
            <a:off x="6464160" y="1240041"/>
            <a:ext cx="18302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200">
                <a:solidFill>
                  <a:prstClr val="black"/>
                </a:solidFill>
                <a:latin typeface="Arial"/>
              </a:rPr>
              <a:t>Urban/road mix - 5,8 km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142D3F-2237-DD36-BAB7-D324B4BDBDD5}"/>
              </a:ext>
            </a:extLst>
          </p:cNvPr>
          <p:cNvSpPr txBox="1"/>
          <p:nvPr/>
        </p:nvSpPr>
        <p:spPr>
          <a:xfrm>
            <a:off x="3476792" y="1258792"/>
            <a:ext cx="21377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200">
                <a:solidFill>
                  <a:prstClr val="black"/>
                </a:solidFill>
                <a:latin typeface="Arial"/>
              </a:rPr>
              <a:t>Urban/road mix - 3,2 km</a:t>
            </a:r>
          </a:p>
        </p:txBody>
      </p:sp>
    </p:spTree>
    <p:extLst>
      <p:ext uri="{BB962C8B-B14F-4D97-AF65-F5344CB8AC3E}">
        <p14:creationId xmlns:p14="http://schemas.microsoft.com/office/powerpoint/2010/main" val="4136839050"/>
      </p:ext>
    </p:extLst>
  </p:cSld>
  <p:clrMapOvr>
    <a:masterClrMapping/>
  </p:clrMapOvr>
</p:sld>
</file>

<file path=ppt/theme/theme1.xml><?xml version="1.0" encoding="utf-8"?>
<a:theme xmlns:a="http://schemas.openxmlformats.org/drawingml/2006/main" name="SystemX-PPT2014-16-9_Template-v3">
  <a:themeElements>
    <a:clrScheme name="SystemX 1">
      <a:dk1>
        <a:sysClr val="windowText" lastClr="000000"/>
      </a:dk1>
      <a:lt1>
        <a:sysClr val="window" lastClr="FFFFFF"/>
      </a:lt1>
      <a:dk2>
        <a:srgbClr val="212121"/>
      </a:dk2>
      <a:lt2>
        <a:srgbClr val="CDD4D7"/>
      </a:lt2>
      <a:accent1>
        <a:srgbClr val="009DDF"/>
      </a:accent1>
      <a:accent2>
        <a:srgbClr val="00688D"/>
      </a:accent2>
      <a:accent3>
        <a:srgbClr val="B50B1B"/>
      </a:accent3>
      <a:accent4>
        <a:srgbClr val="E27823"/>
      </a:accent4>
      <a:accent5>
        <a:srgbClr val="B2CD29"/>
      </a:accent5>
      <a:accent6>
        <a:srgbClr val="2C9C89"/>
      </a:accent6>
      <a:hlink>
        <a:srgbClr val="00658F"/>
      </a:hlink>
      <a:folHlink>
        <a:srgbClr val="7E518C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 xmlns="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xmlns="" w="9525">
              <a:solidFill>
                <a:srgbClr val="000000"/>
              </a:solidFill>
              <a:miter lim="800000"/>
              <a:headEnd/>
              <a:tailEnd/>
            </a14:hiddenLine>
          </a:ext>
          <a:ext uri="{FAA26D3D-D897-4be2-8F04-BA451C77F1D7}">
            <ma14:placeholderFlag xmlns:ma14="http://schemas.microsoft.com/office/mac/drawingml/2011/main" xmlns="" val="1"/>
          </a:ext>
        </a:extLst>
      </a:spPr>
      <a:bodyPr vert="horz" wrap="square" lIns="0" tIns="45720" rIns="36000" bIns="45720" numCol="1" anchor="b" anchorCtr="0" compatLnSpc="1">
        <a:prstTxWarp prst="textNoShape">
          <a:avLst/>
        </a:prstTxWarp>
      </a:bodyPr>
      <a:lstStyle>
        <a:defPPr>
          <a:defRPr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Conception personnalisée">
  <a:themeElements>
    <a:clrScheme name="Personnalisée 2">
      <a:dk1>
        <a:srgbClr val="141313"/>
      </a:dk1>
      <a:lt1>
        <a:sysClr val="window" lastClr="FFFFFF"/>
      </a:lt1>
      <a:dk2>
        <a:srgbClr val="212121"/>
      </a:dk2>
      <a:lt2>
        <a:srgbClr val="CDD4D7"/>
      </a:lt2>
      <a:accent1>
        <a:srgbClr val="009DDF"/>
      </a:accent1>
      <a:accent2>
        <a:srgbClr val="00688D"/>
      </a:accent2>
      <a:accent3>
        <a:srgbClr val="B50B1B"/>
      </a:accent3>
      <a:accent4>
        <a:srgbClr val="E27823"/>
      </a:accent4>
      <a:accent5>
        <a:srgbClr val="96B729"/>
      </a:accent5>
      <a:accent6>
        <a:srgbClr val="2C9C89"/>
      </a:accent6>
      <a:hlink>
        <a:srgbClr val="00658F"/>
      </a:hlink>
      <a:folHlink>
        <a:srgbClr val="7E518C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_SystemX-PPT2014-16-9_Template-v3">
  <a:themeElements>
    <a:clrScheme name="SystemX 1">
      <a:dk1>
        <a:sysClr val="windowText" lastClr="000000"/>
      </a:dk1>
      <a:lt1>
        <a:sysClr val="window" lastClr="FFFFFF"/>
      </a:lt1>
      <a:dk2>
        <a:srgbClr val="212121"/>
      </a:dk2>
      <a:lt2>
        <a:srgbClr val="CDD4D7"/>
      </a:lt2>
      <a:accent1>
        <a:srgbClr val="009DDF"/>
      </a:accent1>
      <a:accent2>
        <a:srgbClr val="00688D"/>
      </a:accent2>
      <a:accent3>
        <a:srgbClr val="B50B1B"/>
      </a:accent3>
      <a:accent4>
        <a:srgbClr val="E27823"/>
      </a:accent4>
      <a:accent5>
        <a:srgbClr val="B2CD29"/>
      </a:accent5>
      <a:accent6>
        <a:srgbClr val="2C9C89"/>
      </a:accent6>
      <a:hlink>
        <a:srgbClr val="00658F"/>
      </a:hlink>
      <a:folHlink>
        <a:srgbClr val="7E518C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 bwMode="auto">
        <a:noFill/>
        <a:ln>
          <a:noFill/>
        </a:ln>
        <a:extLst>
          <a:ext uri="{909E8E84-426E-40dd-AFC4-6F175D3DCCD1}">
            <a14:hiddenFill xmlns=""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=""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  <a:ext uri="{FAA26D3D-D897-4be2-8F04-BA451C77F1D7}">
            <ma14:placeholderFlag xmlns="" xmlns:ma14="http://schemas.microsoft.com/office/mac/drawingml/2011/main" val="1"/>
          </a:ext>
        </a:extLst>
      </a:spPr>
      <a:bodyPr vert="horz" wrap="square" lIns="0" tIns="45720" rIns="36000" bIns="45720" numCol="1" anchor="b" anchorCtr="0" compatLnSpc="1">
        <a:prstTxWarp prst="textNoShape">
          <a:avLst/>
        </a:prstTxWarp>
      </a:bodyPr>
      <a:lstStyle>
        <a:defPPr>
          <a:defRPr smtClean="0"/>
        </a:defPPr>
      </a:lstStyle>
    </a:txDef>
  </a:objectDefaults>
  <a:extraClrSchemeLst/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SystemX-PPT2014-16-9_Template-v3.pot</Template>
  <TotalTime>48791</TotalTime>
  <Words>826</Words>
  <Application>Microsoft Office PowerPoint</Application>
  <PresentationFormat>Affichage à l'écran (16:9)</PresentationFormat>
  <Paragraphs>191</Paragraphs>
  <Slides>25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3</vt:i4>
      </vt:variant>
      <vt:variant>
        <vt:lpstr>Titres des diapositives</vt:lpstr>
      </vt:variant>
      <vt:variant>
        <vt:i4>25</vt:i4>
      </vt:variant>
    </vt:vector>
  </HeadingPairs>
  <TitlesOfParts>
    <vt:vector size="33" baseType="lpstr">
      <vt:lpstr>Arial</vt:lpstr>
      <vt:lpstr>Calibri</vt:lpstr>
      <vt:lpstr>Courier New</vt:lpstr>
      <vt:lpstr>Times New Roman</vt:lpstr>
      <vt:lpstr>Wingdings</vt:lpstr>
      <vt:lpstr>SystemX-PPT2014-16-9_Template-v3</vt:lpstr>
      <vt:lpstr>Conception personnalisée</vt:lpstr>
      <vt:lpstr>1_SystemX-PPT2014-16-9_Template-v3</vt:lpstr>
      <vt:lpstr>Présentation PowerPoint</vt:lpstr>
      <vt:lpstr>Agenda</vt:lpstr>
      <vt:lpstr>C-ITS Services</vt:lpstr>
      <vt:lpstr>Cooperative-Intelligent Transport Systems</vt:lpstr>
      <vt:lpstr>Communication Types</vt:lpstr>
      <vt:lpstr>Broadcast Communications</vt:lpstr>
      <vt:lpstr>Unicast Communications</vt:lpstr>
      <vt:lpstr>Geocast Communications</vt:lpstr>
      <vt:lpstr>Multicast Communications</vt:lpstr>
      <vt:lpstr>ITS Stations </vt:lpstr>
      <vt:lpstr>ITS Reference Architecture (ETSI)</vt:lpstr>
      <vt:lpstr>Examples </vt:lpstr>
      <vt:lpstr>Facilities Layer : Support Messages</vt:lpstr>
      <vt:lpstr>Case Study : Intersection Movement Assist Service</vt:lpstr>
      <vt:lpstr>CAM/DENM  scenario example</vt:lpstr>
      <vt:lpstr>CAM Header</vt:lpstr>
      <vt:lpstr>Practical case</vt:lpstr>
      <vt:lpstr>DENM Header</vt:lpstr>
      <vt:lpstr>CPM scenario example</vt:lpstr>
      <vt:lpstr>CPM Header</vt:lpstr>
      <vt:lpstr>ASN1 Format </vt:lpstr>
      <vt:lpstr>Simulation of CAM/CPM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IRT SystemX</dc:title>
  <dc:creator>EPP</dc:creator>
  <cp:lastModifiedBy>Ines BEN JEMAA</cp:lastModifiedBy>
  <cp:revision>1052</cp:revision>
  <cp:lastPrinted>2011-11-08T17:22:03Z</cp:lastPrinted>
  <dcterms:created xsi:type="dcterms:W3CDTF">2011-01-25T18:13:50Z</dcterms:created>
  <dcterms:modified xsi:type="dcterms:W3CDTF">2026-01-04T16:01:28Z</dcterms:modified>
</cp:coreProperties>
</file>